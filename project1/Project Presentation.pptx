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33"/>
  </p:notesMasterIdLst>
  <p:sldIdLst>
    <p:sldId id="256" r:id="rId2"/>
    <p:sldId id="339" r:id="rId3"/>
    <p:sldId id="258" r:id="rId4"/>
    <p:sldId id="261" r:id="rId5"/>
    <p:sldId id="327" r:id="rId6"/>
    <p:sldId id="299" r:id="rId7"/>
    <p:sldId id="279" r:id="rId8"/>
    <p:sldId id="262" r:id="rId9"/>
    <p:sldId id="280" r:id="rId10"/>
    <p:sldId id="293" r:id="rId11"/>
    <p:sldId id="335" r:id="rId12"/>
    <p:sldId id="332" r:id="rId13"/>
    <p:sldId id="333" r:id="rId14"/>
    <p:sldId id="336" r:id="rId15"/>
    <p:sldId id="334" r:id="rId16"/>
    <p:sldId id="331" r:id="rId17"/>
    <p:sldId id="285" r:id="rId18"/>
    <p:sldId id="341" r:id="rId19"/>
    <p:sldId id="342" r:id="rId20"/>
    <p:sldId id="343" r:id="rId21"/>
    <p:sldId id="344" r:id="rId22"/>
    <p:sldId id="345" r:id="rId23"/>
    <p:sldId id="346" r:id="rId24"/>
    <p:sldId id="292" r:id="rId25"/>
    <p:sldId id="337" r:id="rId26"/>
    <p:sldId id="273" r:id="rId27"/>
    <p:sldId id="286" r:id="rId28"/>
    <p:sldId id="304" r:id="rId29"/>
    <p:sldId id="338" r:id="rId30"/>
    <p:sldId id="340" r:id="rId31"/>
    <p:sldId id="306" r:id="rId32"/>
  </p:sldIdLst>
  <p:sldSz cx="9144000" cy="5143500" type="screen16x9"/>
  <p:notesSz cx="6858000" cy="9144000"/>
  <p:embeddedFontLst>
    <p:embeddedFont>
      <p:font typeface="Dosis" pitchFamily="2" charset="0"/>
      <p:regular r:id="rId34"/>
      <p:bold r:id="rId35"/>
    </p:embeddedFont>
    <p:embeddedFont>
      <p:font typeface="Montserrat" panose="00000500000000000000" pitchFamily="2" charset="0"/>
      <p:regular r:id="rId36"/>
      <p:bold r:id="rId37"/>
      <p:italic r:id="rId38"/>
      <p:boldItalic r:id="rId39"/>
    </p:embeddedFont>
    <p:embeddedFont>
      <p:font typeface="Quattrocento" panose="02020502030000000404" pitchFamily="18" charset="0"/>
      <p:regular r:id="rId40"/>
      <p:bold r:id="rId41"/>
    </p:embeddedFont>
    <p:embeddedFont>
      <p:font typeface="Space Grotesk" panose="020B0604020202020204" charset="0"/>
      <p:regular r:id="rId42"/>
      <p:bold r:id="rId43"/>
    </p:embeddedFont>
    <p:embeddedFont>
      <p:font typeface="Space Grotesk Light" panose="020B0604020202020204" charset="0"/>
      <p:regular r:id="rId44"/>
      <p:bold r:id="rId45"/>
    </p:embeddedFont>
    <p:embeddedFont>
      <p:font typeface="Space Grotesk Medium" panose="020B0604020202020204" charset="0"/>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1C75"/>
    <a:srgbClr val="00FFFF"/>
    <a:srgbClr val="006C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A8681-B681-46DC-9964-C7716726F91B}">
  <a:tblStyle styleId="{173A8681-B681-46DC-9964-C7716726F9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392" autoAdjust="0"/>
  </p:normalViewPr>
  <p:slideViewPr>
    <p:cSldViewPr snapToGrid="0">
      <p:cViewPr varScale="1">
        <p:scale>
          <a:sx n="76" d="100"/>
          <a:sy n="76" d="100"/>
        </p:scale>
        <p:origin x="1302" y="126"/>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2"/>
        <p:cNvGrpSpPr/>
        <p:nvPr/>
      </p:nvGrpSpPr>
      <p:grpSpPr>
        <a:xfrm>
          <a:off x="0" y="0"/>
          <a:ext cx="0" cy="0"/>
          <a:chOff x="0" y="0"/>
          <a:chExt cx="0" cy="0"/>
        </a:xfrm>
      </p:grpSpPr>
      <p:sp>
        <p:nvSpPr>
          <p:cNvPr id="3643" name="Google Shape;3643;g111aa7c6b2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4" name="Google Shape;3644;g111aa7c6b26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3">
          <a:extLst>
            <a:ext uri="{FF2B5EF4-FFF2-40B4-BE49-F238E27FC236}">
              <a16:creationId xmlns:a16="http://schemas.microsoft.com/office/drawing/2014/main" id="{8CD959C5-CC18-330E-662B-FFCFA2DE65D6}"/>
            </a:ext>
          </a:extLst>
        </p:cNvPr>
        <p:cNvGrpSpPr/>
        <p:nvPr/>
      </p:nvGrpSpPr>
      <p:grpSpPr>
        <a:xfrm>
          <a:off x="0" y="0"/>
          <a:ext cx="0" cy="0"/>
          <a:chOff x="0" y="0"/>
          <a:chExt cx="0" cy="0"/>
        </a:xfrm>
      </p:grpSpPr>
      <p:sp>
        <p:nvSpPr>
          <p:cNvPr id="3724" name="Google Shape;3724;g111784267d7_0_480:notes">
            <a:extLst>
              <a:ext uri="{FF2B5EF4-FFF2-40B4-BE49-F238E27FC236}">
                <a16:creationId xmlns:a16="http://schemas.microsoft.com/office/drawing/2014/main" id="{A32C72F4-049D-9684-1D9E-4C0E94A549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5" name="Google Shape;3725;g111784267d7_0_480:notes">
            <a:extLst>
              <a:ext uri="{FF2B5EF4-FFF2-40B4-BE49-F238E27FC236}">
                <a16:creationId xmlns:a16="http://schemas.microsoft.com/office/drawing/2014/main" id="{DACB03A3-5361-8049-0665-0A589CDD6D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2580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6"/>
        <p:cNvGrpSpPr/>
        <p:nvPr/>
      </p:nvGrpSpPr>
      <p:grpSpPr>
        <a:xfrm>
          <a:off x="0" y="0"/>
          <a:ext cx="0" cy="0"/>
          <a:chOff x="0" y="0"/>
          <a:chExt cx="0" cy="0"/>
        </a:xfrm>
      </p:grpSpPr>
      <p:sp>
        <p:nvSpPr>
          <p:cNvPr id="3707" name="Google Shape;3707;g13973a12802_0_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8" name="Google Shape;3708;g13973a12802_0_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i-FI" dirty="0"/>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7"/>
        <p:cNvGrpSpPr/>
        <p:nvPr/>
      </p:nvGrpSpPr>
      <p:grpSpPr>
        <a:xfrm>
          <a:off x="0" y="0"/>
          <a:ext cx="0" cy="0"/>
          <a:chOff x="0" y="0"/>
          <a:chExt cx="0" cy="0"/>
        </a:xfrm>
      </p:grpSpPr>
      <p:sp>
        <p:nvSpPr>
          <p:cNvPr id="3768" name="Google Shape;3768;g111784267d7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9" name="Google Shape;3769;g111784267d7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Ongelman</a:t>
            </a:r>
            <a:r>
              <a:rPr lang="en-US" dirty="0"/>
              <a:t> </a:t>
            </a:r>
            <a:r>
              <a:rPr lang="en-US" dirty="0" err="1"/>
              <a:t>Kuvaus</a:t>
            </a:r>
            <a:r>
              <a:rPr lang="en-US" dirty="0"/>
              <a:t>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a:extLst>
            <a:ext uri="{FF2B5EF4-FFF2-40B4-BE49-F238E27FC236}">
              <a16:creationId xmlns:a16="http://schemas.microsoft.com/office/drawing/2014/main" id="{FF776E57-B8A7-C721-92F8-820B3FADEC25}"/>
            </a:ext>
          </a:extLst>
        </p:cNvPr>
        <p:cNvGrpSpPr/>
        <p:nvPr/>
      </p:nvGrpSpPr>
      <p:grpSpPr>
        <a:xfrm>
          <a:off x="0" y="0"/>
          <a:ext cx="0" cy="0"/>
          <a:chOff x="0" y="0"/>
          <a:chExt cx="0" cy="0"/>
        </a:xfrm>
      </p:grpSpPr>
      <p:sp>
        <p:nvSpPr>
          <p:cNvPr id="3820" name="Google Shape;3820;g111784267d7_0_555:notes">
            <a:extLst>
              <a:ext uri="{FF2B5EF4-FFF2-40B4-BE49-F238E27FC236}">
                <a16:creationId xmlns:a16="http://schemas.microsoft.com/office/drawing/2014/main" id="{FA2129A1-27B3-41DC-F5F7-09304AD49F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a:extLst>
              <a:ext uri="{FF2B5EF4-FFF2-40B4-BE49-F238E27FC236}">
                <a16:creationId xmlns:a16="http://schemas.microsoft.com/office/drawing/2014/main" id="{6786915C-06C4-B0A6-4FE8-E49D0170C5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5223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3"/>
        <p:cNvGrpSpPr/>
        <p:nvPr/>
      </p:nvGrpSpPr>
      <p:grpSpPr>
        <a:xfrm>
          <a:off x="0" y="0"/>
          <a:ext cx="0" cy="0"/>
          <a:chOff x="0" y="0"/>
          <a:chExt cx="0" cy="0"/>
        </a:xfrm>
      </p:grpSpPr>
      <p:sp>
        <p:nvSpPr>
          <p:cNvPr id="4854" name="Google Shape;4854;g111aeaaf00e_2_5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5" name="Google Shape;4855;g111aeaaf00e_2_5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6"/>
        <p:cNvGrpSpPr/>
        <p:nvPr/>
      </p:nvGrpSpPr>
      <p:grpSpPr>
        <a:xfrm>
          <a:off x="0" y="0"/>
          <a:ext cx="0" cy="0"/>
          <a:chOff x="0" y="0"/>
          <a:chExt cx="0" cy="0"/>
        </a:xfrm>
      </p:grpSpPr>
      <p:sp>
        <p:nvSpPr>
          <p:cNvPr id="4237" name="Google Shape;4237;g111aeaaf00e_2_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8" name="Google Shape;4238;g111aeaaf00e_2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7"/>
        <p:cNvGrpSpPr/>
        <p:nvPr/>
      </p:nvGrpSpPr>
      <p:grpSpPr>
        <a:xfrm>
          <a:off x="0" y="0"/>
          <a:ext cx="0" cy="0"/>
          <a:chOff x="0" y="0"/>
          <a:chExt cx="0" cy="0"/>
        </a:xfrm>
      </p:grpSpPr>
      <p:sp>
        <p:nvSpPr>
          <p:cNvPr id="4278" name="Google Shape;4278;g111aeaaf00e_2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9" name="Google Shape;4279;g111aeaaf00e_2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8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p:cNvGrpSpPr/>
        <p:nvPr/>
      </p:nvGrpSpPr>
      <p:grpSpPr>
        <a:xfrm>
          <a:off x="0" y="0"/>
          <a:ext cx="0" cy="0"/>
          <a:chOff x="0" y="0"/>
          <a:chExt cx="0" cy="0"/>
        </a:xfrm>
      </p:grpSpPr>
      <p:sp>
        <p:nvSpPr>
          <p:cNvPr id="4672" name="Google Shape;4672;g112c3466d9d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Nämä ovat vaiheet, joita seurasin projektin aikana. Tarkastelemme jokaista vaihetta tarkemmin.</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AFBA3FA9-AEF2-D9C8-A6BF-5D1E123F7D25}"/>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5AC21027-8FB1-85ED-4A93-1359CCB88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A6EF7EB0-8F80-0605-D3E3-EBF1080DCF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6226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2939D79E-82A7-9CC7-C7E1-6260B7054F82}"/>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FE586AA0-9E17-146C-1828-159DFA430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87D6A022-2B2C-C03A-91CA-8B7AAAE407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0442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3E4220DE-773D-7D9A-0776-5DF1E0F3816D}"/>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4347F02C-0C12-1279-BED1-61BB15DE6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002DBB26-A73E-212A-D4CA-7E7C67E0C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2172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AA1569BE-F91F-D412-81A3-7DCD10D04DAB}"/>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D4E3C813-A90F-F910-28FA-C5C676D746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4605B44F-B749-BF13-5E44-B4CEBB947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5946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5E977F65-2CB5-22AC-56DE-C9DB9F679898}"/>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E3E94E75-8099-416A-1B55-C0D65BB45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0C848AD1-D1E2-6AAB-E7B3-946E81CF5C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7585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1">
          <a:extLst>
            <a:ext uri="{FF2B5EF4-FFF2-40B4-BE49-F238E27FC236}">
              <a16:creationId xmlns:a16="http://schemas.microsoft.com/office/drawing/2014/main" id="{B9B0A27B-3C09-AD38-8CA7-A364043D1401}"/>
            </a:ext>
          </a:extLst>
        </p:cNvPr>
        <p:cNvGrpSpPr/>
        <p:nvPr/>
      </p:nvGrpSpPr>
      <p:grpSpPr>
        <a:xfrm>
          <a:off x="0" y="0"/>
          <a:ext cx="0" cy="0"/>
          <a:chOff x="0" y="0"/>
          <a:chExt cx="0" cy="0"/>
        </a:xfrm>
      </p:grpSpPr>
      <p:sp>
        <p:nvSpPr>
          <p:cNvPr id="3892" name="Google Shape;3892;g111784267d7_0_677:notes">
            <a:extLst>
              <a:ext uri="{FF2B5EF4-FFF2-40B4-BE49-F238E27FC236}">
                <a16:creationId xmlns:a16="http://schemas.microsoft.com/office/drawing/2014/main" id="{F64AD86B-07FB-D590-E3A1-630C2240C2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3" name="Google Shape;3893;g111784267d7_0_677:notes">
            <a:extLst>
              <a:ext uri="{FF2B5EF4-FFF2-40B4-BE49-F238E27FC236}">
                <a16:creationId xmlns:a16="http://schemas.microsoft.com/office/drawing/2014/main" id="{E517B97E-3DB8-D0C0-5AA0-9C37B5E16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163975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8"/>
        <p:cNvGrpSpPr/>
        <p:nvPr/>
      </p:nvGrpSpPr>
      <p:grpSpPr>
        <a:xfrm>
          <a:off x="0" y="0"/>
          <a:ext cx="0" cy="0"/>
          <a:chOff x="0" y="0"/>
          <a:chExt cx="0" cy="0"/>
        </a:xfrm>
      </p:grpSpPr>
      <p:sp>
        <p:nvSpPr>
          <p:cNvPr id="4419" name="Google Shape;4419;g111aeaaf00e_2_9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0" name="Google Shape;4420;g111aeaaf00e_2_9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48BA9831-FC29-E0AB-D7DA-F5B07A82CD33}"/>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E6A65D1B-8BE2-7A97-49D8-295EDDDB41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777541C8-3F46-6D6A-56C8-3F9BEADD9D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extLst>
      <p:ext uri="{BB962C8B-B14F-4D97-AF65-F5344CB8AC3E}">
        <p14:creationId xmlns:p14="http://schemas.microsoft.com/office/powerpoint/2010/main" val="4227347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FI" dirty="0"/>
          </a:p>
        </p:txBody>
      </p:sp>
    </p:spTree>
    <p:extLst>
      <p:ext uri="{BB962C8B-B14F-4D97-AF65-F5344CB8AC3E}">
        <p14:creationId xmlns:p14="http://schemas.microsoft.com/office/powerpoint/2010/main" val="3811268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FI" dirty="0"/>
          </a:p>
        </p:txBody>
      </p:sp>
    </p:spTree>
    <p:extLst>
      <p:ext uri="{BB962C8B-B14F-4D97-AF65-F5344CB8AC3E}">
        <p14:creationId xmlns:p14="http://schemas.microsoft.com/office/powerpoint/2010/main" val="1423844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i-FI" dirty="0"/>
              <a:t>Tekijät </a:t>
            </a:r>
            <a:r>
              <a:rPr lang="fi-FI" sz="1100" b="0" i="0" u="none" strike="noStrike" cap="none" dirty="0">
                <a:solidFill>
                  <a:srgbClr val="000000"/>
                </a:solidFill>
                <a:latin typeface="Arial"/>
                <a:ea typeface="Arial"/>
                <a:cs typeface="Arial"/>
                <a:sym typeface="Arial"/>
              </a:rPr>
              <a:t>Index_Of_Wage</a:t>
            </a:r>
            <a:r>
              <a:rPr lang="fi-FI" dirty="0"/>
              <a:t>, </a:t>
            </a:r>
            <a:r>
              <a:rPr lang="fi-FI" sz="1100" b="0" i="0" u="none" strike="noStrike" cap="none" dirty="0">
                <a:solidFill>
                  <a:srgbClr val="000000"/>
                </a:solidFill>
                <a:latin typeface="Arial"/>
                <a:ea typeface="Arial"/>
                <a:cs typeface="Arial"/>
                <a:sym typeface="Arial"/>
              </a:rPr>
              <a:t>Avg_weekly_hours_per_week</a:t>
            </a:r>
            <a:r>
              <a:rPr lang="fi-FI" dirty="0"/>
              <a:t> ja </a:t>
            </a:r>
            <a:r>
              <a:rPr lang="fi-FI" sz="1100" b="0" i="0" u="none" strike="noStrike" cap="none" dirty="0">
                <a:solidFill>
                  <a:srgbClr val="000000"/>
                </a:solidFill>
                <a:latin typeface="Arial"/>
                <a:ea typeface="Arial"/>
                <a:cs typeface="Arial"/>
                <a:sym typeface="Arial"/>
              </a:rPr>
              <a:t>Activity_rate_pct</a:t>
            </a:r>
            <a:r>
              <a:rPr lang="fi-FI" dirty="0"/>
              <a:t> olivat hyvin samanlaisia. Yritin ensin yhdistää ne yhdeksi muuttujaksi, mutta lopulta malli toimi paremmin, kun poistettiin: </a:t>
            </a:r>
            <a:r>
              <a:rPr lang="fi-FI" sz="1100" b="0" i="0" u="none" strike="noStrike" cap="none" dirty="0">
                <a:solidFill>
                  <a:srgbClr val="000000"/>
                </a:solidFill>
                <a:latin typeface="Arial"/>
                <a:ea typeface="Arial"/>
                <a:cs typeface="Arial"/>
                <a:sym typeface="Arial"/>
              </a:rPr>
              <a:t>Index_Of_Wage</a:t>
            </a:r>
            <a:r>
              <a:rPr lang="fi-FI" dirty="0"/>
              <a:t>, </a:t>
            </a:r>
            <a:r>
              <a:rPr lang="fi-FI" sz="1100" b="0" i="0" u="none" strike="noStrike" cap="none" dirty="0">
                <a:solidFill>
                  <a:srgbClr val="000000"/>
                </a:solidFill>
                <a:latin typeface="Arial"/>
                <a:ea typeface="Arial"/>
                <a:cs typeface="Arial"/>
                <a:sym typeface="Arial"/>
              </a:rPr>
              <a:t>Avg_weekly_hours_per_week</a:t>
            </a:r>
            <a:r>
              <a:rPr lang="fi-FI" dirty="0"/>
              <a:t> </a:t>
            </a:r>
            <a:endParaRPr lang="en-FI" dirty="0"/>
          </a:p>
        </p:txBody>
      </p:sp>
    </p:spTree>
    <p:extLst>
      <p:ext uri="{BB962C8B-B14F-4D97-AF65-F5344CB8AC3E}">
        <p14:creationId xmlns:p14="http://schemas.microsoft.com/office/powerpoint/2010/main" val="125998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FI" dirty="0"/>
          </a:p>
        </p:txBody>
      </p:sp>
    </p:spTree>
    <p:extLst>
      <p:ext uri="{BB962C8B-B14F-4D97-AF65-F5344CB8AC3E}">
        <p14:creationId xmlns:p14="http://schemas.microsoft.com/office/powerpoint/2010/main" val="131157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i-FI" dirty="0"/>
              <a:t>Tässä kuvassa verrataan oikeaa työttömyyttä ja Lasso-mallin ennustetta.</a:t>
            </a:r>
            <a:br>
              <a:rPr lang="fi-FI" dirty="0"/>
            </a:br>
            <a:r>
              <a:rPr lang="fi-FI" dirty="0"/>
              <a:t>Malli näyttää työttömyyden yleisen muutoksen ajan aikana, mutta pieniä eroja on.</a:t>
            </a:r>
            <a:br>
              <a:rPr lang="fi-FI" dirty="0"/>
            </a:br>
            <a:r>
              <a:rPr lang="fi-FI" dirty="0"/>
              <a:t>Varjostettu alue näyttää, että ennuste ei ole täysin varma.</a:t>
            </a:r>
            <a:endParaRPr lang="en-FI" dirty="0"/>
          </a:p>
        </p:txBody>
      </p:sp>
    </p:spTree>
    <p:extLst>
      <p:ext uri="{BB962C8B-B14F-4D97-AF65-F5344CB8AC3E}">
        <p14:creationId xmlns:p14="http://schemas.microsoft.com/office/powerpoint/2010/main" val="2474509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7"/>
        <p:cNvGrpSpPr/>
        <p:nvPr/>
      </p:nvGrpSpPr>
      <p:grpSpPr>
        <a:xfrm>
          <a:off x="0" y="0"/>
          <a:ext cx="0" cy="0"/>
          <a:chOff x="0" y="0"/>
          <a:chExt cx="0" cy="0"/>
        </a:xfrm>
      </p:grpSpPr>
      <p:sp>
        <p:nvSpPr>
          <p:cNvPr id="4598" name="Google Shape;4598;g111aeaaf00e_2_1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9" name="Google Shape;4599;g111aeaaf00e_2_1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0">
          <a:extLst>
            <a:ext uri="{FF2B5EF4-FFF2-40B4-BE49-F238E27FC236}">
              <a16:creationId xmlns:a16="http://schemas.microsoft.com/office/drawing/2014/main" id="{486C7DF4-3BD7-A019-978B-5A69F7E848A0}"/>
            </a:ext>
          </a:extLst>
        </p:cNvPr>
        <p:cNvGrpSpPr/>
        <p:nvPr/>
      </p:nvGrpSpPr>
      <p:grpSpPr>
        <a:xfrm>
          <a:off x="0" y="0"/>
          <a:ext cx="0" cy="0"/>
          <a:chOff x="0" y="0"/>
          <a:chExt cx="0" cy="0"/>
        </a:xfrm>
      </p:grpSpPr>
      <p:sp>
        <p:nvSpPr>
          <p:cNvPr id="4871" name="Google Shape;4871;g111bafaaea1_0_45:notes">
            <a:extLst>
              <a:ext uri="{FF2B5EF4-FFF2-40B4-BE49-F238E27FC236}">
                <a16:creationId xmlns:a16="http://schemas.microsoft.com/office/drawing/2014/main" id="{EC7E6856-D95C-44A9-D173-AA46C26BD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2" name="Google Shape;4872;g111bafaaea1_0_45:notes">
            <a:extLst>
              <a:ext uri="{FF2B5EF4-FFF2-40B4-BE49-F238E27FC236}">
                <a16:creationId xmlns:a16="http://schemas.microsoft.com/office/drawing/2014/main" id="{3B6D99F6-97A0-0445-3B41-91A1165E8D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4122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5"/>
        <p:cNvGrpSpPr/>
        <p:nvPr/>
      </p:nvGrpSpPr>
      <p:grpSpPr>
        <a:xfrm>
          <a:off x="0" y="0"/>
          <a:ext cx="0" cy="0"/>
          <a:chOff x="0" y="0"/>
          <a:chExt cx="0" cy="0"/>
        </a:xfrm>
      </p:grpSpPr>
      <p:sp>
        <p:nvSpPr>
          <p:cNvPr id="4036" name="Google Shape;4036;g111aeaaf00e_2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7" name="Google Shape;4037;g111aeaaf00e_2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5"/>
        <p:cNvGrpSpPr/>
        <p:nvPr/>
      </p:nvGrpSpPr>
      <p:grpSpPr>
        <a:xfrm>
          <a:off x="0" y="0"/>
          <a:ext cx="0" cy="0"/>
          <a:chOff x="0" y="0"/>
          <a:chExt cx="0" cy="0"/>
        </a:xfrm>
      </p:grpSpPr>
      <p:sp>
        <p:nvSpPr>
          <p:cNvPr id="4456" name="Google Shape;4456;g111aeaaf00e_2_9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7" name="Google Shape;4457;g111aeaaf00e_2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6"/>
        <p:cNvGrpSpPr/>
        <p:nvPr/>
      </p:nvGrpSpPr>
      <p:grpSpPr>
        <a:xfrm>
          <a:off x="0" y="0"/>
          <a:ext cx="0" cy="0"/>
          <a:chOff x="0" y="0"/>
          <a:chExt cx="0" cy="0"/>
        </a:xfrm>
      </p:grpSpPr>
      <p:sp>
        <p:nvSpPr>
          <p:cNvPr id="4967" name="Google Shape;4967;g111bafaaea1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8" name="Google Shape;4968;g111bafaaea1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6">
          <a:extLst>
            <a:ext uri="{FF2B5EF4-FFF2-40B4-BE49-F238E27FC236}">
              <a16:creationId xmlns:a16="http://schemas.microsoft.com/office/drawing/2014/main" id="{D9203CAD-9578-21DB-6EC1-7DC816DC4E65}"/>
            </a:ext>
          </a:extLst>
        </p:cNvPr>
        <p:cNvGrpSpPr/>
        <p:nvPr/>
      </p:nvGrpSpPr>
      <p:grpSpPr>
        <a:xfrm>
          <a:off x="0" y="0"/>
          <a:ext cx="0" cy="0"/>
          <a:chOff x="0" y="0"/>
          <a:chExt cx="0" cy="0"/>
        </a:xfrm>
      </p:grpSpPr>
      <p:sp>
        <p:nvSpPr>
          <p:cNvPr id="4967" name="Google Shape;4967;g111bafaaea1_0_234:notes">
            <a:extLst>
              <a:ext uri="{FF2B5EF4-FFF2-40B4-BE49-F238E27FC236}">
                <a16:creationId xmlns:a16="http://schemas.microsoft.com/office/drawing/2014/main" id="{9AD19FB8-0F29-D5D0-E059-D81F9B8B03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8" name="Google Shape;4968;g111bafaaea1_0_234:notes">
            <a:extLst>
              <a:ext uri="{FF2B5EF4-FFF2-40B4-BE49-F238E27FC236}">
                <a16:creationId xmlns:a16="http://schemas.microsoft.com/office/drawing/2014/main" id="{875C3361-63C4-9300-F837-E132B258E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5998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3">
          <a:extLst>
            <a:ext uri="{FF2B5EF4-FFF2-40B4-BE49-F238E27FC236}">
              <a16:creationId xmlns:a16="http://schemas.microsoft.com/office/drawing/2014/main" id="{17B904B7-15A0-E213-F763-DEA60721884E}"/>
            </a:ext>
          </a:extLst>
        </p:cNvPr>
        <p:cNvGrpSpPr/>
        <p:nvPr/>
      </p:nvGrpSpPr>
      <p:grpSpPr>
        <a:xfrm>
          <a:off x="0" y="0"/>
          <a:ext cx="0" cy="0"/>
          <a:chOff x="0" y="0"/>
          <a:chExt cx="0" cy="0"/>
        </a:xfrm>
      </p:grpSpPr>
      <p:sp>
        <p:nvSpPr>
          <p:cNvPr id="3724" name="Google Shape;3724;g111784267d7_0_480:notes">
            <a:extLst>
              <a:ext uri="{FF2B5EF4-FFF2-40B4-BE49-F238E27FC236}">
                <a16:creationId xmlns:a16="http://schemas.microsoft.com/office/drawing/2014/main" id="{76DEE58A-1C7E-820A-B9AF-6A582F0A05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5" name="Google Shape;3725;g111784267d7_0_480:notes">
            <a:extLst>
              <a:ext uri="{FF2B5EF4-FFF2-40B4-BE49-F238E27FC236}">
                <a16:creationId xmlns:a16="http://schemas.microsoft.com/office/drawing/2014/main" id="{6FCAC206-7FEA-7D50-6739-DB92C2E163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81054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9"/>
        <p:cNvGrpSpPr/>
        <p:nvPr/>
      </p:nvGrpSpPr>
      <p:grpSpPr>
        <a:xfrm>
          <a:off x="0" y="0"/>
          <a:ext cx="0" cy="0"/>
          <a:chOff x="0" y="0"/>
          <a:chExt cx="0" cy="0"/>
        </a:xfrm>
      </p:grpSpPr>
      <p:sp>
        <p:nvSpPr>
          <p:cNvPr id="4990" name="Google Shape;4990;g111bafaaea1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1" name="Google Shape;4991;g111bafaaea1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2500" y="614500"/>
            <a:ext cx="5200800" cy="30783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5200"/>
              <a:buNone/>
              <a:defRPr sz="49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82500" y="3886250"/>
            <a:ext cx="3808500" cy="442200"/>
          </a:xfrm>
          <a:prstGeom prst="rect">
            <a:avLst/>
          </a:prstGeom>
          <a:solidFill>
            <a:srgbClr val="00FF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b="1">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5993880" y="914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667336" y="2762105"/>
            <a:ext cx="849376" cy="851911"/>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928114" y="1582609"/>
            <a:ext cx="912329" cy="912329"/>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795777" y="2890545"/>
            <a:ext cx="592493" cy="595169"/>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109071" y="2397768"/>
            <a:ext cx="2676" cy="91824"/>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11606" y="2395092"/>
            <a:ext cx="2817" cy="97176"/>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114282" y="2392557"/>
            <a:ext cx="2676" cy="102387"/>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116817" y="2387346"/>
            <a:ext cx="2817" cy="110133"/>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119493" y="2384671"/>
            <a:ext cx="2817" cy="11802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127379" y="2379460"/>
            <a:ext cx="2676" cy="128582"/>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129914" y="2376784"/>
            <a:ext cx="2817" cy="133793"/>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132590" y="2374249"/>
            <a:ext cx="2817" cy="139004"/>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135266" y="2368897"/>
            <a:ext cx="2676" cy="147032"/>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137801" y="2366362"/>
            <a:ext cx="2817" cy="154778"/>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140477" y="2363686"/>
            <a:ext cx="5352" cy="159989"/>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7145688" y="2361151"/>
            <a:ext cx="2817" cy="165199"/>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7148364" y="2358475"/>
            <a:ext cx="2676" cy="170551"/>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150899" y="2355800"/>
            <a:ext cx="2817" cy="175762"/>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153574" y="2350589"/>
            <a:ext cx="2817" cy="183649"/>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156250" y="2347913"/>
            <a:ext cx="2676" cy="191536"/>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158785" y="2345378"/>
            <a:ext cx="5352" cy="196746"/>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163996" y="2342702"/>
            <a:ext cx="2817" cy="201957"/>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166672" y="2340167"/>
            <a:ext cx="2817" cy="207168"/>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169348" y="2337491"/>
            <a:ext cx="2676" cy="212379"/>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171883" y="2332280"/>
            <a:ext cx="2817" cy="220266"/>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174559" y="2329605"/>
            <a:ext cx="2676" cy="228153"/>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182445" y="2324394"/>
            <a:ext cx="2676" cy="23871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184980" y="2321718"/>
            <a:ext cx="2817" cy="243926"/>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187656" y="2319183"/>
            <a:ext cx="2676" cy="249137"/>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7190332" y="2313972"/>
            <a:ext cx="2676" cy="256883"/>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192867" y="2311296"/>
            <a:ext cx="2817" cy="264911"/>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195543" y="2308620"/>
            <a:ext cx="5352" cy="270122"/>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7200754" y="2306085"/>
            <a:ext cx="2817" cy="275332"/>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203430" y="2303410"/>
            <a:ext cx="2676" cy="280543"/>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7205965" y="2300734"/>
            <a:ext cx="2817" cy="285895"/>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208640" y="2295523"/>
            <a:ext cx="2676" cy="293782"/>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211175" y="2292988"/>
            <a:ext cx="2817" cy="301528"/>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7219062" y="2287636"/>
            <a:ext cx="2817" cy="31209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7221738" y="2285101"/>
            <a:ext cx="2676" cy="317301"/>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224273" y="2282425"/>
            <a:ext cx="2817" cy="322512"/>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226949" y="2279890"/>
            <a:ext cx="2817" cy="327723"/>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229625" y="2282425"/>
            <a:ext cx="2676" cy="322512"/>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232160" y="2285101"/>
            <a:ext cx="5352" cy="317301"/>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7237511" y="2287636"/>
            <a:ext cx="2676" cy="31209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240046" y="2290312"/>
            <a:ext cx="2817" cy="306739"/>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245257" y="2295523"/>
            <a:ext cx="2817" cy="293782"/>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253144" y="2303410"/>
            <a:ext cx="2817" cy="280543"/>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255820" y="2306085"/>
            <a:ext cx="2676" cy="275332"/>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258355" y="2308620"/>
            <a:ext cx="2817" cy="270122"/>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7261031" y="2311296"/>
            <a:ext cx="2817" cy="264911"/>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263706" y="2313972"/>
            <a:ext cx="2676" cy="256883"/>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266241" y="2319183"/>
            <a:ext cx="5352" cy="249137"/>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271452" y="2321718"/>
            <a:ext cx="2817" cy="243926"/>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274128" y="2324394"/>
            <a:ext cx="2817" cy="23871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276804" y="2327070"/>
            <a:ext cx="2676" cy="233364"/>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7279339" y="2329605"/>
            <a:ext cx="2817" cy="228153"/>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284550" y="2337491"/>
            <a:ext cx="5493" cy="212379"/>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289902" y="2340167"/>
            <a:ext cx="2676" cy="207168"/>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292437" y="2342702"/>
            <a:ext cx="2817" cy="201957"/>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295112" y="2345378"/>
            <a:ext cx="2817" cy="196746"/>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297788" y="2347913"/>
            <a:ext cx="2676" cy="191536"/>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7300323" y="2350589"/>
            <a:ext cx="2817" cy="183649"/>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7302999" y="2355800"/>
            <a:ext cx="5352" cy="175762"/>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7308210" y="2358475"/>
            <a:ext cx="2817" cy="170551"/>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7310886" y="2361151"/>
            <a:ext cx="2676" cy="165199"/>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7313421" y="2363686"/>
            <a:ext cx="2817" cy="159989"/>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7316097" y="2366362"/>
            <a:ext cx="2676" cy="154778"/>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318632" y="2368897"/>
            <a:ext cx="2817" cy="147032"/>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7321308" y="2374249"/>
            <a:ext cx="5352" cy="139004"/>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7326518" y="2376784"/>
            <a:ext cx="2817" cy="133793"/>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7329194" y="2379460"/>
            <a:ext cx="2676" cy="128582"/>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7331729" y="2381995"/>
            <a:ext cx="2817" cy="123371"/>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7334405" y="2384671"/>
            <a:ext cx="2817" cy="11802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337081" y="2387346"/>
            <a:ext cx="2676" cy="110133"/>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339616" y="2392557"/>
            <a:ext cx="5493" cy="102387"/>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7344968" y="2395092"/>
            <a:ext cx="2676" cy="97176"/>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7347503" y="2397768"/>
            <a:ext cx="2817" cy="91824"/>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350178" y="2400444"/>
            <a:ext cx="2676" cy="86614"/>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7352713" y="2402979"/>
            <a:ext cx="2817" cy="81403"/>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7355389" y="2405655"/>
            <a:ext cx="2817" cy="73516"/>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358065" y="2410866"/>
            <a:ext cx="5352" cy="65629"/>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363276" y="2413541"/>
            <a:ext cx="2676" cy="60418"/>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7365811" y="2416076"/>
            <a:ext cx="2817" cy="55207"/>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368487" y="2418752"/>
            <a:ext cx="2817" cy="49996"/>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7371163" y="2421428"/>
            <a:ext cx="2676" cy="4464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373698" y="2423963"/>
            <a:ext cx="2817" cy="36899"/>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376374" y="2429174"/>
            <a:ext cx="5352" cy="29012"/>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381584" y="2431850"/>
            <a:ext cx="2817" cy="23801"/>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7384260" y="2434526"/>
            <a:ext cx="2676" cy="18449"/>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386795" y="2437061"/>
            <a:ext cx="2817" cy="13238"/>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2"/>
          <p:cNvGrpSpPr/>
          <p:nvPr/>
        </p:nvGrpSpPr>
        <p:grpSpPr>
          <a:xfrm>
            <a:off x="6928127" y="-153501"/>
            <a:ext cx="2872292" cy="2378232"/>
            <a:chOff x="2210400" y="2558550"/>
            <a:chExt cx="971025" cy="804000"/>
          </a:xfrm>
        </p:grpSpPr>
        <p:sp>
          <p:nvSpPr>
            <p:cNvPr id="102" name="Google Shape;102;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2"/>
          <p:cNvGrpSpPr/>
          <p:nvPr/>
        </p:nvGrpSpPr>
        <p:grpSpPr>
          <a:xfrm>
            <a:off x="6759101" y="683981"/>
            <a:ext cx="849356" cy="703259"/>
            <a:chOff x="2210400" y="2558550"/>
            <a:chExt cx="971025" cy="804000"/>
          </a:xfrm>
        </p:grpSpPr>
        <p:sp>
          <p:nvSpPr>
            <p:cNvPr id="111" name="Google Shape;111;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2"/>
          <p:cNvGrpSpPr/>
          <p:nvPr/>
        </p:nvGrpSpPr>
        <p:grpSpPr>
          <a:xfrm>
            <a:off x="5981081" y="902566"/>
            <a:ext cx="849275" cy="848250"/>
            <a:chOff x="2651171" y="2397773"/>
            <a:chExt cx="2099568" cy="2097033"/>
          </a:xfrm>
        </p:grpSpPr>
        <p:sp>
          <p:nvSpPr>
            <p:cNvPr id="120" name="Google Shape;120;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2"/>
          <p:cNvGrpSpPr/>
          <p:nvPr/>
        </p:nvGrpSpPr>
        <p:grpSpPr>
          <a:xfrm>
            <a:off x="8388278" y="3692803"/>
            <a:ext cx="1067211" cy="1065922"/>
            <a:chOff x="2651171" y="2397773"/>
            <a:chExt cx="2099568" cy="2097033"/>
          </a:xfrm>
        </p:grpSpPr>
        <p:sp>
          <p:nvSpPr>
            <p:cNvPr id="123" name="Google Shape;123;p2"/>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2"/>
          <p:cNvGrpSpPr/>
          <p:nvPr/>
        </p:nvGrpSpPr>
        <p:grpSpPr>
          <a:xfrm>
            <a:off x="5134360" y="1145509"/>
            <a:ext cx="4779359" cy="3901002"/>
            <a:chOff x="2556818" y="232872"/>
            <a:chExt cx="6486643" cy="5294519"/>
          </a:xfrm>
        </p:grpSpPr>
        <p:sp>
          <p:nvSpPr>
            <p:cNvPr id="127" name="Google Shape;127;p2"/>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5449425" y="1593575"/>
            <a:ext cx="29988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8" name="Google Shape;138;p3"/>
          <p:cNvSpPr txBox="1">
            <a:spLocks noGrp="1"/>
          </p:cNvSpPr>
          <p:nvPr>
            <p:ph type="subTitle" idx="1"/>
          </p:nvPr>
        </p:nvSpPr>
        <p:spPr>
          <a:xfrm>
            <a:off x="5449425" y="3203575"/>
            <a:ext cx="2998800" cy="604200"/>
          </a:xfrm>
          <a:prstGeom prst="rect">
            <a:avLst/>
          </a:prstGeom>
          <a:solidFill>
            <a:srgbClr val="00FFFF"/>
          </a:solidFill>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 name="Google Shape;139;p3"/>
          <p:cNvSpPr txBox="1">
            <a:spLocks noGrp="1"/>
          </p:cNvSpPr>
          <p:nvPr>
            <p:ph type="title" idx="2" hasCustomPrompt="1"/>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40" name="Google Shape;140;p3"/>
          <p:cNvGrpSpPr/>
          <p:nvPr/>
        </p:nvGrpSpPr>
        <p:grpSpPr>
          <a:xfrm rot="10800000" flipH="1">
            <a:off x="-1432565" y="-125795"/>
            <a:ext cx="4015313" cy="3884503"/>
            <a:chOff x="5440750" y="1669400"/>
            <a:chExt cx="971525" cy="939875"/>
          </a:xfrm>
        </p:grpSpPr>
        <p:sp>
          <p:nvSpPr>
            <p:cNvPr id="141" name="Google Shape;141;p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3"/>
          <p:cNvGrpSpPr/>
          <p:nvPr/>
        </p:nvGrpSpPr>
        <p:grpSpPr>
          <a:xfrm>
            <a:off x="1147477" y="2947974"/>
            <a:ext cx="2872292" cy="2378232"/>
            <a:chOff x="2210400" y="2558550"/>
            <a:chExt cx="971025" cy="804000"/>
          </a:xfrm>
        </p:grpSpPr>
        <p:sp>
          <p:nvSpPr>
            <p:cNvPr id="261" name="Google Shape;261;p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3"/>
          <p:cNvGrpSpPr/>
          <p:nvPr/>
        </p:nvGrpSpPr>
        <p:grpSpPr>
          <a:xfrm>
            <a:off x="1392756" y="169091"/>
            <a:ext cx="849275" cy="848250"/>
            <a:chOff x="2651171" y="2397773"/>
            <a:chExt cx="2099568" cy="2097033"/>
          </a:xfrm>
        </p:grpSpPr>
        <p:sp>
          <p:nvSpPr>
            <p:cNvPr id="270" name="Google Shape;270;p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12"/>
        <p:cNvGrpSpPr/>
        <p:nvPr/>
      </p:nvGrpSpPr>
      <p:grpSpPr>
        <a:xfrm>
          <a:off x="0" y="0"/>
          <a:ext cx="0" cy="0"/>
          <a:chOff x="0" y="0"/>
          <a:chExt cx="0" cy="0"/>
        </a:xfrm>
      </p:grpSpPr>
      <p:grpSp>
        <p:nvGrpSpPr>
          <p:cNvPr id="913" name="Google Shape;913;p8"/>
          <p:cNvGrpSpPr/>
          <p:nvPr/>
        </p:nvGrpSpPr>
        <p:grpSpPr>
          <a:xfrm>
            <a:off x="1919646" y="234725"/>
            <a:ext cx="1162705" cy="962710"/>
            <a:chOff x="2210400" y="2558550"/>
            <a:chExt cx="971025" cy="804000"/>
          </a:xfrm>
        </p:grpSpPr>
        <p:sp>
          <p:nvSpPr>
            <p:cNvPr id="914" name="Google Shape;91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8"/>
          <p:cNvGrpSpPr/>
          <p:nvPr/>
        </p:nvGrpSpPr>
        <p:grpSpPr>
          <a:xfrm flipH="1">
            <a:off x="-887978" y="2273959"/>
            <a:ext cx="4030417" cy="3337154"/>
            <a:chOff x="3573297" y="232872"/>
            <a:chExt cx="5470164" cy="4529254"/>
          </a:xfrm>
        </p:grpSpPr>
        <p:sp>
          <p:nvSpPr>
            <p:cNvPr id="923" name="Google Shape;923;p8"/>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8"/>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8"/>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8"/>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8"/>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8"/>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8"/>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8"/>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8"/>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8"/>
          <p:cNvGrpSpPr/>
          <p:nvPr/>
        </p:nvGrpSpPr>
        <p:grpSpPr>
          <a:xfrm flipH="1">
            <a:off x="-189140" y="376174"/>
            <a:ext cx="2872292" cy="2378232"/>
            <a:chOff x="2210400" y="2558550"/>
            <a:chExt cx="971025" cy="804000"/>
          </a:xfrm>
        </p:grpSpPr>
        <p:sp>
          <p:nvSpPr>
            <p:cNvPr id="933" name="Google Shape;933;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1" name="Google Shape;941;p8"/>
          <p:cNvSpPr/>
          <p:nvPr/>
        </p:nvSpPr>
        <p:spPr>
          <a:xfrm flipH="1">
            <a:off x="177513" y="34155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
          <p:cNvSpPr/>
          <p:nvPr/>
        </p:nvSpPr>
        <p:spPr>
          <a:xfrm rot="10800000" flipH="1">
            <a:off x="324906" y="690803"/>
            <a:ext cx="623153" cy="62501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3" name="Google Shape;943;p8"/>
          <p:cNvGrpSpPr/>
          <p:nvPr/>
        </p:nvGrpSpPr>
        <p:grpSpPr>
          <a:xfrm flipH="1">
            <a:off x="6825139" y="2754392"/>
            <a:ext cx="3923912" cy="3248964"/>
            <a:chOff x="2210400" y="2558550"/>
            <a:chExt cx="971025" cy="804000"/>
          </a:xfrm>
        </p:grpSpPr>
        <p:sp>
          <p:nvSpPr>
            <p:cNvPr id="944" name="Google Shape;94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8"/>
          <p:cNvSpPr/>
          <p:nvPr/>
        </p:nvSpPr>
        <p:spPr>
          <a:xfrm>
            <a:off x="8018805" y="3233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 name="Google Shape;953;p8"/>
          <p:cNvGrpSpPr/>
          <p:nvPr/>
        </p:nvGrpSpPr>
        <p:grpSpPr>
          <a:xfrm>
            <a:off x="7849512" y="154704"/>
            <a:ext cx="1162531" cy="1161127"/>
            <a:chOff x="2651171" y="2397773"/>
            <a:chExt cx="2099568" cy="2097033"/>
          </a:xfrm>
        </p:grpSpPr>
        <p:sp>
          <p:nvSpPr>
            <p:cNvPr id="954" name="Google Shape;954;p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6" name="Google Shape;956;p8"/>
          <p:cNvSpPr txBox="1">
            <a:spLocks noGrp="1"/>
          </p:cNvSpPr>
          <p:nvPr>
            <p:ph type="title"/>
          </p:nvPr>
        </p:nvSpPr>
        <p:spPr>
          <a:xfrm>
            <a:off x="2867400" y="1429800"/>
            <a:ext cx="5374500" cy="22839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7"/>
        <p:cNvGrpSpPr/>
        <p:nvPr/>
      </p:nvGrpSpPr>
      <p:grpSpPr>
        <a:xfrm>
          <a:off x="0" y="0"/>
          <a:ext cx="0" cy="0"/>
          <a:chOff x="0" y="0"/>
          <a:chExt cx="0" cy="0"/>
        </a:xfrm>
      </p:grpSpPr>
      <p:sp>
        <p:nvSpPr>
          <p:cNvPr id="958" name="Google Shape;958;p9"/>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lvl1pPr lvl="0" rtl="0">
              <a:spcBef>
                <a:spcPts val="0"/>
              </a:spcBef>
              <a:spcAft>
                <a:spcPts val="0"/>
              </a:spcAft>
              <a:buSzPts val="4200"/>
              <a:buNone/>
              <a:defRPr sz="4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9" name="Google Shape;959;p9"/>
          <p:cNvSpPr txBox="1">
            <a:spLocks noGrp="1"/>
          </p:cNvSpPr>
          <p:nvPr>
            <p:ph type="subTitle" idx="1"/>
          </p:nvPr>
        </p:nvSpPr>
        <p:spPr>
          <a:xfrm>
            <a:off x="713225" y="2567813"/>
            <a:ext cx="5106000" cy="14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960" name="Google Shape;960;p9"/>
          <p:cNvGrpSpPr/>
          <p:nvPr/>
        </p:nvGrpSpPr>
        <p:grpSpPr>
          <a:xfrm>
            <a:off x="7407435" y="2879891"/>
            <a:ext cx="849275" cy="848250"/>
            <a:chOff x="8751122" y="1283566"/>
            <a:chExt cx="849275" cy="848250"/>
          </a:xfrm>
        </p:grpSpPr>
        <p:sp>
          <p:nvSpPr>
            <p:cNvPr id="961" name="Google Shape;961;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9"/>
            <p:cNvGrpSpPr/>
            <p:nvPr/>
          </p:nvGrpSpPr>
          <p:grpSpPr>
            <a:xfrm flipH="1">
              <a:off x="8751122" y="1283566"/>
              <a:ext cx="849275" cy="848250"/>
              <a:chOff x="2651171" y="2397773"/>
              <a:chExt cx="2099568" cy="2097033"/>
            </a:xfrm>
          </p:grpSpPr>
          <p:sp>
            <p:nvSpPr>
              <p:cNvPr id="963" name="Google Shape;963;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5" name="Google Shape;965;p9"/>
          <p:cNvGrpSpPr/>
          <p:nvPr/>
        </p:nvGrpSpPr>
        <p:grpSpPr>
          <a:xfrm flipH="1">
            <a:off x="5896360" y="1526509"/>
            <a:ext cx="4030417" cy="3337154"/>
            <a:chOff x="3573297" y="232872"/>
            <a:chExt cx="5470164" cy="4529254"/>
          </a:xfrm>
        </p:grpSpPr>
        <p:sp>
          <p:nvSpPr>
            <p:cNvPr id="966" name="Google Shape;966;p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 name="Google Shape;974;p9"/>
          <p:cNvGrpSpPr/>
          <p:nvPr/>
        </p:nvGrpSpPr>
        <p:grpSpPr>
          <a:xfrm flipH="1">
            <a:off x="6009660" y="227499"/>
            <a:ext cx="2872292" cy="2378232"/>
            <a:chOff x="2210400" y="2558550"/>
            <a:chExt cx="971025" cy="804000"/>
          </a:xfrm>
        </p:grpSpPr>
        <p:sp>
          <p:nvSpPr>
            <p:cNvPr id="975" name="Google Shape;975;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9"/>
          <p:cNvGrpSpPr/>
          <p:nvPr/>
        </p:nvGrpSpPr>
        <p:grpSpPr>
          <a:xfrm flipH="1">
            <a:off x="7973021" y="1064981"/>
            <a:ext cx="849356" cy="703259"/>
            <a:chOff x="2210400" y="2558550"/>
            <a:chExt cx="971025" cy="804000"/>
          </a:xfrm>
        </p:grpSpPr>
        <p:sp>
          <p:nvSpPr>
            <p:cNvPr id="984" name="Google Shape;984;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9"/>
          <p:cNvGrpSpPr/>
          <p:nvPr/>
        </p:nvGrpSpPr>
        <p:grpSpPr>
          <a:xfrm>
            <a:off x="8979722" y="1283566"/>
            <a:ext cx="849275" cy="848250"/>
            <a:chOff x="8751122" y="1283566"/>
            <a:chExt cx="849275" cy="848250"/>
          </a:xfrm>
        </p:grpSpPr>
        <p:sp>
          <p:nvSpPr>
            <p:cNvPr id="993" name="Google Shape;993;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4" name="Google Shape;994;p9"/>
            <p:cNvGrpSpPr/>
            <p:nvPr/>
          </p:nvGrpSpPr>
          <p:grpSpPr>
            <a:xfrm flipH="1">
              <a:off x="8751122" y="1283566"/>
              <a:ext cx="849275" cy="848250"/>
              <a:chOff x="2651171" y="2397773"/>
              <a:chExt cx="2099568" cy="2097033"/>
            </a:xfrm>
          </p:grpSpPr>
          <p:sp>
            <p:nvSpPr>
              <p:cNvPr id="995" name="Google Shape;995;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7" name="Google Shape;997;p9"/>
          <p:cNvSpPr/>
          <p:nvPr/>
        </p:nvSpPr>
        <p:spPr>
          <a:xfrm flipH="1">
            <a:off x="6112238" y="36430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5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55"/>
        <p:cNvGrpSpPr/>
        <p:nvPr/>
      </p:nvGrpSpPr>
      <p:grpSpPr>
        <a:xfrm>
          <a:off x="0" y="0"/>
          <a:ext cx="0" cy="0"/>
          <a:chOff x="0" y="0"/>
          <a:chExt cx="0" cy="0"/>
        </a:xfrm>
      </p:grpSpPr>
      <p:sp>
        <p:nvSpPr>
          <p:cNvPr id="1056" name="Google Shape;1056;p13"/>
          <p:cNvSpPr txBox="1">
            <a:spLocks noGrp="1"/>
          </p:cNvSpPr>
          <p:nvPr>
            <p:ph type="title"/>
          </p:nvPr>
        </p:nvSpPr>
        <p:spPr>
          <a:xfrm>
            <a:off x="1506398"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7" name="Google Shape;1057;p13"/>
          <p:cNvSpPr txBox="1">
            <a:spLocks noGrp="1"/>
          </p:cNvSpPr>
          <p:nvPr>
            <p:ph type="title" idx="2" hasCustomPrompt="1"/>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8" name="Google Shape;1058;p13"/>
          <p:cNvSpPr txBox="1">
            <a:spLocks noGrp="1"/>
          </p:cNvSpPr>
          <p:nvPr>
            <p:ph type="subTitle" idx="1"/>
          </p:nvPr>
        </p:nvSpPr>
        <p:spPr>
          <a:xfrm>
            <a:off x="1506390"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9" name="Google Shape;1059;p13"/>
          <p:cNvSpPr txBox="1">
            <a:spLocks noGrp="1"/>
          </p:cNvSpPr>
          <p:nvPr>
            <p:ph type="title" idx="3"/>
          </p:nvPr>
        </p:nvSpPr>
        <p:spPr>
          <a:xfrm>
            <a:off x="1506523"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0" name="Google Shape;1060;p13"/>
          <p:cNvSpPr txBox="1">
            <a:spLocks noGrp="1"/>
          </p:cNvSpPr>
          <p:nvPr>
            <p:ph type="title" idx="4" hasCustomPrompt="1"/>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1" name="Google Shape;1061;p13"/>
          <p:cNvSpPr txBox="1">
            <a:spLocks noGrp="1"/>
          </p:cNvSpPr>
          <p:nvPr>
            <p:ph type="subTitle" idx="5"/>
          </p:nvPr>
        </p:nvSpPr>
        <p:spPr>
          <a:xfrm>
            <a:off x="1506514"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2" name="Google Shape;1062;p13"/>
          <p:cNvSpPr txBox="1">
            <a:spLocks noGrp="1"/>
          </p:cNvSpPr>
          <p:nvPr>
            <p:ph type="title" idx="6"/>
          </p:nvPr>
        </p:nvSpPr>
        <p:spPr>
          <a:xfrm>
            <a:off x="5045226"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3" name="Google Shape;1063;p13"/>
          <p:cNvSpPr txBox="1">
            <a:spLocks noGrp="1"/>
          </p:cNvSpPr>
          <p:nvPr>
            <p:ph type="title" idx="7" hasCustomPrompt="1"/>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4" name="Google Shape;1064;p13"/>
          <p:cNvSpPr txBox="1">
            <a:spLocks noGrp="1"/>
          </p:cNvSpPr>
          <p:nvPr>
            <p:ph type="subTitle" idx="8"/>
          </p:nvPr>
        </p:nvSpPr>
        <p:spPr>
          <a:xfrm>
            <a:off x="5045218"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5" name="Google Shape;1065;p13"/>
          <p:cNvSpPr txBox="1">
            <a:spLocks noGrp="1"/>
          </p:cNvSpPr>
          <p:nvPr>
            <p:ph type="title" idx="9" hasCustomPrompt="1"/>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1066" name="Google Shape;1066;p13"/>
          <p:cNvGrpSpPr/>
          <p:nvPr/>
        </p:nvGrpSpPr>
        <p:grpSpPr>
          <a:xfrm>
            <a:off x="-3302090" y="-450720"/>
            <a:ext cx="4015313" cy="3884503"/>
            <a:chOff x="5440750" y="1669400"/>
            <a:chExt cx="971525" cy="939875"/>
          </a:xfrm>
        </p:grpSpPr>
        <p:sp>
          <p:nvSpPr>
            <p:cNvPr id="1067" name="Google Shape;1067;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6" name="Google Shape;1186;p13"/>
          <p:cNvSpPr/>
          <p:nvPr/>
        </p:nvSpPr>
        <p:spPr>
          <a:xfrm>
            <a:off x="7013780" y="2081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7" name="Google Shape;1187;p13"/>
          <p:cNvGrpSpPr/>
          <p:nvPr/>
        </p:nvGrpSpPr>
        <p:grpSpPr>
          <a:xfrm>
            <a:off x="7000981" y="195816"/>
            <a:ext cx="849275" cy="848250"/>
            <a:chOff x="2651171" y="2397773"/>
            <a:chExt cx="2099568" cy="2097033"/>
          </a:xfrm>
        </p:grpSpPr>
        <p:sp>
          <p:nvSpPr>
            <p:cNvPr id="1188" name="Google Shape;1188;p1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13"/>
          <p:cNvGrpSpPr/>
          <p:nvPr/>
        </p:nvGrpSpPr>
        <p:grpSpPr>
          <a:xfrm>
            <a:off x="7263610" y="-297378"/>
            <a:ext cx="2216073" cy="1834889"/>
            <a:chOff x="2210400" y="2558550"/>
            <a:chExt cx="971025" cy="804000"/>
          </a:xfrm>
        </p:grpSpPr>
        <p:sp>
          <p:nvSpPr>
            <p:cNvPr id="1191" name="Google Shape;1191;p1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9" name="Google Shape;1199;p13"/>
          <p:cNvGrpSpPr/>
          <p:nvPr/>
        </p:nvGrpSpPr>
        <p:grpSpPr>
          <a:xfrm>
            <a:off x="5978160" y="2286430"/>
            <a:ext cx="4015313" cy="3884503"/>
            <a:chOff x="5440750" y="1669400"/>
            <a:chExt cx="971525" cy="939875"/>
          </a:xfrm>
        </p:grpSpPr>
        <p:sp>
          <p:nvSpPr>
            <p:cNvPr id="1200" name="Google Shape;1200;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9" name="Google Shape;1319;p13"/>
          <p:cNvSpPr txBox="1">
            <a:spLocks noGrp="1"/>
          </p:cNvSpPr>
          <p:nvPr>
            <p:ph type="title" idx="13"/>
          </p:nvPr>
        </p:nvSpPr>
        <p:spPr>
          <a:xfrm>
            <a:off x="5045351"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20" name="Google Shape;1320;p13"/>
          <p:cNvSpPr txBox="1">
            <a:spLocks noGrp="1"/>
          </p:cNvSpPr>
          <p:nvPr>
            <p:ph type="subTitle" idx="14"/>
          </p:nvPr>
        </p:nvSpPr>
        <p:spPr>
          <a:xfrm>
            <a:off x="5045342"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21" name="Google Shape;1321;p13"/>
          <p:cNvSpPr txBox="1">
            <a:spLocks noGrp="1"/>
          </p:cNvSpPr>
          <p:nvPr>
            <p:ph type="title" idx="15"/>
          </p:nvPr>
        </p:nvSpPr>
        <p:spPr>
          <a:xfrm>
            <a:off x="713225" y="539500"/>
            <a:ext cx="76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22"/>
        <p:cNvGrpSpPr/>
        <p:nvPr/>
      </p:nvGrpSpPr>
      <p:grpSpPr>
        <a:xfrm>
          <a:off x="0" y="0"/>
          <a:ext cx="0" cy="0"/>
          <a:chOff x="0" y="0"/>
          <a:chExt cx="0" cy="0"/>
        </a:xfrm>
      </p:grpSpPr>
      <p:sp>
        <p:nvSpPr>
          <p:cNvPr id="1323" name="Google Shape;1323;p14"/>
          <p:cNvSpPr txBox="1">
            <a:spLocks noGrp="1"/>
          </p:cNvSpPr>
          <p:nvPr>
            <p:ph type="title"/>
          </p:nvPr>
        </p:nvSpPr>
        <p:spPr>
          <a:xfrm>
            <a:off x="1405500" y="2252400"/>
            <a:ext cx="4199400" cy="140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24" name="Google Shape;1324;p14"/>
          <p:cNvSpPr txBox="1">
            <a:spLocks noGrp="1"/>
          </p:cNvSpPr>
          <p:nvPr>
            <p:ph type="subTitle" idx="1"/>
          </p:nvPr>
        </p:nvSpPr>
        <p:spPr>
          <a:xfrm>
            <a:off x="1405500" y="3833475"/>
            <a:ext cx="41994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25" name="Google Shape;1325;p14"/>
          <p:cNvSpPr txBox="1">
            <a:spLocks noGrp="1"/>
          </p:cNvSpPr>
          <p:nvPr>
            <p:ph type="title" idx="2" hasCustomPrompt="1"/>
          </p:nvPr>
        </p:nvSpPr>
        <p:spPr>
          <a:xfrm>
            <a:off x="2424450"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26" name="Google Shape;1326;p14"/>
          <p:cNvGrpSpPr/>
          <p:nvPr/>
        </p:nvGrpSpPr>
        <p:grpSpPr>
          <a:xfrm flipH="1">
            <a:off x="-1381090" y="645564"/>
            <a:ext cx="2872823" cy="2439739"/>
            <a:chOff x="4665875" y="2808650"/>
            <a:chExt cx="993850" cy="844025"/>
          </a:xfrm>
        </p:grpSpPr>
        <p:sp>
          <p:nvSpPr>
            <p:cNvPr id="1327" name="Google Shape;1327;p14"/>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4"/>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4"/>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4"/>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4"/>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4"/>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4"/>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14"/>
          <p:cNvGrpSpPr/>
          <p:nvPr/>
        </p:nvGrpSpPr>
        <p:grpSpPr>
          <a:xfrm flipH="1">
            <a:off x="5439160" y="1145509"/>
            <a:ext cx="4030417" cy="3901002"/>
            <a:chOff x="3573297" y="232872"/>
            <a:chExt cx="5470164" cy="5294519"/>
          </a:xfrm>
        </p:grpSpPr>
        <p:sp>
          <p:nvSpPr>
            <p:cNvPr id="1335" name="Google Shape;1335;p14"/>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4"/>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4"/>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4"/>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4"/>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4"/>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4"/>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4"/>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4"/>
            <p:cNvSpPr/>
            <p:nvPr/>
          </p:nvSpPr>
          <p:spPr>
            <a:xfrm>
              <a:off x="3694440"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14"/>
          <p:cNvGrpSpPr/>
          <p:nvPr/>
        </p:nvGrpSpPr>
        <p:grpSpPr>
          <a:xfrm flipH="1">
            <a:off x="7561735" y="-249776"/>
            <a:ext cx="2872292" cy="2378232"/>
            <a:chOff x="2210400" y="2558550"/>
            <a:chExt cx="971025" cy="804000"/>
          </a:xfrm>
        </p:grpSpPr>
        <p:sp>
          <p:nvSpPr>
            <p:cNvPr id="1345" name="Google Shape;1345;p1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3" name="Google Shape;1353;p14"/>
          <p:cNvSpPr/>
          <p:nvPr/>
        </p:nvSpPr>
        <p:spPr>
          <a:xfrm>
            <a:off x="8275080" y="64557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4"/>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1355"/>
        <p:cNvGrpSpPr/>
        <p:nvPr/>
      </p:nvGrpSpPr>
      <p:grpSpPr>
        <a:xfrm>
          <a:off x="0" y="0"/>
          <a:ext cx="0" cy="0"/>
          <a:chOff x="0" y="0"/>
          <a:chExt cx="0" cy="0"/>
        </a:xfrm>
      </p:grpSpPr>
      <p:sp>
        <p:nvSpPr>
          <p:cNvPr id="1356" name="Google Shape;1356;p15"/>
          <p:cNvSpPr txBox="1">
            <a:spLocks noGrp="1"/>
          </p:cNvSpPr>
          <p:nvPr>
            <p:ph type="title"/>
          </p:nvPr>
        </p:nvSpPr>
        <p:spPr>
          <a:xfrm>
            <a:off x="3939475" y="2252400"/>
            <a:ext cx="3729300" cy="140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57" name="Google Shape;1357;p15"/>
          <p:cNvSpPr txBox="1">
            <a:spLocks noGrp="1"/>
          </p:cNvSpPr>
          <p:nvPr>
            <p:ph type="subTitle" idx="1"/>
          </p:nvPr>
        </p:nvSpPr>
        <p:spPr>
          <a:xfrm>
            <a:off x="3939475" y="3837050"/>
            <a:ext cx="37293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58" name="Google Shape;1358;p15"/>
          <p:cNvSpPr txBox="1">
            <a:spLocks noGrp="1"/>
          </p:cNvSpPr>
          <p:nvPr>
            <p:ph type="title" idx="2" hasCustomPrompt="1"/>
          </p:nvPr>
        </p:nvSpPr>
        <p:spPr>
          <a:xfrm>
            <a:off x="5507275"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59" name="Google Shape;1359;p15"/>
          <p:cNvGrpSpPr/>
          <p:nvPr/>
        </p:nvGrpSpPr>
        <p:grpSpPr>
          <a:xfrm flipH="1">
            <a:off x="-428240" y="535909"/>
            <a:ext cx="4030417" cy="3337154"/>
            <a:chOff x="3573297" y="232872"/>
            <a:chExt cx="5470164" cy="4529254"/>
          </a:xfrm>
        </p:grpSpPr>
        <p:sp>
          <p:nvSpPr>
            <p:cNvPr id="1360" name="Google Shape;1360;p1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15"/>
          <p:cNvGrpSpPr/>
          <p:nvPr/>
        </p:nvGrpSpPr>
        <p:grpSpPr>
          <a:xfrm flipH="1">
            <a:off x="-314940" y="-763101"/>
            <a:ext cx="2872292" cy="2378232"/>
            <a:chOff x="2210400" y="2558550"/>
            <a:chExt cx="971025" cy="804000"/>
          </a:xfrm>
        </p:grpSpPr>
        <p:sp>
          <p:nvSpPr>
            <p:cNvPr id="1369" name="Google Shape;1369;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7" name="Google Shape;1377;p15"/>
          <p:cNvGrpSpPr/>
          <p:nvPr/>
        </p:nvGrpSpPr>
        <p:grpSpPr>
          <a:xfrm flipH="1">
            <a:off x="1648421" y="74381"/>
            <a:ext cx="849356" cy="703259"/>
            <a:chOff x="2210400" y="2558550"/>
            <a:chExt cx="971025" cy="804000"/>
          </a:xfrm>
        </p:grpSpPr>
        <p:sp>
          <p:nvSpPr>
            <p:cNvPr id="1378" name="Google Shape;1378;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15"/>
          <p:cNvGrpSpPr/>
          <p:nvPr/>
        </p:nvGrpSpPr>
        <p:grpSpPr>
          <a:xfrm>
            <a:off x="2655122" y="292966"/>
            <a:ext cx="849275" cy="848250"/>
            <a:chOff x="8751122" y="1283566"/>
            <a:chExt cx="849275" cy="848250"/>
          </a:xfrm>
        </p:grpSpPr>
        <p:sp>
          <p:nvSpPr>
            <p:cNvPr id="1387" name="Google Shape;1387;p15"/>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8" name="Google Shape;1388;p15"/>
            <p:cNvGrpSpPr/>
            <p:nvPr/>
          </p:nvGrpSpPr>
          <p:grpSpPr>
            <a:xfrm flipH="1">
              <a:off x="8751122" y="1283566"/>
              <a:ext cx="849275" cy="848250"/>
              <a:chOff x="2651171" y="2397773"/>
              <a:chExt cx="2099568" cy="2097033"/>
            </a:xfrm>
          </p:grpSpPr>
          <p:sp>
            <p:nvSpPr>
              <p:cNvPr id="1389" name="Google Shape;1389;p1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1" name="Google Shape;1391;p15"/>
          <p:cNvSpPr/>
          <p:nvPr/>
        </p:nvSpPr>
        <p:spPr>
          <a:xfrm flipH="1">
            <a:off x="-212362" y="26524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1392"/>
        <p:cNvGrpSpPr/>
        <p:nvPr/>
      </p:nvGrpSpPr>
      <p:grpSpPr>
        <a:xfrm>
          <a:off x="0" y="0"/>
          <a:ext cx="0" cy="0"/>
          <a:chOff x="0" y="0"/>
          <a:chExt cx="0" cy="0"/>
        </a:xfrm>
      </p:grpSpPr>
      <p:sp>
        <p:nvSpPr>
          <p:cNvPr id="1393" name="Google Shape;1393;p16"/>
          <p:cNvSpPr txBox="1">
            <a:spLocks noGrp="1"/>
          </p:cNvSpPr>
          <p:nvPr>
            <p:ph type="title"/>
          </p:nvPr>
        </p:nvSpPr>
        <p:spPr>
          <a:xfrm>
            <a:off x="751625" y="2252400"/>
            <a:ext cx="38205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94" name="Google Shape;1394;p16"/>
          <p:cNvSpPr txBox="1">
            <a:spLocks noGrp="1"/>
          </p:cNvSpPr>
          <p:nvPr>
            <p:ph type="subTitle" idx="1"/>
          </p:nvPr>
        </p:nvSpPr>
        <p:spPr>
          <a:xfrm>
            <a:off x="751500" y="3833475"/>
            <a:ext cx="38205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5" name="Google Shape;1395;p16"/>
          <p:cNvSpPr txBox="1">
            <a:spLocks noGrp="1"/>
          </p:cNvSpPr>
          <p:nvPr>
            <p:ph type="title" idx="2" hasCustomPrompt="1"/>
          </p:nvPr>
        </p:nvSpPr>
        <p:spPr>
          <a:xfrm>
            <a:off x="751500" y="694300"/>
            <a:ext cx="22416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96" name="Google Shape;1396;p16"/>
          <p:cNvSpPr/>
          <p:nvPr/>
        </p:nvSpPr>
        <p:spPr>
          <a:xfrm flipH="1">
            <a:off x="6752571" y="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7" name="Google Shape;1397;p16"/>
          <p:cNvGrpSpPr/>
          <p:nvPr/>
        </p:nvGrpSpPr>
        <p:grpSpPr>
          <a:xfrm>
            <a:off x="4444765" y="-242770"/>
            <a:ext cx="4084025" cy="3381541"/>
            <a:chOff x="3573297" y="232872"/>
            <a:chExt cx="5470164" cy="4529254"/>
          </a:xfrm>
        </p:grpSpPr>
        <p:sp>
          <p:nvSpPr>
            <p:cNvPr id="1398" name="Google Shape;1398;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16"/>
          <p:cNvGrpSpPr/>
          <p:nvPr/>
        </p:nvGrpSpPr>
        <p:grpSpPr>
          <a:xfrm>
            <a:off x="5528242" y="2181046"/>
            <a:ext cx="2514088" cy="2081645"/>
            <a:chOff x="3573297" y="232872"/>
            <a:chExt cx="5470164" cy="4529254"/>
          </a:xfrm>
        </p:grpSpPr>
        <p:sp>
          <p:nvSpPr>
            <p:cNvPr id="1407" name="Google Shape;1407;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6"/>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6"/>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6"/>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6"/>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6"/>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6"/>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6"/>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9" name="Google Shape;1429;p16"/>
          <p:cNvSpPr/>
          <p:nvPr/>
        </p:nvSpPr>
        <p:spPr>
          <a:xfrm>
            <a:off x="6384719" y="4370171"/>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0" name="Google Shape;1430;p16"/>
          <p:cNvGrpSpPr/>
          <p:nvPr/>
        </p:nvGrpSpPr>
        <p:grpSpPr>
          <a:xfrm flipH="1">
            <a:off x="8354007" y="1672491"/>
            <a:ext cx="1066559" cy="1066631"/>
            <a:chOff x="4915725" y="3008700"/>
            <a:chExt cx="368975" cy="369000"/>
          </a:xfrm>
        </p:grpSpPr>
        <p:sp>
          <p:nvSpPr>
            <p:cNvPr id="1431" name="Google Shape;1431;p16"/>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6"/>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433"/>
        <p:cNvGrpSpPr/>
        <p:nvPr/>
      </p:nvGrpSpPr>
      <p:grpSpPr>
        <a:xfrm>
          <a:off x="0" y="0"/>
          <a:ext cx="0" cy="0"/>
          <a:chOff x="0" y="0"/>
          <a:chExt cx="0" cy="0"/>
        </a:xfrm>
      </p:grpSpPr>
      <p:sp>
        <p:nvSpPr>
          <p:cNvPr id="1434" name="Google Shape;1434;p17"/>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5" name="Google Shape;1435;p17"/>
          <p:cNvGrpSpPr/>
          <p:nvPr/>
        </p:nvGrpSpPr>
        <p:grpSpPr>
          <a:xfrm>
            <a:off x="5868426" y="-153461"/>
            <a:ext cx="3931972" cy="3255637"/>
            <a:chOff x="2210400" y="2558550"/>
            <a:chExt cx="971025" cy="804000"/>
          </a:xfrm>
        </p:grpSpPr>
        <p:sp>
          <p:nvSpPr>
            <p:cNvPr id="1436" name="Google Shape;1436;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17"/>
          <p:cNvGrpSpPr/>
          <p:nvPr/>
        </p:nvGrpSpPr>
        <p:grpSpPr>
          <a:xfrm>
            <a:off x="5637046" y="992950"/>
            <a:ext cx="1162705" cy="962710"/>
            <a:chOff x="2210400" y="2558550"/>
            <a:chExt cx="971025" cy="804000"/>
          </a:xfrm>
        </p:grpSpPr>
        <p:sp>
          <p:nvSpPr>
            <p:cNvPr id="1445" name="Google Shape;1445;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3" name="Google Shape;1453;p17"/>
          <p:cNvGrpSpPr/>
          <p:nvPr/>
        </p:nvGrpSpPr>
        <p:grpSpPr>
          <a:xfrm>
            <a:off x="7253149" y="3334154"/>
            <a:ext cx="1162531" cy="1161127"/>
            <a:chOff x="2651171" y="2397773"/>
            <a:chExt cx="2099568" cy="2097033"/>
          </a:xfrm>
        </p:grpSpPr>
        <p:sp>
          <p:nvSpPr>
            <p:cNvPr id="1454" name="Google Shape;1454;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17"/>
          <p:cNvGrpSpPr/>
          <p:nvPr/>
        </p:nvGrpSpPr>
        <p:grpSpPr>
          <a:xfrm>
            <a:off x="-1552190" y="1537709"/>
            <a:ext cx="4779359" cy="3901002"/>
            <a:chOff x="2556818" y="232872"/>
            <a:chExt cx="6486643" cy="5294519"/>
          </a:xfrm>
        </p:grpSpPr>
        <p:sp>
          <p:nvSpPr>
            <p:cNvPr id="1457" name="Google Shape;1457;p17"/>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7"/>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7"/>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7"/>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7"/>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7"/>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7"/>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7"/>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7"/>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6" name="Google Shape;1466;p17"/>
          <p:cNvGrpSpPr/>
          <p:nvPr/>
        </p:nvGrpSpPr>
        <p:grpSpPr>
          <a:xfrm>
            <a:off x="1701728" y="4085003"/>
            <a:ext cx="1067211" cy="1065922"/>
            <a:chOff x="2651171" y="2397773"/>
            <a:chExt cx="2099568" cy="2097033"/>
          </a:xfrm>
        </p:grpSpPr>
        <p:sp>
          <p:nvSpPr>
            <p:cNvPr id="1467" name="Google Shape;1467;p17"/>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0" name="Google Shape;1470;p17"/>
          <p:cNvSpPr txBox="1">
            <a:spLocks noGrp="1"/>
          </p:cNvSpPr>
          <p:nvPr>
            <p:ph type="title"/>
          </p:nvPr>
        </p:nvSpPr>
        <p:spPr>
          <a:xfrm>
            <a:off x="2074375" y="2993651"/>
            <a:ext cx="46581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71" name="Google Shape;1471;p17"/>
          <p:cNvSpPr txBox="1">
            <a:spLocks noGrp="1"/>
          </p:cNvSpPr>
          <p:nvPr>
            <p:ph type="subTitle" idx="1"/>
          </p:nvPr>
        </p:nvSpPr>
        <p:spPr>
          <a:xfrm>
            <a:off x="2074375" y="1438075"/>
            <a:ext cx="5385000" cy="144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4">
  <p:cSld name="CUSTOM">
    <p:spTree>
      <p:nvGrpSpPr>
        <p:cNvPr id="1" name="Shape 1501"/>
        <p:cNvGrpSpPr/>
        <p:nvPr/>
      </p:nvGrpSpPr>
      <p:grpSpPr>
        <a:xfrm>
          <a:off x="0" y="0"/>
          <a:ext cx="0" cy="0"/>
          <a:chOff x="0" y="0"/>
          <a:chExt cx="0" cy="0"/>
        </a:xfrm>
      </p:grpSpPr>
      <p:sp>
        <p:nvSpPr>
          <p:cNvPr id="1502" name="Google Shape;1502;p19"/>
          <p:cNvSpPr txBox="1">
            <a:spLocks noGrp="1"/>
          </p:cNvSpPr>
          <p:nvPr>
            <p:ph type="subTitle" idx="1"/>
          </p:nvPr>
        </p:nvSpPr>
        <p:spPr>
          <a:xfrm>
            <a:off x="1182225" y="2028650"/>
            <a:ext cx="2936100" cy="87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3" name="Google Shape;1503;p19"/>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504" name="Google Shape;1504;p19"/>
          <p:cNvGrpSpPr/>
          <p:nvPr/>
        </p:nvGrpSpPr>
        <p:grpSpPr>
          <a:xfrm>
            <a:off x="1393230" y="3917121"/>
            <a:ext cx="2514088" cy="2081645"/>
            <a:chOff x="3573297" y="232872"/>
            <a:chExt cx="5470164" cy="4529254"/>
          </a:xfrm>
        </p:grpSpPr>
        <p:sp>
          <p:nvSpPr>
            <p:cNvPr id="1505" name="Google Shape;1505;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3" name="Google Shape;1513;p19"/>
          <p:cNvGrpSpPr/>
          <p:nvPr/>
        </p:nvGrpSpPr>
        <p:grpSpPr>
          <a:xfrm flipH="1">
            <a:off x="-811341" y="3366012"/>
            <a:ext cx="3673270" cy="3119516"/>
            <a:chOff x="4665875" y="2808650"/>
            <a:chExt cx="993850" cy="844025"/>
          </a:xfrm>
        </p:grpSpPr>
        <p:sp>
          <p:nvSpPr>
            <p:cNvPr id="1514" name="Google Shape;1514;p1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9"/>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9"/>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1" name="Google Shape;1521;p19"/>
          <p:cNvGrpSpPr/>
          <p:nvPr/>
        </p:nvGrpSpPr>
        <p:grpSpPr>
          <a:xfrm>
            <a:off x="7450142" y="1970021"/>
            <a:ext cx="2514088" cy="2081645"/>
            <a:chOff x="3573297" y="232872"/>
            <a:chExt cx="5470164" cy="4529254"/>
          </a:xfrm>
        </p:grpSpPr>
        <p:sp>
          <p:nvSpPr>
            <p:cNvPr id="1522" name="Google Shape;1522;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0" name="Google Shape;1530;p19"/>
          <p:cNvGrpSpPr/>
          <p:nvPr/>
        </p:nvGrpSpPr>
        <p:grpSpPr>
          <a:xfrm>
            <a:off x="6428065" y="-352295"/>
            <a:ext cx="4084025" cy="3381541"/>
            <a:chOff x="3573297" y="232872"/>
            <a:chExt cx="5470164" cy="4529254"/>
          </a:xfrm>
        </p:grpSpPr>
        <p:sp>
          <p:nvSpPr>
            <p:cNvPr id="1531" name="Google Shape;1531;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9" name="Google Shape;1539;p19"/>
          <p:cNvGrpSpPr/>
          <p:nvPr/>
        </p:nvGrpSpPr>
        <p:grpSpPr>
          <a:xfrm>
            <a:off x="7404074" y="757904"/>
            <a:ext cx="1162531" cy="1161127"/>
            <a:chOff x="7253149" y="3334154"/>
            <a:chExt cx="1162531" cy="1161127"/>
          </a:xfrm>
        </p:grpSpPr>
        <p:sp>
          <p:nvSpPr>
            <p:cNvPr id="1540" name="Google Shape;1540;p19"/>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1" name="Google Shape;1541;p19"/>
            <p:cNvGrpSpPr/>
            <p:nvPr/>
          </p:nvGrpSpPr>
          <p:grpSpPr>
            <a:xfrm>
              <a:off x="7253149" y="3334154"/>
              <a:ext cx="1162531" cy="1161127"/>
              <a:chOff x="2651171" y="2397773"/>
              <a:chExt cx="2099568" cy="2097033"/>
            </a:xfrm>
          </p:grpSpPr>
          <p:sp>
            <p:nvSpPr>
              <p:cNvPr id="1542" name="Google Shape;1542;p1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44" name="Google Shape;1544;p19"/>
          <p:cNvSpPr>
            <a:spLocks noGrp="1"/>
          </p:cNvSpPr>
          <p:nvPr>
            <p:ph type="pic" idx="2"/>
          </p:nvPr>
        </p:nvSpPr>
        <p:spPr>
          <a:xfrm>
            <a:off x="5143500" y="2028650"/>
            <a:ext cx="2739600" cy="1629900"/>
          </a:xfrm>
          <a:prstGeom prst="rect">
            <a:avLst/>
          </a:prstGeom>
          <a:noFill/>
          <a:ln w="9525" cap="flat" cmpd="sng">
            <a:solidFill>
              <a:schemeClr val="dk1"/>
            </a:solidFill>
            <a:prstDash val="solid"/>
            <a:round/>
            <a:headEnd type="none" w="sm" len="sm"/>
            <a:tailEnd type="none" w="sm" len="sm"/>
          </a:ln>
        </p:spPr>
        <p:txBody>
          <a:bodyPr/>
          <a:lstStyle/>
          <a:p>
            <a:endParaRPr lang="en-FI"/>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1789"/>
        <p:cNvGrpSpPr/>
        <p:nvPr/>
      </p:nvGrpSpPr>
      <p:grpSpPr>
        <a:xfrm>
          <a:off x="0" y="0"/>
          <a:ext cx="0" cy="0"/>
          <a:chOff x="0" y="0"/>
          <a:chExt cx="0" cy="0"/>
        </a:xfrm>
      </p:grpSpPr>
      <p:sp>
        <p:nvSpPr>
          <p:cNvPr id="1790" name="Google Shape;1790;p25"/>
          <p:cNvSpPr txBox="1">
            <a:spLocks noGrp="1"/>
          </p:cNvSpPr>
          <p:nvPr>
            <p:ph type="title"/>
          </p:nvPr>
        </p:nvSpPr>
        <p:spPr>
          <a:xfrm>
            <a:off x="713225" y="1018600"/>
            <a:ext cx="45699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791" name="Google Shape;1791;p25"/>
          <p:cNvSpPr txBox="1">
            <a:spLocks noGrp="1"/>
          </p:cNvSpPr>
          <p:nvPr>
            <p:ph type="body" idx="1"/>
          </p:nvPr>
        </p:nvSpPr>
        <p:spPr>
          <a:xfrm>
            <a:off x="713225" y="1672700"/>
            <a:ext cx="4569900" cy="26706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400"/>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1792" name="Google Shape;1792;p25"/>
          <p:cNvGrpSpPr/>
          <p:nvPr/>
        </p:nvGrpSpPr>
        <p:grpSpPr>
          <a:xfrm>
            <a:off x="3375010" y="4156462"/>
            <a:ext cx="2872292" cy="2378232"/>
            <a:chOff x="2210400" y="2558550"/>
            <a:chExt cx="971025" cy="804000"/>
          </a:xfrm>
        </p:grpSpPr>
        <p:sp>
          <p:nvSpPr>
            <p:cNvPr id="1793" name="Google Shape;1793;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1" name="Google Shape;1801;p25"/>
          <p:cNvGrpSpPr/>
          <p:nvPr/>
        </p:nvGrpSpPr>
        <p:grpSpPr>
          <a:xfrm>
            <a:off x="5436129" y="2765943"/>
            <a:ext cx="3039902" cy="2515875"/>
            <a:chOff x="5440750" y="1669400"/>
            <a:chExt cx="971525" cy="804025"/>
          </a:xfrm>
        </p:grpSpPr>
        <p:sp>
          <p:nvSpPr>
            <p:cNvPr id="1802" name="Google Shape;1802;p2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2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2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0" name="Google Shape;1920;p25"/>
          <p:cNvGrpSpPr/>
          <p:nvPr/>
        </p:nvGrpSpPr>
        <p:grpSpPr>
          <a:xfrm rot="10800000">
            <a:off x="6885085" y="981458"/>
            <a:ext cx="2872292" cy="2378232"/>
            <a:chOff x="2210400" y="2558550"/>
            <a:chExt cx="971025" cy="804000"/>
          </a:xfrm>
        </p:grpSpPr>
        <p:sp>
          <p:nvSpPr>
            <p:cNvPr id="1921" name="Google Shape;1921;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25"/>
          <p:cNvGrpSpPr/>
          <p:nvPr/>
        </p:nvGrpSpPr>
        <p:grpSpPr>
          <a:xfrm rot="10800000" flipH="1">
            <a:off x="7119499" y="-16579"/>
            <a:ext cx="1162531" cy="1161127"/>
            <a:chOff x="2651171" y="2397773"/>
            <a:chExt cx="2099568" cy="2097033"/>
          </a:xfrm>
        </p:grpSpPr>
        <p:sp>
          <p:nvSpPr>
            <p:cNvPr id="1930" name="Google Shape;1930;p2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2" name="Google Shape;1932;p25"/>
          <p:cNvSpPr/>
          <p:nvPr/>
        </p:nvSpPr>
        <p:spPr>
          <a:xfrm rot="10800000">
            <a:off x="6247296" y="2814225"/>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5"/>
          <p:cNvSpPr/>
          <p:nvPr/>
        </p:nvSpPr>
        <p:spPr>
          <a:xfrm>
            <a:off x="6247300" y="254259"/>
            <a:ext cx="968191" cy="968222"/>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2">
  <p:cSld name="BLANK_1_1_1_1_1_2_1">
    <p:spTree>
      <p:nvGrpSpPr>
        <p:cNvPr id="1" name="Shape 2017"/>
        <p:cNvGrpSpPr/>
        <p:nvPr/>
      </p:nvGrpSpPr>
      <p:grpSpPr>
        <a:xfrm>
          <a:off x="0" y="0"/>
          <a:ext cx="0" cy="0"/>
          <a:chOff x="0" y="0"/>
          <a:chExt cx="0" cy="0"/>
        </a:xfrm>
      </p:grpSpPr>
      <p:sp>
        <p:nvSpPr>
          <p:cNvPr id="2018" name="Google Shape;2018;p28"/>
          <p:cNvSpPr txBox="1">
            <a:spLocks noGrp="1"/>
          </p:cNvSpPr>
          <p:nvPr>
            <p:ph type="title"/>
          </p:nvPr>
        </p:nvSpPr>
        <p:spPr>
          <a:xfrm>
            <a:off x="831125"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19" name="Google Shape;2019;p28"/>
          <p:cNvSpPr txBox="1">
            <a:spLocks noGrp="1"/>
          </p:cNvSpPr>
          <p:nvPr>
            <p:ph type="subTitle" idx="1"/>
          </p:nvPr>
        </p:nvSpPr>
        <p:spPr>
          <a:xfrm>
            <a:off x="831125"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0" name="Google Shape;2020;p28"/>
          <p:cNvSpPr txBox="1">
            <a:spLocks noGrp="1"/>
          </p:cNvSpPr>
          <p:nvPr>
            <p:ph type="title" idx="2"/>
          </p:nvPr>
        </p:nvSpPr>
        <p:spPr>
          <a:xfrm>
            <a:off x="3419269"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1" name="Google Shape;2021;p28"/>
          <p:cNvSpPr txBox="1">
            <a:spLocks noGrp="1"/>
          </p:cNvSpPr>
          <p:nvPr>
            <p:ph type="subTitle" idx="3"/>
          </p:nvPr>
        </p:nvSpPr>
        <p:spPr>
          <a:xfrm>
            <a:off x="3419269"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2" name="Google Shape;2022;p28"/>
          <p:cNvSpPr txBox="1">
            <a:spLocks noGrp="1"/>
          </p:cNvSpPr>
          <p:nvPr>
            <p:ph type="title" idx="4"/>
          </p:nvPr>
        </p:nvSpPr>
        <p:spPr>
          <a:xfrm>
            <a:off x="3419269"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3" name="Google Shape;2023;p28"/>
          <p:cNvSpPr txBox="1">
            <a:spLocks noGrp="1"/>
          </p:cNvSpPr>
          <p:nvPr>
            <p:ph type="subTitle" idx="5"/>
          </p:nvPr>
        </p:nvSpPr>
        <p:spPr>
          <a:xfrm>
            <a:off x="3419269"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4" name="Google Shape;2024;p28"/>
          <p:cNvSpPr txBox="1">
            <a:spLocks noGrp="1"/>
          </p:cNvSpPr>
          <p:nvPr>
            <p:ph type="title" idx="6"/>
          </p:nvPr>
        </p:nvSpPr>
        <p:spPr>
          <a:xfrm>
            <a:off x="6007420" y="18375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5" name="Google Shape;2025;p28"/>
          <p:cNvSpPr txBox="1">
            <a:spLocks noGrp="1"/>
          </p:cNvSpPr>
          <p:nvPr>
            <p:ph type="subTitle" idx="7"/>
          </p:nvPr>
        </p:nvSpPr>
        <p:spPr>
          <a:xfrm>
            <a:off x="6007420" y="22716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6" name="Google Shape;2026;p28"/>
          <p:cNvSpPr txBox="1">
            <a:spLocks noGrp="1"/>
          </p:cNvSpPr>
          <p:nvPr>
            <p:ph type="title" idx="8"/>
          </p:nvPr>
        </p:nvSpPr>
        <p:spPr>
          <a:xfrm>
            <a:off x="6007420" y="35757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7" name="Google Shape;2027;p28"/>
          <p:cNvSpPr txBox="1">
            <a:spLocks noGrp="1"/>
          </p:cNvSpPr>
          <p:nvPr>
            <p:ph type="subTitle" idx="9"/>
          </p:nvPr>
        </p:nvSpPr>
        <p:spPr>
          <a:xfrm>
            <a:off x="6007420" y="40098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028" name="Google Shape;2028;p28"/>
          <p:cNvGrpSpPr/>
          <p:nvPr/>
        </p:nvGrpSpPr>
        <p:grpSpPr>
          <a:xfrm>
            <a:off x="-1805843" y="2671162"/>
            <a:ext cx="3525470" cy="3874833"/>
            <a:chOff x="5440750" y="1541475"/>
            <a:chExt cx="971525" cy="1067800"/>
          </a:xfrm>
        </p:grpSpPr>
        <p:sp>
          <p:nvSpPr>
            <p:cNvPr id="2029" name="Google Shape;2029;p28"/>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8"/>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8"/>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8"/>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8"/>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8"/>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8"/>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8"/>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8"/>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8"/>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8"/>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8"/>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8"/>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2" name="Google Shape;2042;p28"/>
          <p:cNvGrpSpPr/>
          <p:nvPr/>
        </p:nvGrpSpPr>
        <p:grpSpPr>
          <a:xfrm>
            <a:off x="-624466" y="2756450"/>
            <a:ext cx="1162705" cy="962710"/>
            <a:chOff x="2210400" y="2558550"/>
            <a:chExt cx="971025" cy="804000"/>
          </a:xfrm>
        </p:grpSpPr>
        <p:sp>
          <p:nvSpPr>
            <p:cNvPr id="2043" name="Google Shape;2043;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1" name="Google Shape;2051;p28"/>
          <p:cNvGrpSpPr/>
          <p:nvPr/>
        </p:nvGrpSpPr>
        <p:grpSpPr>
          <a:xfrm flipH="1">
            <a:off x="8099379" y="-9"/>
            <a:ext cx="3418785" cy="2830723"/>
            <a:chOff x="2210400" y="2558550"/>
            <a:chExt cx="971025" cy="804000"/>
          </a:xfrm>
        </p:grpSpPr>
        <p:sp>
          <p:nvSpPr>
            <p:cNvPr id="2052" name="Google Shape;2052;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0" name="Google Shape;2060;p28"/>
          <p:cNvSpPr/>
          <p:nvPr/>
        </p:nvSpPr>
        <p:spPr>
          <a:xfrm>
            <a:off x="7932175" y="125147"/>
            <a:ext cx="744611" cy="744611"/>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1" name="Google Shape;2061;p28"/>
          <p:cNvGrpSpPr/>
          <p:nvPr/>
        </p:nvGrpSpPr>
        <p:grpSpPr>
          <a:xfrm>
            <a:off x="7723212" y="-83121"/>
            <a:ext cx="1162531" cy="1161127"/>
            <a:chOff x="2651171" y="2397773"/>
            <a:chExt cx="2099568" cy="2097033"/>
          </a:xfrm>
        </p:grpSpPr>
        <p:sp>
          <p:nvSpPr>
            <p:cNvPr id="2062" name="Google Shape;2062;p2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4" name="Google Shape;2064;p28"/>
          <p:cNvSpPr txBox="1">
            <a:spLocks noGrp="1"/>
          </p:cNvSpPr>
          <p:nvPr>
            <p:ph type="title" idx="13"/>
          </p:nvPr>
        </p:nvSpPr>
        <p:spPr>
          <a:xfrm>
            <a:off x="831125"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65" name="Google Shape;2065;p28"/>
          <p:cNvSpPr txBox="1">
            <a:spLocks noGrp="1"/>
          </p:cNvSpPr>
          <p:nvPr>
            <p:ph type="subTitle" idx="14"/>
          </p:nvPr>
        </p:nvSpPr>
        <p:spPr>
          <a:xfrm>
            <a:off x="831125"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6" name="Google Shape;2066;p28"/>
          <p:cNvSpPr txBox="1">
            <a:spLocks noGrp="1"/>
          </p:cNvSpPr>
          <p:nvPr>
            <p:ph type="title" idx="15"/>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166"/>
        <p:cNvGrpSpPr/>
        <p:nvPr/>
      </p:nvGrpSpPr>
      <p:grpSpPr>
        <a:xfrm>
          <a:off x="0" y="0"/>
          <a:ext cx="0" cy="0"/>
          <a:chOff x="0" y="0"/>
          <a:chExt cx="0" cy="0"/>
        </a:xfrm>
      </p:grpSpPr>
      <p:grpSp>
        <p:nvGrpSpPr>
          <p:cNvPr id="2167" name="Google Shape;2167;p32"/>
          <p:cNvGrpSpPr/>
          <p:nvPr/>
        </p:nvGrpSpPr>
        <p:grpSpPr>
          <a:xfrm rot="10800000" flipH="1">
            <a:off x="6637105" y="2828351"/>
            <a:ext cx="3587355" cy="2970298"/>
            <a:chOff x="2210400" y="2558550"/>
            <a:chExt cx="971025" cy="804000"/>
          </a:xfrm>
        </p:grpSpPr>
        <p:grpSp>
          <p:nvGrpSpPr>
            <p:cNvPr id="2168" name="Google Shape;2168;p32"/>
            <p:cNvGrpSpPr/>
            <p:nvPr/>
          </p:nvGrpSpPr>
          <p:grpSpPr>
            <a:xfrm>
              <a:off x="2210400" y="2558550"/>
              <a:ext cx="971025" cy="804000"/>
              <a:chOff x="2210400" y="2558550"/>
              <a:chExt cx="971025" cy="804000"/>
            </a:xfrm>
          </p:grpSpPr>
          <p:sp>
            <p:nvSpPr>
              <p:cNvPr id="2169" name="Google Shape;2169;p3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7" name="Google Shape;2177;p32"/>
            <p:cNvSpPr/>
            <p:nvPr/>
          </p:nvSpPr>
          <p:spPr>
            <a:xfrm>
              <a:off x="2937150" y="3007525"/>
              <a:ext cx="150775" cy="151225"/>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2"/>
            <p:cNvSpPr/>
            <p:nvPr/>
          </p:nvSpPr>
          <p:spPr>
            <a:xfrm>
              <a:off x="2931550" y="3002400"/>
              <a:ext cx="161950" cy="161950"/>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2"/>
            <p:cNvSpPr/>
            <p:nvPr/>
          </p:nvSpPr>
          <p:spPr>
            <a:xfrm>
              <a:off x="2959950" y="3030325"/>
              <a:ext cx="105175" cy="105650"/>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2"/>
            <p:cNvSpPr/>
            <p:nvPr/>
          </p:nvSpPr>
          <p:spPr>
            <a:xfrm>
              <a:off x="2830125" y="2950300"/>
              <a:ext cx="500" cy="1425"/>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2"/>
            <p:cNvSpPr/>
            <p:nvPr/>
          </p:nvSpPr>
          <p:spPr>
            <a:xfrm>
              <a:off x="2830600" y="2949825"/>
              <a:ext cx="950" cy="2350"/>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2"/>
            <p:cNvSpPr/>
            <p:nvPr/>
          </p:nvSpPr>
          <p:spPr>
            <a:xfrm>
              <a:off x="2831525" y="2949375"/>
              <a:ext cx="500" cy="3275"/>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2"/>
            <p:cNvSpPr/>
            <p:nvPr/>
          </p:nvSpPr>
          <p:spPr>
            <a:xfrm>
              <a:off x="2832000" y="2948900"/>
              <a:ext cx="475" cy="4225"/>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2"/>
            <p:cNvSpPr/>
            <p:nvPr/>
          </p:nvSpPr>
          <p:spPr>
            <a:xfrm>
              <a:off x="2832450" y="2948425"/>
              <a:ext cx="500" cy="5150"/>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2"/>
            <p:cNvSpPr/>
            <p:nvPr/>
          </p:nvSpPr>
          <p:spPr>
            <a:xfrm>
              <a:off x="2832925" y="2947500"/>
              <a:ext cx="475" cy="6550"/>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2"/>
            <p:cNvSpPr/>
            <p:nvPr/>
          </p:nvSpPr>
          <p:spPr>
            <a:xfrm>
              <a:off x="2833375" y="2947050"/>
              <a:ext cx="500" cy="792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2"/>
            <p:cNvSpPr/>
            <p:nvPr/>
          </p:nvSpPr>
          <p:spPr>
            <a:xfrm>
              <a:off x="2833850" y="2946575"/>
              <a:ext cx="950" cy="8875"/>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2"/>
            <p:cNvSpPr/>
            <p:nvPr/>
          </p:nvSpPr>
          <p:spPr>
            <a:xfrm>
              <a:off x="2834775" y="2946100"/>
              <a:ext cx="500" cy="9800"/>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2"/>
            <p:cNvSpPr/>
            <p:nvPr/>
          </p:nvSpPr>
          <p:spPr>
            <a:xfrm>
              <a:off x="2835250" y="2945650"/>
              <a:ext cx="500" cy="10725"/>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2"/>
            <p:cNvSpPr/>
            <p:nvPr/>
          </p:nvSpPr>
          <p:spPr>
            <a:xfrm>
              <a:off x="2835725" y="2945175"/>
              <a:ext cx="475" cy="11650"/>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2"/>
            <p:cNvSpPr/>
            <p:nvPr/>
          </p:nvSpPr>
          <p:spPr>
            <a:xfrm>
              <a:off x="2836175" y="2944250"/>
              <a:ext cx="500" cy="13050"/>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2"/>
            <p:cNvSpPr/>
            <p:nvPr/>
          </p:nvSpPr>
          <p:spPr>
            <a:xfrm>
              <a:off x="2836650" y="2943775"/>
              <a:ext cx="475" cy="14450"/>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2"/>
            <p:cNvSpPr/>
            <p:nvPr/>
          </p:nvSpPr>
          <p:spPr>
            <a:xfrm>
              <a:off x="2837100" y="2943325"/>
              <a:ext cx="975" cy="15375"/>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2"/>
            <p:cNvSpPr/>
            <p:nvPr/>
          </p:nvSpPr>
          <p:spPr>
            <a:xfrm>
              <a:off x="2838050" y="2942850"/>
              <a:ext cx="475" cy="16300"/>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2"/>
            <p:cNvSpPr/>
            <p:nvPr/>
          </p:nvSpPr>
          <p:spPr>
            <a:xfrm>
              <a:off x="2838500" y="2942375"/>
              <a:ext cx="500" cy="17250"/>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2"/>
            <p:cNvSpPr/>
            <p:nvPr/>
          </p:nvSpPr>
          <p:spPr>
            <a:xfrm>
              <a:off x="2838975" y="2941925"/>
              <a:ext cx="475" cy="18175"/>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2"/>
            <p:cNvSpPr/>
            <p:nvPr/>
          </p:nvSpPr>
          <p:spPr>
            <a:xfrm>
              <a:off x="2839425" y="2941000"/>
              <a:ext cx="500" cy="19550"/>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2"/>
            <p:cNvSpPr/>
            <p:nvPr/>
          </p:nvSpPr>
          <p:spPr>
            <a:xfrm>
              <a:off x="2839900" y="2940525"/>
              <a:ext cx="500" cy="2095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2"/>
            <p:cNvSpPr/>
            <p:nvPr/>
          </p:nvSpPr>
          <p:spPr>
            <a:xfrm>
              <a:off x="2840375" y="2940050"/>
              <a:ext cx="950" cy="21900"/>
            </a:xfrm>
            <a:custGeom>
              <a:avLst/>
              <a:gdLst/>
              <a:ahLst/>
              <a:cxnLst/>
              <a:rect l="l" t="t" r="r" b="b"/>
              <a:pathLst>
                <a:path w="38" h="876" extrusionOk="0">
                  <a:moveTo>
                    <a:pt x="37" y="1"/>
                  </a:moveTo>
                  <a:lnTo>
                    <a:pt x="0" y="20"/>
                  </a:lnTo>
                  <a:lnTo>
                    <a:pt x="0" y="857"/>
                  </a:lnTo>
                  <a:lnTo>
                    <a:pt x="37" y="876"/>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2"/>
            <p:cNvSpPr/>
            <p:nvPr/>
          </p:nvSpPr>
          <p:spPr>
            <a:xfrm>
              <a:off x="2841300" y="2939600"/>
              <a:ext cx="475" cy="22825"/>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2"/>
            <p:cNvSpPr/>
            <p:nvPr/>
          </p:nvSpPr>
          <p:spPr>
            <a:xfrm>
              <a:off x="2841750" y="2939125"/>
              <a:ext cx="500" cy="23750"/>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2"/>
            <p:cNvSpPr/>
            <p:nvPr/>
          </p:nvSpPr>
          <p:spPr>
            <a:xfrm>
              <a:off x="2842225" y="2938675"/>
              <a:ext cx="500" cy="24675"/>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2"/>
            <p:cNvSpPr/>
            <p:nvPr/>
          </p:nvSpPr>
          <p:spPr>
            <a:xfrm>
              <a:off x="2842700" y="2937725"/>
              <a:ext cx="475" cy="26100"/>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2"/>
            <p:cNvSpPr/>
            <p:nvPr/>
          </p:nvSpPr>
          <p:spPr>
            <a:xfrm>
              <a:off x="2843150" y="2937275"/>
              <a:ext cx="500" cy="27475"/>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2"/>
            <p:cNvSpPr/>
            <p:nvPr/>
          </p:nvSpPr>
          <p:spPr>
            <a:xfrm>
              <a:off x="2843625" y="2936800"/>
              <a:ext cx="950" cy="28400"/>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2"/>
            <p:cNvSpPr/>
            <p:nvPr/>
          </p:nvSpPr>
          <p:spPr>
            <a:xfrm>
              <a:off x="2844550" y="2936350"/>
              <a:ext cx="500" cy="29325"/>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2"/>
            <p:cNvSpPr/>
            <p:nvPr/>
          </p:nvSpPr>
          <p:spPr>
            <a:xfrm>
              <a:off x="2845025" y="2935875"/>
              <a:ext cx="475" cy="30275"/>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2"/>
            <p:cNvSpPr/>
            <p:nvPr/>
          </p:nvSpPr>
          <p:spPr>
            <a:xfrm>
              <a:off x="2845475" y="2935400"/>
              <a:ext cx="500" cy="31200"/>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2"/>
            <p:cNvSpPr/>
            <p:nvPr/>
          </p:nvSpPr>
          <p:spPr>
            <a:xfrm>
              <a:off x="2845950" y="2934475"/>
              <a:ext cx="500" cy="32600"/>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2"/>
            <p:cNvSpPr/>
            <p:nvPr/>
          </p:nvSpPr>
          <p:spPr>
            <a:xfrm>
              <a:off x="2846425" y="2934000"/>
              <a:ext cx="475" cy="34000"/>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2"/>
            <p:cNvSpPr/>
            <p:nvPr/>
          </p:nvSpPr>
          <p:spPr>
            <a:xfrm>
              <a:off x="2846875" y="2933550"/>
              <a:ext cx="950" cy="34925"/>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2"/>
            <p:cNvSpPr/>
            <p:nvPr/>
          </p:nvSpPr>
          <p:spPr>
            <a:xfrm>
              <a:off x="2847800" y="2933075"/>
              <a:ext cx="500" cy="35850"/>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2"/>
            <p:cNvSpPr/>
            <p:nvPr/>
          </p:nvSpPr>
          <p:spPr>
            <a:xfrm>
              <a:off x="2848275" y="2932625"/>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2"/>
            <p:cNvSpPr/>
            <p:nvPr/>
          </p:nvSpPr>
          <p:spPr>
            <a:xfrm>
              <a:off x="2848750" y="2932150"/>
              <a:ext cx="475" cy="37700"/>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2"/>
            <p:cNvSpPr/>
            <p:nvPr/>
          </p:nvSpPr>
          <p:spPr>
            <a:xfrm>
              <a:off x="2849200" y="2931225"/>
              <a:ext cx="500" cy="39100"/>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2"/>
            <p:cNvSpPr/>
            <p:nvPr/>
          </p:nvSpPr>
          <p:spPr>
            <a:xfrm>
              <a:off x="2849675" y="2930750"/>
              <a:ext cx="475" cy="40500"/>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2"/>
            <p:cNvSpPr/>
            <p:nvPr/>
          </p:nvSpPr>
          <p:spPr>
            <a:xfrm>
              <a:off x="2850125" y="2930300"/>
              <a:ext cx="975" cy="41425"/>
            </a:xfrm>
            <a:custGeom>
              <a:avLst/>
              <a:gdLst/>
              <a:ahLst/>
              <a:cxnLst/>
              <a:rect l="l" t="t" r="r" b="b"/>
              <a:pathLst>
                <a:path w="39" h="1657" extrusionOk="0">
                  <a:moveTo>
                    <a:pt x="38" y="0"/>
                  </a:moveTo>
                  <a:lnTo>
                    <a:pt x="1" y="19"/>
                  </a:lnTo>
                  <a:lnTo>
                    <a:pt x="1" y="1638"/>
                  </a:lnTo>
                  <a:lnTo>
                    <a:pt x="38" y="165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2"/>
            <p:cNvSpPr/>
            <p:nvPr/>
          </p:nvSpPr>
          <p:spPr>
            <a:xfrm>
              <a:off x="2851075" y="2929825"/>
              <a:ext cx="475" cy="4237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2"/>
            <p:cNvSpPr/>
            <p:nvPr/>
          </p:nvSpPr>
          <p:spPr>
            <a:xfrm>
              <a:off x="2851525" y="2929350"/>
              <a:ext cx="500" cy="43300"/>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2"/>
            <p:cNvSpPr/>
            <p:nvPr/>
          </p:nvSpPr>
          <p:spPr>
            <a:xfrm>
              <a:off x="2852000" y="2928900"/>
              <a:ext cx="475" cy="44225"/>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2"/>
            <p:cNvSpPr/>
            <p:nvPr/>
          </p:nvSpPr>
          <p:spPr>
            <a:xfrm>
              <a:off x="2852475" y="2927975"/>
              <a:ext cx="475" cy="45600"/>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2"/>
            <p:cNvSpPr/>
            <p:nvPr/>
          </p:nvSpPr>
          <p:spPr>
            <a:xfrm>
              <a:off x="2852925" y="2927500"/>
              <a:ext cx="500" cy="47025"/>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2"/>
            <p:cNvSpPr/>
            <p:nvPr/>
          </p:nvSpPr>
          <p:spPr>
            <a:xfrm>
              <a:off x="2853400" y="2927025"/>
              <a:ext cx="950" cy="47950"/>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2"/>
            <p:cNvSpPr/>
            <p:nvPr/>
          </p:nvSpPr>
          <p:spPr>
            <a:xfrm>
              <a:off x="2854325" y="2926575"/>
              <a:ext cx="500" cy="48875"/>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2"/>
            <p:cNvSpPr/>
            <p:nvPr/>
          </p:nvSpPr>
          <p:spPr>
            <a:xfrm>
              <a:off x="2854800" y="2926100"/>
              <a:ext cx="475" cy="49800"/>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2"/>
            <p:cNvSpPr/>
            <p:nvPr/>
          </p:nvSpPr>
          <p:spPr>
            <a:xfrm>
              <a:off x="2855250" y="2925625"/>
              <a:ext cx="500" cy="50750"/>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2"/>
            <p:cNvSpPr/>
            <p:nvPr/>
          </p:nvSpPr>
          <p:spPr>
            <a:xfrm>
              <a:off x="2855725" y="2924700"/>
              <a:ext cx="475" cy="52150"/>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2"/>
            <p:cNvSpPr/>
            <p:nvPr/>
          </p:nvSpPr>
          <p:spPr>
            <a:xfrm>
              <a:off x="2856175" y="2924250"/>
              <a:ext cx="500" cy="53525"/>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2"/>
            <p:cNvSpPr/>
            <p:nvPr/>
          </p:nvSpPr>
          <p:spPr>
            <a:xfrm>
              <a:off x="2856650" y="2923775"/>
              <a:ext cx="950" cy="54450"/>
            </a:xfrm>
            <a:custGeom>
              <a:avLst/>
              <a:gdLst/>
              <a:ahLst/>
              <a:cxnLst/>
              <a:rect l="l" t="t" r="r" b="b"/>
              <a:pathLst>
                <a:path w="38" h="2178" extrusionOk="0">
                  <a:moveTo>
                    <a:pt x="38" y="1"/>
                  </a:moveTo>
                  <a:lnTo>
                    <a:pt x="1" y="19"/>
                  </a:lnTo>
                  <a:lnTo>
                    <a:pt x="1" y="2159"/>
                  </a:lnTo>
                  <a:lnTo>
                    <a:pt x="38" y="2178"/>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2"/>
            <p:cNvSpPr/>
            <p:nvPr/>
          </p:nvSpPr>
          <p:spPr>
            <a:xfrm>
              <a:off x="2857575" y="2923300"/>
              <a:ext cx="500" cy="5540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2"/>
            <p:cNvSpPr/>
            <p:nvPr/>
          </p:nvSpPr>
          <p:spPr>
            <a:xfrm>
              <a:off x="2858050" y="2922850"/>
              <a:ext cx="475" cy="56325"/>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2"/>
            <p:cNvSpPr/>
            <p:nvPr/>
          </p:nvSpPr>
          <p:spPr>
            <a:xfrm>
              <a:off x="2858500" y="2922375"/>
              <a:ext cx="500" cy="57250"/>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2"/>
            <p:cNvSpPr/>
            <p:nvPr/>
          </p:nvSpPr>
          <p:spPr>
            <a:xfrm>
              <a:off x="2858975" y="2921925"/>
              <a:ext cx="500" cy="58175"/>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2"/>
            <p:cNvSpPr/>
            <p:nvPr/>
          </p:nvSpPr>
          <p:spPr>
            <a:xfrm>
              <a:off x="2859450" y="2922375"/>
              <a:ext cx="475" cy="57250"/>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2"/>
            <p:cNvSpPr/>
            <p:nvPr/>
          </p:nvSpPr>
          <p:spPr>
            <a:xfrm>
              <a:off x="2859900" y="2922850"/>
              <a:ext cx="950" cy="56325"/>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2"/>
            <p:cNvSpPr/>
            <p:nvPr/>
          </p:nvSpPr>
          <p:spPr>
            <a:xfrm>
              <a:off x="2860850" y="2923300"/>
              <a:ext cx="475" cy="5540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2"/>
            <p:cNvSpPr/>
            <p:nvPr/>
          </p:nvSpPr>
          <p:spPr>
            <a:xfrm>
              <a:off x="2861300" y="2923775"/>
              <a:ext cx="500" cy="54450"/>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2"/>
            <p:cNvSpPr/>
            <p:nvPr/>
          </p:nvSpPr>
          <p:spPr>
            <a:xfrm>
              <a:off x="2861775" y="2924250"/>
              <a:ext cx="475" cy="53525"/>
            </a:xfrm>
            <a:custGeom>
              <a:avLst/>
              <a:gdLst/>
              <a:ahLst/>
              <a:cxnLst/>
              <a:rect l="l" t="t" r="r" b="b"/>
              <a:pathLst>
                <a:path w="19" h="2141" extrusionOk="0">
                  <a:moveTo>
                    <a:pt x="0" y="0"/>
                  </a:moveTo>
                  <a:lnTo>
                    <a:pt x="0" y="2140"/>
                  </a:lnTo>
                  <a:lnTo>
                    <a:pt x="19" y="210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2"/>
            <p:cNvSpPr/>
            <p:nvPr/>
          </p:nvSpPr>
          <p:spPr>
            <a:xfrm>
              <a:off x="2862225" y="2924700"/>
              <a:ext cx="500" cy="52150"/>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2"/>
            <p:cNvSpPr/>
            <p:nvPr/>
          </p:nvSpPr>
          <p:spPr>
            <a:xfrm>
              <a:off x="2862700" y="2925625"/>
              <a:ext cx="950" cy="50750"/>
            </a:xfrm>
            <a:custGeom>
              <a:avLst/>
              <a:gdLst/>
              <a:ahLst/>
              <a:cxnLst/>
              <a:rect l="l" t="t" r="r" b="b"/>
              <a:pathLst>
                <a:path w="38" h="2030" extrusionOk="0">
                  <a:moveTo>
                    <a:pt x="0" y="1"/>
                  </a:moveTo>
                  <a:lnTo>
                    <a:pt x="0" y="2030"/>
                  </a:lnTo>
                  <a:lnTo>
                    <a:pt x="38" y="2011"/>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2"/>
            <p:cNvSpPr/>
            <p:nvPr/>
          </p:nvSpPr>
          <p:spPr>
            <a:xfrm>
              <a:off x="2863625" y="2926100"/>
              <a:ext cx="500" cy="49800"/>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2"/>
            <p:cNvSpPr/>
            <p:nvPr/>
          </p:nvSpPr>
          <p:spPr>
            <a:xfrm>
              <a:off x="2864100" y="2926575"/>
              <a:ext cx="475" cy="48875"/>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2"/>
            <p:cNvSpPr/>
            <p:nvPr/>
          </p:nvSpPr>
          <p:spPr>
            <a:xfrm>
              <a:off x="2864550" y="2927025"/>
              <a:ext cx="500" cy="47950"/>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2"/>
            <p:cNvSpPr/>
            <p:nvPr/>
          </p:nvSpPr>
          <p:spPr>
            <a:xfrm>
              <a:off x="2865025" y="2927500"/>
              <a:ext cx="500" cy="47025"/>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2"/>
            <p:cNvSpPr/>
            <p:nvPr/>
          </p:nvSpPr>
          <p:spPr>
            <a:xfrm>
              <a:off x="2865500" y="2927975"/>
              <a:ext cx="475" cy="45600"/>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2"/>
            <p:cNvSpPr/>
            <p:nvPr/>
          </p:nvSpPr>
          <p:spPr>
            <a:xfrm>
              <a:off x="2865950" y="2928900"/>
              <a:ext cx="950" cy="44225"/>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2"/>
            <p:cNvSpPr/>
            <p:nvPr/>
          </p:nvSpPr>
          <p:spPr>
            <a:xfrm>
              <a:off x="2866875" y="2929350"/>
              <a:ext cx="500" cy="43300"/>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2"/>
            <p:cNvSpPr/>
            <p:nvPr/>
          </p:nvSpPr>
          <p:spPr>
            <a:xfrm>
              <a:off x="2867350" y="2929825"/>
              <a:ext cx="500" cy="4237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2"/>
            <p:cNvSpPr/>
            <p:nvPr/>
          </p:nvSpPr>
          <p:spPr>
            <a:xfrm>
              <a:off x="2867825" y="2930300"/>
              <a:ext cx="475" cy="41425"/>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2"/>
            <p:cNvSpPr/>
            <p:nvPr/>
          </p:nvSpPr>
          <p:spPr>
            <a:xfrm>
              <a:off x="2868275" y="2930750"/>
              <a:ext cx="500" cy="40500"/>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2"/>
            <p:cNvSpPr/>
            <p:nvPr/>
          </p:nvSpPr>
          <p:spPr>
            <a:xfrm>
              <a:off x="2868750" y="2931225"/>
              <a:ext cx="475" cy="39100"/>
            </a:xfrm>
            <a:custGeom>
              <a:avLst/>
              <a:gdLst/>
              <a:ahLst/>
              <a:cxnLst/>
              <a:rect l="l" t="t" r="r" b="b"/>
              <a:pathLst>
                <a:path w="19" h="1564" extrusionOk="0">
                  <a:moveTo>
                    <a:pt x="0" y="0"/>
                  </a:moveTo>
                  <a:lnTo>
                    <a:pt x="0" y="1564"/>
                  </a:lnTo>
                  <a:lnTo>
                    <a:pt x="19" y="1545"/>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2"/>
            <p:cNvSpPr/>
            <p:nvPr/>
          </p:nvSpPr>
          <p:spPr>
            <a:xfrm>
              <a:off x="2869200" y="2932150"/>
              <a:ext cx="975" cy="37700"/>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2"/>
            <p:cNvSpPr/>
            <p:nvPr/>
          </p:nvSpPr>
          <p:spPr>
            <a:xfrm>
              <a:off x="2870150" y="2932625"/>
              <a:ext cx="475" cy="36775"/>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2"/>
            <p:cNvSpPr/>
            <p:nvPr/>
          </p:nvSpPr>
          <p:spPr>
            <a:xfrm>
              <a:off x="2870600" y="2933075"/>
              <a:ext cx="500" cy="35850"/>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2"/>
            <p:cNvSpPr/>
            <p:nvPr/>
          </p:nvSpPr>
          <p:spPr>
            <a:xfrm>
              <a:off x="2871075" y="2933550"/>
              <a:ext cx="500" cy="34925"/>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2"/>
            <p:cNvSpPr/>
            <p:nvPr/>
          </p:nvSpPr>
          <p:spPr>
            <a:xfrm>
              <a:off x="2871550" y="2934000"/>
              <a:ext cx="475" cy="34000"/>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2"/>
            <p:cNvSpPr/>
            <p:nvPr/>
          </p:nvSpPr>
          <p:spPr>
            <a:xfrm>
              <a:off x="2872000" y="2934475"/>
              <a:ext cx="500" cy="32600"/>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2"/>
            <p:cNvSpPr/>
            <p:nvPr/>
          </p:nvSpPr>
          <p:spPr>
            <a:xfrm>
              <a:off x="2872475" y="2935400"/>
              <a:ext cx="950" cy="31200"/>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2"/>
            <p:cNvSpPr/>
            <p:nvPr/>
          </p:nvSpPr>
          <p:spPr>
            <a:xfrm>
              <a:off x="2873400" y="2935875"/>
              <a:ext cx="500" cy="30275"/>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2"/>
            <p:cNvSpPr/>
            <p:nvPr/>
          </p:nvSpPr>
          <p:spPr>
            <a:xfrm>
              <a:off x="2873875" y="2936350"/>
              <a:ext cx="475" cy="29325"/>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2"/>
            <p:cNvSpPr/>
            <p:nvPr/>
          </p:nvSpPr>
          <p:spPr>
            <a:xfrm>
              <a:off x="2874325" y="2936800"/>
              <a:ext cx="500" cy="28400"/>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2"/>
            <p:cNvSpPr/>
            <p:nvPr/>
          </p:nvSpPr>
          <p:spPr>
            <a:xfrm>
              <a:off x="2874800" y="2937275"/>
              <a:ext cx="475" cy="27475"/>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2"/>
            <p:cNvSpPr/>
            <p:nvPr/>
          </p:nvSpPr>
          <p:spPr>
            <a:xfrm>
              <a:off x="2875250" y="2937725"/>
              <a:ext cx="500" cy="26100"/>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2"/>
            <p:cNvSpPr/>
            <p:nvPr/>
          </p:nvSpPr>
          <p:spPr>
            <a:xfrm>
              <a:off x="2875725" y="2938675"/>
              <a:ext cx="950" cy="24675"/>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2"/>
            <p:cNvSpPr/>
            <p:nvPr/>
          </p:nvSpPr>
          <p:spPr>
            <a:xfrm>
              <a:off x="2876650" y="2939125"/>
              <a:ext cx="500" cy="23750"/>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2"/>
            <p:cNvSpPr/>
            <p:nvPr/>
          </p:nvSpPr>
          <p:spPr>
            <a:xfrm>
              <a:off x="2877125" y="2939600"/>
              <a:ext cx="475" cy="22825"/>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2"/>
            <p:cNvSpPr/>
            <p:nvPr/>
          </p:nvSpPr>
          <p:spPr>
            <a:xfrm>
              <a:off x="2877575" y="2940050"/>
              <a:ext cx="500" cy="21900"/>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2"/>
            <p:cNvSpPr/>
            <p:nvPr/>
          </p:nvSpPr>
          <p:spPr>
            <a:xfrm>
              <a:off x="2878050" y="2940525"/>
              <a:ext cx="500" cy="2095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2"/>
            <p:cNvSpPr/>
            <p:nvPr/>
          </p:nvSpPr>
          <p:spPr>
            <a:xfrm>
              <a:off x="2878525" y="2941000"/>
              <a:ext cx="475" cy="19550"/>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2"/>
            <p:cNvSpPr/>
            <p:nvPr/>
          </p:nvSpPr>
          <p:spPr>
            <a:xfrm>
              <a:off x="2878975" y="2941925"/>
              <a:ext cx="975" cy="18175"/>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2"/>
            <p:cNvSpPr/>
            <p:nvPr/>
          </p:nvSpPr>
          <p:spPr>
            <a:xfrm>
              <a:off x="2879925" y="2942375"/>
              <a:ext cx="475" cy="17250"/>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2"/>
            <p:cNvSpPr/>
            <p:nvPr/>
          </p:nvSpPr>
          <p:spPr>
            <a:xfrm>
              <a:off x="2880375" y="2942850"/>
              <a:ext cx="500" cy="16300"/>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2"/>
            <p:cNvSpPr/>
            <p:nvPr/>
          </p:nvSpPr>
          <p:spPr>
            <a:xfrm>
              <a:off x="2880850" y="2943325"/>
              <a:ext cx="475" cy="15375"/>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2"/>
            <p:cNvSpPr/>
            <p:nvPr/>
          </p:nvSpPr>
          <p:spPr>
            <a:xfrm>
              <a:off x="2881300" y="2943775"/>
              <a:ext cx="500" cy="14450"/>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2"/>
            <p:cNvSpPr/>
            <p:nvPr/>
          </p:nvSpPr>
          <p:spPr>
            <a:xfrm>
              <a:off x="2881775" y="2944250"/>
              <a:ext cx="500" cy="13050"/>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2"/>
            <p:cNvSpPr/>
            <p:nvPr/>
          </p:nvSpPr>
          <p:spPr>
            <a:xfrm>
              <a:off x="2882250" y="2945175"/>
              <a:ext cx="950" cy="11650"/>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2"/>
            <p:cNvSpPr/>
            <p:nvPr/>
          </p:nvSpPr>
          <p:spPr>
            <a:xfrm>
              <a:off x="2883175" y="2945650"/>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2"/>
            <p:cNvSpPr/>
            <p:nvPr/>
          </p:nvSpPr>
          <p:spPr>
            <a:xfrm>
              <a:off x="2883625" y="2946100"/>
              <a:ext cx="500" cy="9800"/>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2"/>
            <p:cNvSpPr/>
            <p:nvPr/>
          </p:nvSpPr>
          <p:spPr>
            <a:xfrm>
              <a:off x="2884100" y="2946575"/>
              <a:ext cx="500" cy="8875"/>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2"/>
            <p:cNvSpPr/>
            <p:nvPr/>
          </p:nvSpPr>
          <p:spPr>
            <a:xfrm>
              <a:off x="2884575" y="2947050"/>
              <a:ext cx="475" cy="792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2"/>
            <p:cNvSpPr/>
            <p:nvPr/>
          </p:nvSpPr>
          <p:spPr>
            <a:xfrm>
              <a:off x="2885025" y="2947500"/>
              <a:ext cx="500" cy="6550"/>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2"/>
            <p:cNvSpPr/>
            <p:nvPr/>
          </p:nvSpPr>
          <p:spPr>
            <a:xfrm>
              <a:off x="2885500" y="2948425"/>
              <a:ext cx="950" cy="5150"/>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2"/>
            <p:cNvSpPr/>
            <p:nvPr/>
          </p:nvSpPr>
          <p:spPr>
            <a:xfrm>
              <a:off x="2886425" y="2948900"/>
              <a:ext cx="500" cy="4225"/>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2"/>
            <p:cNvSpPr/>
            <p:nvPr/>
          </p:nvSpPr>
          <p:spPr>
            <a:xfrm>
              <a:off x="2886900" y="2949375"/>
              <a:ext cx="475" cy="3275"/>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2"/>
            <p:cNvSpPr/>
            <p:nvPr/>
          </p:nvSpPr>
          <p:spPr>
            <a:xfrm>
              <a:off x="2887350" y="2949825"/>
              <a:ext cx="500" cy="2350"/>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2"/>
            <p:cNvSpPr/>
            <p:nvPr/>
          </p:nvSpPr>
          <p:spPr>
            <a:xfrm>
              <a:off x="2887825" y="2950300"/>
              <a:ext cx="500" cy="1425"/>
            </a:xfrm>
            <a:custGeom>
              <a:avLst/>
              <a:gdLst/>
              <a:ahLst/>
              <a:cxnLst/>
              <a:rect l="l" t="t" r="r" b="b"/>
              <a:pathLst>
                <a:path w="20" h="57" extrusionOk="0">
                  <a:moveTo>
                    <a:pt x="0" y="0"/>
                  </a:moveTo>
                  <a:lnTo>
                    <a:pt x="0" y="5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287;p32"/>
          <p:cNvGrpSpPr/>
          <p:nvPr/>
        </p:nvGrpSpPr>
        <p:grpSpPr>
          <a:xfrm>
            <a:off x="-646949" y="-88567"/>
            <a:ext cx="3503397" cy="2608603"/>
            <a:chOff x="-3455674" y="-271717"/>
            <a:chExt cx="3503397" cy="2608603"/>
          </a:xfrm>
        </p:grpSpPr>
        <p:sp>
          <p:nvSpPr>
            <p:cNvPr id="2288" name="Google Shape;2288;p32"/>
            <p:cNvSpPr/>
            <p:nvPr/>
          </p:nvSpPr>
          <p:spPr>
            <a:xfrm>
              <a:off x="-2992764"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0"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2"/>
            <p:cNvSpPr/>
            <p:nvPr/>
          </p:nvSpPr>
          <p:spPr>
            <a:xfrm>
              <a:off x="-2919979"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0"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2"/>
            <p:cNvSpPr/>
            <p:nvPr/>
          </p:nvSpPr>
          <p:spPr>
            <a:xfrm>
              <a:off x="-2847277" y="-220643"/>
              <a:ext cx="2500300" cy="2498719"/>
            </a:xfrm>
            <a:custGeom>
              <a:avLst/>
              <a:gdLst/>
              <a:ahLst/>
              <a:cxnLst/>
              <a:rect l="l" t="t" r="r" b="b"/>
              <a:pathLst>
                <a:path w="30058" h="30039" extrusionOk="0">
                  <a:moveTo>
                    <a:pt x="447" y="15020"/>
                  </a:moveTo>
                  <a:lnTo>
                    <a:pt x="15020" y="29611"/>
                  </a:lnTo>
                  <a:lnTo>
                    <a:pt x="29611" y="15020"/>
                  </a:lnTo>
                  <a:lnTo>
                    <a:pt x="15020" y="429"/>
                  </a:lnTo>
                  <a:close/>
                  <a:moveTo>
                    <a:pt x="15020" y="30039"/>
                  </a:moveTo>
                  <a:lnTo>
                    <a:pt x="1" y="15020"/>
                  </a:lnTo>
                  <a:lnTo>
                    <a:pt x="15020"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2"/>
            <p:cNvSpPr/>
            <p:nvPr/>
          </p:nvSpPr>
          <p:spPr>
            <a:xfrm>
              <a:off x="-2774493"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1"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2"/>
            <p:cNvSpPr/>
            <p:nvPr/>
          </p:nvSpPr>
          <p:spPr>
            <a:xfrm>
              <a:off x="-2560880" y="-271717"/>
              <a:ext cx="2608603" cy="2608603"/>
            </a:xfrm>
            <a:custGeom>
              <a:avLst/>
              <a:gdLst/>
              <a:ahLst/>
              <a:cxnLst/>
              <a:rect l="l" t="t" r="r" b="b"/>
              <a:pathLst>
                <a:path w="31360" h="31360" extrusionOk="0">
                  <a:moveTo>
                    <a:pt x="1769" y="15690"/>
                  </a:moveTo>
                  <a:lnTo>
                    <a:pt x="15690" y="29610"/>
                  </a:lnTo>
                  <a:lnTo>
                    <a:pt x="29611" y="15690"/>
                  </a:lnTo>
                  <a:lnTo>
                    <a:pt x="15690" y="1769"/>
                  </a:lnTo>
                  <a:close/>
                  <a:moveTo>
                    <a:pt x="15690" y="31360"/>
                  </a:moveTo>
                  <a:lnTo>
                    <a:pt x="1" y="15690"/>
                  </a:lnTo>
                  <a:lnTo>
                    <a:pt x="15690" y="1"/>
                  </a:lnTo>
                  <a:lnTo>
                    <a:pt x="31360" y="1569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2"/>
            <p:cNvSpPr/>
            <p:nvPr/>
          </p:nvSpPr>
          <p:spPr>
            <a:xfrm>
              <a:off x="-3437041" y="643208"/>
              <a:ext cx="1202902" cy="1202985"/>
            </a:xfrm>
            <a:custGeom>
              <a:avLst/>
              <a:gdLst/>
              <a:ahLst/>
              <a:cxnLst/>
              <a:rect l="l" t="t" r="r" b="b"/>
              <a:pathLst>
                <a:path w="14461" h="14462" extrusionOk="0">
                  <a:moveTo>
                    <a:pt x="14461" y="7222"/>
                  </a:moveTo>
                  <a:lnTo>
                    <a:pt x="7221" y="14461"/>
                  </a:lnTo>
                  <a:lnTo>
                    <a:pt x="0" y="7222"/>
                  </a:lnTo>
                  <a:lnTo>
                    <a:pt x="7221"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2"/>
            <p:cNvSpPr/>
            <p:nvPr/>
          </p:nvSpPr>
          <p:spPr>
            <a:xfrm>
              <a:off x="-3455674" y="624658"/>
              <a:ext cx="1240168" cy="1240085"/>
            </a:xfrm>
            <a:custGeom>
              <a:avLst/>
              <a:gdLst/>
              <a:ahLst/>
              <a:cxnLst/>
              <a:rect l="l" t="t" r="r" b="b"/>
              <a:pathLst>
                <a:path w="14909" h="14908" extrusionOk="0">
                  <a:moveTo>
                    <a:pt x="429" y="7445"/>
                  </a:moveTo>
                  <a:lnTo>
                    <a:pt x="7445" y="14461"/>
                  </a:lnTo>
                  <a:lnTo>
                    <a:pt x="14461" y="7445"/>
                  </a:lnTo>
                  <a:lnTo>
                    <a:pt x="7445" y="428"/>
                  </a:lnTo>
                  <a:close/>
                  <a:moveTo>
                    <a:pt x="7445" y="14908"/>
                  </a:moveTo>
                  <a:lnTo>
                    <a:pt x="1" y="7445"/>
                  </a:lnTo>
                  <a:lnTo>
                    <a:pt x="7445" y="0"/>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2"/>
            <p:cNvSpPr/>
            <p:nvPr/>
          </p:nvSpPr>
          <p:spPr>
            <a:xfrm>
              <a:off x="-3229667" y="850665"/>
              <a:ext cx="788071" cy="788071"/>
            </a:xfrm>
            <a:custGeom>
              <a:avLst/>
              <a:gdLst/>
              <a:ahLst/>
              <a:cxnLst/>
              <a:rect l="l" t="t" r="r" b="b"/>
              <a:pathLst>
                <a:path w="9474" h="9474" extrusionOk="0">
                  <a:moveTo>
                    <a:pt x="429" y="4728"/>
                  </a:moveTo>
                  <a:lnTo>
                    <a:pt x="4728" y="9027"/>
                  </a:lnTo>
                  <a:lnTo>
                    <a:pt x="9027" y="4728"/>
                  </a:lnTo>
                  <a:lnTo>
                    <a:pt x="4728" y="429"/>
                  </a:lnTo>
                  <a:close/>
                  <a:moveTo>
                    <a:pt x="4728" y="9473"/>
                  </a:moveTo>
                  <a:lnTo>
                    <a:pt x="1" y="4728"/>
                  </a:lnTo>
                  <a:lnTo>
                    <a:pt x="4728" y="1"/>
                  </a:lnTo>
                  <a:lnTo>
                    <a:pt x="9474"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6" name="Google Shape;2296;p3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6">
  <p:cSld name="TITLE_ONLY_18">
    <p:spTree>
      <p:nvGrpSpPr>
        <p:cNvPr id="1" name="Shape 3162"/>
        <p:cNvGrpSpPr/>
        <p:nvPr/>
      </p:nvGrpSpPr>
      <p:grpSpPr>
        <a:xfrm>
          <a:off x="0" y="0"/>
          <a:ext cx="0" cy="0"/>
          <a:chOff x="0" y="0"/>
          <a:chExt cx="0" cy="0"/>
        </a:xfrm>
      </p:grpSpPr>
      <p:sp>
        <p:nvSpPr>
          <p:cNvPr id="3163" name="Google Shape;3163;p47"/>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164" name="Google Shape;3164;p47"/>
          <p:cNvGrpSpPr/>
          <p:nvPr/>
        </p:nvGrpSpPr>
        <p:grpSpPr>
          <a:xfrm flipH="1">
            <a:off x="-843740" y="3081101"/>
            <a:ext cx="2872823" cy="2439739"/>
            <a:chOff x="4665875" y="2808650"/>
            <a:chExt cx="993850" cy="844025"/>
          </a:xfrm>
        </p:grpSpPr>
        <p:sp>
          <p:nvSpPr>
            <p:cNvPr id="3165" name="Google Shape;3165;p4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2" name="Google Shape;3172;p47"/>
          <p:cNvGrpSpPr/>
          <p:nvPr/>
        </p:nvGrpSpPr>
        <p:grpSpPr>
          <a:xfrm flipH="1">
            <a:off x="-1749240" y="953937"/>
            <a:ext cx="2872292" cy="2378232"/>
            <a:chOff x="2210400" y="2558550"/>
            <a:chExt cx="971025" cy="804000"/>
          </a:xfrm>
        </p:grpSpPr>
        <p:sp>
          <p:nvSpPr>
            <p:cNvPr id="3173" name="Google Shape;3173;p4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1" name="Google Shape;3181;p47"/>
          <p:cNvSpPr/>
          <p:nvPr/>
        </p:nvSpPr>
        <p:spPr>
          <a:xfrm flipH="1">
            <a:off x="-1533654" y="503176"/>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0">
  <p:cSld name="TITLE_ONLY_22">
    <p:spTree>
      <p:nvGrpSpPr>
        <p:cNvPr id="1" name="Shape 3375"/>
        <p:cNvGrpSpPr/>
        <p:nvPr/>
      </p:nvGrpSpPr>
      <p:grpSpPr>
        <a:xfrm>
          <a:off x="0" y="0"/>
          <a:ext cx="0" cy="0"/>
          <a:chOff x="0" y="0"/>
          <a:chExt cx="0" cy="0"/>
        </a:xfrm>
      </p:grpSpPr>
      <p:sp>
        <p:nvSpPr>
          <p:cNvPr id="3376" name="Google Shape;3376;p51"/>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377" name="Google Shape;3377;p51"/>
          <p:cNvGrpSpPr/>
          <p:nvPr/>
        </p:nvGrpSpPr>
        <p:grpSpPr>
          <a:xfrm>
            <a:off x="7450142" y="1055621"/>
            <a:ext cx="2514088" cy="2081645"/>
            <a:chOff x="3573297" y="232872"/>
            <a:chExt cx="5470164" cy="4529254"/>
          </a:xfrm>
        </p:grpSpPr>
        <p:sp>
          <p:nvSpPr>
            <p:cNvPr id="3378" name="Google Shape;3378;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6" name="Google Shape;3386;p51"/>
          <p:cNvGrpSpPr/>
          <p:nvPr/>
        </p:nvGrpSpPr>
        <p:grpSpPr>
          <a:xfrm>
            <a:off x="6428065" y="-1266695"/>
            <a:ext cx="4084025" cy="3381541"/>
            <a:chOff x="3573297" y="232872"/>
            <a:chExt cx="5470164" cy="4529254"/>
          </a:xfrm>
        </p:grpSpPr>
        <p:sp>
          <p:nvSpPr>
            <p:cNvPr id="3387" name="Google Shape;3387;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5" name="Google Shape;3395;p51"/>
          <p:cNvGrpSpPr/>
          <p:nvPr/>
        </p:nvGrpSpPr>
        <p:grpSpPr>
          <a:xfrm rot="10800000">
            <a:off x="-1422378" y="1382639"/>
            <a:ext cx="2872292" cy="2378232"/>
            <a:chOff x="2210400" y="2558550"/>
            <a:chExt cx="971025" cy="804000"/>
          </a:xfrm>
        </p:grpSpPr>
        <p:sp>
          <p:nvSpPr>
            <p:cNvPr id="3396" name="Google Shape;3396;p5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4" name="Google Shape;3404;p51"/>
          <p:cNvGrpSpPr/>
          <p:nvPr/>
        </p:nvGrpSpPr>
        <p:grpSpPr>
          <a:xfrm>
            <a:off x="7404074" y="-156496"/>
            <a:ext cx="1162531" cy="1161127"/>
            <a:chOff x="7253149" y="3334154"/>
            <a:chExt cx="1162531" cy="1161127"/>
          </a:xfrm>
        </p:grpSpPr>
        <p:sp>
          <p:nvSpPr>
            <p:cNvPr id="3405" name="Google Shape;3405;p51"/>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6" name="Google Shape;3406;p51"/>
            <p:cNvGrpSpPr/>
            <p:nvPr/>
          </p:nvGrpSpPr>
          <p:grpSpPr>
            <a:xfrm>
              <a:off x="7253149" y="3334154"/>
              <a:ext cx="1162531" cy="1161127"/>
              <a:chOff x="2651171" y="2397773"/>
              <a:chExt cx="2099568" cy="2097033"/>
            </a:xfrm>
          </p:grpSpPr>
          <p:sp>
            <p:nvSpPr>
              <p:cNvPr id="3407" name="Google Shape;3407;p51"/>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1"/>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1">
  <p:cSld name="TITLE_ONLY_23">
    <p:spTree>
      <p:nvGrpSpPr>
        <p:cNvPr id="1" name="Shape 3409"/>
        <p:cNvGrpSpPr/>
        <p:nvPr/>
      </p:nvGrpSpPr>
      <p:grpSpPr>
        <a:xfrm>
          <a:off x="0" y="0"/>
          <a:ext cx="0" cy="0"/>
          <a:chOff x="0" y="0"/>
          <a:chExt cx="0" cy="0"/>
        </a:xfrm>
      </p:grpSpPr>
      <p:sp>
        <p:nvSpPr>
          <p:cNvPr id="3410" name="Google Shape;3410;p5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411" name="Google Shape;3411;p52"/>
          <p:cNvSpPr/>
          <p:nvPr/>
        </p:nvSpPr>
        <p:spPr>
          <a:xfrm>
            <a:off x="7902933" y="2784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2" name="Google Shape;3412;p52"/>
          <p:cNvGrpSpPr/>
          <p:nvPr/>
        </p:nvGrpSpPr>
        <p:grpSpPr>
          <a:xfrm>
            <a:off x="7196706" y="-242480"/>
            <a:ext cx="2136578" cy="1768212"/>
            <a:chOff x="5440750" y="1669400"/>
            <a:chExt cx="971525" cy="804025"/>
          </a:xfrm>
        </p:grpSpPr>
        <p:sp>
          <p:nvSpPr>
            <p:cNvPr id="3413" name="Google Shape;341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2"/>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2"/>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2"/>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4" name="Google Shape;3424;p52"/>
          <p:cNvGrpSpPr/>
          <p:nvPr/>
        </p:nvGrpSpPr>
        <p:grpSpPr>
          <a:xfrm flipH="1">
            <a:off x="7410929" y="1564936"/>
            <a:ext cx="2429466" cy="2063219"/>
            <a:chOff x="4665875" y="2808650"/>
            <a:chExt cx="993850" cy="844025"/>
          </a:xfrm>
        </p:grpSpPr>
        <p:sp>
          <p:nvSpPr>
            <p:cNvPr id="3425" name="Google Shape;3425;p52"/>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2"/>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2"/>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2"/>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2"/>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2"/>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2"/>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2" name="Google Shape;3432;p52"/>
          <p:cNvGrpSpPr/>
          <p:nvPr/>
        </p:nvGrpSpPr>
        <p:grpSpPr>
          <a:xfrm>
            <a:off x="-1805843" y="3135376"/>
            <a:ext cx="3525470" cy="3410618"/>
            <a:chOff x="5440750" y="1669400"/>
            <a:chExt cx="971525" cy="939875"/>
          </a:xfrm>
        </p:grpSpPr>
        <p:sp>
          <p:nvSpPr>
            <p:cNvPr id="3433" name="Google Shape;343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5" name="Google Shape;3445;p52"/>
          <p:cNvGrpSpPr/>
          <p:nvPr/>
        </p:nvGrpSpPr>
        <p:grpSpPr>
          <a:xfrm rot="-5400000" flipH="1">
            <a:off x="-1112664" y="1645985"/>
            <a:ext cx="2695006" cy="2887947"/>
            <a:chOff x="5440750" y="1669400"/>
            <a:chExt cx="975815" cy="1045676"/>
          </a:xfrm>
        </p:grpSpPr>
        <p:sp>
          <p:nvSpPr>
            <p:cNvPr id="3446" name="Google Shape;3446;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2"/>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512"/>
        <p:cNvGrpSpPr/>
        <p:nvPr/>
      </p:nvGrpSpPr>
      <p:grpSpPr>
        <a:xfrm>
          <a:off x="0" y="0"/>
          <a:ext cx="0" cy="0"/>
          <a:chOff x="0" y="0"/>
          <a:chExt cx="0" cy="0"/>
        </a:xfrm>
      </p:grpSpPr>
      <p:sp>
        <p:nvSpPr>
          <p:cNvPr id="3513" name="Google Shape;3513;p55"/>
          <p:cNvSpPr txBox="1"/>
          <p:nvPr/>
        </p:nvSpPr>
        <p:spPr>
          <a:xfrm>
            <a:off x="5438950" y="3352325"/>
            <a:ext cx="2431200" cy="8835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r>
              <a:rPr lang="en" sz="1200">
                <a:solidFill>
                  <a:schemeClr val="lt1"/>
                </a:solidFill>
                <a:latin typeface="Dosis"/>
                <a:ea typeface="Dosis"/>
                <a:cs typeface="Dosis"/>
                <a:sym typeface="Dosis"/>
              </a:rPr>
              <a:t>CREDITS: This presentation template was created by </a:t>
            </a:r>
            <a:r>
              <a:rPr lang="en" sz="1200">
                <a:solidFill>
                  <a:schemeClr val="lt1"/>
                </a:solidFill>
                <a:uFill>
                  <a:noFill/>
                </a:uFill>
                <a:latin typeface="Dosis"/>
                <a:ea typeface="Dosis"/>
                <a:cs typeface="Dosis"/>
                <a:sym typeface="Dosis"/>
                <a:hlinkClick r:id="rId2">
                  <a:extLst>
                    <a:ext uri="{A12FA001-AC4F-418D-AE19-62706E023703}">
                      <ahyp:hlinkClr xmlns:ahyp="http://schemas.microsoft.com/office/drawing/2018/hyperlinkcolor" val="tx"/>
                    </a:ext>
                  </a:extLst>
                </a:hlinkClick>
              </a:rPr>
              <a:t>Slidesgo</a:t>
            </a:r>
            <a:r>
              <a:rPr lang="en" sz="1200">
                <a:solidFill>
                  <a:schemeClr val="lt1"/>
                </a:solidFill>
                <a:latin typeface="Dosis"/>
                <a:ea typeface="Dosis"/>
                <a:cs typeface="Dosis"/>
                <a:sym typeface="Dosis"/>
              </a:rPr>
              <a:t>, including icons by </a:t>
            </a:r>
            <a:r>
              <a:rPr lang="en" sz="1200">
                <a:solidFill>
                  <a:schemeClr val="lt1"/>
                </a:solidFill>
                <a:uFill>
                  <a:noFill/>
                </a:uFill>
                <a:latin typeface="Dosis"/>
                <a:ea typeface="Dosis"/>
                <a:cs typeface="Dosis"/>
                <a:sym typeface="Dosis"/>
                <a:hlinkClick r:id="rId3">
                  <a:extLst>
                    <a:ext uri="{A12FA001-AC4F-418D-AE19-62706E023703}">
                      <ahyp:hlinkClr xmlns:ahyp="http://schemas.microsoft.com/office/drawing/2018/hyperlinkcolor" val="tx"/>
                    </a:ext>
                  </a:extLst>
                </a:hlinkClick>
              </a:rPr>
              <a:t>Flaticon</a:t>
            </a:r>
            <a:r>
              <a:rPr lang="en" sz="1200">
                <a:solidFill>
                  <a:schemeClr val="lt1"/>
                </a:solidFill>
                <a:latin typeface="Dosis"/>
                <a:ea typeface="Dosis"/>
                <a:cs typeface="Dosis"/>
                <a:sym typeface="Dosis"/>
              </a:rPr>
              <a:t> and infographics &amp; images by </a:t>
            </a:r>
            <a:r>
              <a:rPr lang="en" sz="1200">
                <a:solidFill>
                  <a:schemeClr val="lt1"/>
                </a:solidFill>
                <a:uFill>
                  <a:noFill/>
                </a:uFill>
                <a:latin typeface="Dosis"/>
                <a:ea typeface="Dosis"/>
                <a:cs typeface="Dosis"/>
                <a:sym typeface="Dosis"/>
                <a:hlinkClick r:id="rId4">
                  <a:extLst>
                    <a:ext uri="{A12FA001-AC4F-418D-AE19-62706E023703}">
                      <ahyp:hlinkClr xmlns:ahyp="http://schemas.microsoft.com/office/drawing/2018/hyperlinkcolor" val="tx"/>
                    </a:ext>
                  </a:extLst>
                </a:hlinkClick>
              </a:rPr>
              <a:t>Freepik</a:t>
            </a:r>
            <a:endParaRPr sz="1200">
              <a:solidFill>
                <a:schemeClr val="lt1"/>
              </a:solidFill>
              <a:latin typeface="Dosis"/>
              <a:ea typeface="Dosis"/>
              <a:cs typeface="Dosis"/>
              <a:sym typeface="Dosis"/>
            </a:endParaRPr>
          </a:p>
        </p:txBody>
      </p:sp>
      <p:sp>
        <p:nvSpPr>
          <p:cNvPr id="3514" name="Google Shape;3514;p55"/>
          <p:cNvSpPr txBox="1">
            <a:spLocks noGrp="1"/>
          </p:cNvSpPr>
          <p:nvPr>
            <p:ph type="subTitle" idx="1"/>
          </p:nvPr>
        </p:nvSpPr>
        <p:spPr>
          <a:xfrm>
            <a:off x="5426600" y="1706250"/>
            <a:ext cx="2526300" cy="82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515" name="Google Shape;3515;p55"/>
          <p:cNvSpPr txBox="1"/>
          <p:nvPr/>
        </p:nvSpPr>
        <p:spPr>
          <a:xfrm>
            <a:off x="713225" y="3650075"/>
            <a:ext cx="4284000" cy="5187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endParaRPr>
              <a:solidFill>
                <a:schemeClr val="dk2"/>
              </a:solidFill>
              <a:latin typeface="Quattrocento"/>
              <a:ea typeface="Quattrocento"/>
              <a:cs typeface="Quattrocento"/>
              <a:sym typeface="Quattrocento"/>
            </a:endParaRPr>
          </a:p>
        </p:txBody>
      </p:sp>
      <p:sp>
        <p:nvSpPr>
          <p:cNvPr id="3516" name="Google Shape;3516;p55"/>
          <p:cNvSpPr/>
          <p:nvPr/>
        </p:nvSpPr>
        <p:spPr>
          <a:xfrm flipH="1">
            <a:off x="668071" y="17362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7" name="Google Shape;3517;p55"/>
          <p:cNvGrpSpPr/>
          <p:nvPr/>
        </p:nvGrpSpPr>
        <p:grpSpPr>
          <a:xfrm>
            <a:off x="-580335" y="539505"/>
            <a:ext cx="4084025" cy="3381541"/>
            <a:chOff x="3573297" y="232872"/>
            <a:chExt cx="5470164" cy="4529254"/>
          </a:xfrm>
        </p:grpSpPr>
        <p:sp>
          <p:nvSpPr>
            <p:cNvPr id="3518" name="Google Shape;3518;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6" name="Google Shape;3526;p55"/>
          <p:cNvGrpSpPr/>
          <p:nvPr/>
        </p:nvGrpSpPr>
        <p:grpSpPr>
          <a:xfrm>
            <a:off x="503142" y="2963321"/>
            <a:ext cx="2514088" cy="2081645"/>
            <a:chOff x="3573297" y="232872"/>
            <a:chExt cx="5470164" cy="4529254"/>
          </a:xfrm>
        </p:grpSpPr>
        <p:sp>
          <p:nvSpPr>
            <p:cNvPr id="3527" name="Google Shape;3527;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55"/>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55"/>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55"/>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55"/>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5"/>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55"/>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55"/>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5"/>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5"/>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5"/>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5"/>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5"/>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5"/>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5"/>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9" name="Google Shape;3549;p55"/>
          <p:cNvSpPr/>
          <p:nvPr/>
        </p:nvSpPr>
        <p:spPr>
          <a:xfrm>
            <a:off x="1167719" y="9"/>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0" name="Google Shape;3550;p55"/>
          <p:cNvGrpSpPr/>
          <p:nvPr/>
        </p:nvGrpSpPr>
        <p:grpSpPr>
          <a:xfrm flipH="1">
            <a:off x="3109182" y="2293566"/>
            <a:ext cx="1066559" cy="1066631"/>
            <a:chOff x="4915725" y="3008700"/>
            <a:chExt cx="368975" cy="369000"/>
          </a:xfrm>
        </p:grpSpPr>
        <p:sp>
          <p:nvSpPr>
            <p:cNvPr id="3551" name="Google Shape;3551;p55"/>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5"/>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3" name="Google Shape;3553;p55"/>
          <p:cNvGrpSpPr/>
          <p:nvPr/>
        </p:nvGrpSpPr>
        <p:grpSpPr>
          <a:xfrm>
            <a:off x="407981" y="-215984"/>
            <a:ext cx="849275" cy="848250"/>
            <a:chOff x="2651171" y="2397773"/>
            <a:chExt cx="2099568" cy="2097033"/>
          </a:xfrm>
        </p:grpSpPr>
        <p:sp>
          <p:nvSpPr>
            <p:cNvPr id="3554" name="Google Shape;3554;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6" name="Google Shape;3556;p55"/>
          <p:cNvGrpSpPr/>
          <p:nvPr/>
        </p:nvGrpSpPr>
        <p:grpSpPr>
          <a:xfrm flipH="1">
            <a:off x="8178167" y="86029"/>
            <a:ext cx="1162531" cy="1161127"/>
            <a:chOff x="7253149" y="3334154"/>
            <a:chExt cx="1162531" cy="1161127"/>
          </a:xfrm>
        </p:grpSpPr>
        <p:sp>
          <p:nvSpPr>
            <p:cNvPr id="3557" name="Google Shape;3557;p55"/>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8" name="Google Shape;3558;p55"/>
            <p:cNvGrpSpPr/>
            <p:nvPr/>
          </p:nvGrpSpPr>
          <p:grpSpPr>
            <a:xfrm>
              <a:off x="7253149" y="3334154"/>
              <a:ext cx="1162531" cy="1161127"/>
              <a:chOff x="2651171" y="2397773"/>
              <a:chExt cx="2099568" cy="2097033"/>
            </a:xfrm>
          </p:grpSpPr>
          <p:sp>
            <p:nvSpPr>
              <p:cNvPr id="3559" name="Google Shape;3559;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61" name="Google Shape;3561;p55"/>
          <p:cNvSpPr txBox="1">
            <a:spLocks noGrp="1"/>
          </p:cNvSpPr>
          <p:nvPr>
            <p:ph type="ctrTitle"/>
          </p:nvPr>
        </p:nvSpPr>
        <p:spPr>
          <a:xfrm>
            <a:off x="713231" y="857975"/>
            <a:ext cx="3621300" cy="821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7000" b="1"/>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62"/>
        <p:cNvGrpSpPr/>
        <p:nvPr/>
      </p:nvGrpSpPr>
      <p:grpSpPr>
        <a:xfrm>
          <a:off x="0" y="0"/>
          <a:ext cx="0" cy="0"/>
          <a:chOff x="0" y="0"/>
          <a:chExt cx="0" cy="0"/>
        </a:xfrm>
      </p:grpSpPr>
      <p:sp>
        <p:nvSpPr>
          <p:cNvPr id="3563" name="Google Shape;3563;p56"/>
          <p:cNvSpPr/>
          <p:nvPr/>
        </p:nvSpPr>
        <p:spPr>
          <a:xfrm flipH="1">
            <a:off x="102342" y="1027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4" name="Google Shape;3564;p56"/>
          <p:cNvGrpSpPr/>
          <p:nvPr/>
        </p:nvGrpSpPr>
        <p:grpSpPr>
          <a:xfrm flipH="1">
            <a:off x="-603882" y="-418180"/>
            <a:ext cx="2136578" cy="1768212"/>
            <a:chOff x="5440750" y="1669400"/>
            <a:chExt cx="971525" cy="804025"/>
          </a:xfrm>
        </p:grpSpPr>
        <p:sp>
          <p:nvSpPr>
            <p:cNvPr id="3565" name="Google Shape;356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6"/>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6"/>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6"/>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6" name="Google Shape;3576;p56"/>
          <p:cNvGrpSpPr/>
          <p:nvPr/>
        </p:nvGrpSpPr>
        <p:grpSpPr>
          <a:xfrm>
            <a:off x="-1110993" y="1389236"/>
            <a:ext cx="2429466" cy="2063219"/>
            <a:chOff x="4665875" y="2808650"/>
            <a:chExt cx="993850" cy="844025"/>
          </a:xfrm>
        </p:grpSpPr>
        <p:sp>
          <p:nvSpPr>
            <p:cNvPr id="3577" name="Google Shape;3577;p5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6"/>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6"/>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6"/>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4" name="Google Shape;3584;p56"/>
          <p:cNvGrpSpPr/>
          <p:nvPr/>
        </p:nvGrpSpPr>
        <p:grpSpPr>
          <a:xfrm flipH="1">
            <a:off x="6738226" y="2911751"/>
            <a:ext cx="3525470" cy="3410618"/>
            <a:chOff x="5440750" y="1669400"/>
            <a:chExt cx="971525" cy="939875"/>
          </a:xfrm>
        </p:grpSpPr>
        <p:sp>
          <p:nvSpPr>
            <p:cNvPr id="3585" name="Google Shape;358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6"/>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7" name="Google Shape;3597;p56"/>
          <p:cNvGrpSpPr/>
          <p:nvPr/>
        </p:nvGrpSpPr>
        <p:grpSpPr>
          <a:xfrm rot="5400000">
            <a:off x="6875511" y="1422360"/>
            <a:ext cx="2695006" cy="2887947"/>
            <a:chOff x="5440750" y="1669400"/>
            <a:chExt cx="975815" cy="1045676"/>
          </a:xfrm>
        </p:grpSpPr>
        <p:sp>
          <p:nvSpPr>
            <p:cNvPr id="3598" name="Google Shape;3598;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6"/>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10"/>
        <p:cNvGrpSpPr/>
        <p:nvPr/>
      </p:nvGrpSpPr>
      <p:grpSpPr>
        <a:xfrm>
          <a:off x="0" y="0"/>
          <a:ext cx="0" cy="0"/>
          <a:chOff x="0" y="0"/>
          <a:chExt cx="0" cy="0"/>
        </a:xfrm>
      </p:grpSpPr>
      <p:grpSp>
        <p:nvGrpSpPr>
          <p:cNvPr id="3611" name="Google Shape;3611;p57"/>
          <p:cNvGrpSpPr/>
          <p:nvPr/>
        </p:nvGrpSpPr>
        <p:grpSpPr>
          <a:xfrm rot="10800000" flipH="1">
            <a:off x="-1215840" y="503176"/>
            <a:ext cx="2872823" cy="2439739"/>
            <a:chOff x="4665875" y="2808650"/>
            <a:chExt cx="993850" cy="844025"/>
          </a:xfrm>
        </p:grpSpPr>
        <p:sp>
          <p:nvSpPr>
            <p:cNvPr id="3612" name="Google Shape;361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5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9" name="Google Shape;3619;p57"/>
          <p:cNvGrpSpPr/>
          <p:nvPr/>
        </p:nvGrpSpPr>
        <p:grpSpPr>
          <a:xfrm rot="10800000" flipH="1">
            <a:off x="-309809" y="2691848"/>
            <a:ext cx="2872292" cy="2378232"/>
            <a:chOff x="2210400" y="2558550"/>
            <a:chExt cx="971025" cy="804000"/>
          </a:xfrm>
        </p:grpSpPr>
        <p:sp>
          <p:nvSpPr>
            <p:cNvPr id="3620" name="Google Shape;3620;p5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8" name="Google Shape;3628;p57"/>
          <p:cNvSpPr/>
          <p:nvPr/>
        </p:nvSpPr>
        <p:spPr>
          <a:xfrm rot="10800000" flipH="1">
            <a:off x="-94215" y="30811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1" name="Google Shape;3631;p57"/>
          <p:cNvGrpSpPr/>
          <p:nvPr/>
        </p:nvGrpSpPr>
        <p:grpSpPr>
          <a:xfrm flipH="1">
            <a:off x="6947190" y="-119799"/>
            <a:ext cx="3563418" cy="3276021"/>
            <a:chOff x="4765450" y="2817950"/>
            <a:chExt cx="894275" cy="822150"/>
          </a:xfrm>
        </p:grpSpPr>
        <p:sp>
          <p:nvSpPr>
            <p:cNvPr id="3632" name="Google Shape;363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4E29AA"/>
            </a:gs>
            <a:gs pos="100000">
              <a:srgbClr val="674EA7"/>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300"/>
              <a:buFont typeface="Space Grotesk"/>
              <a:buNone/>
              <a:defRPr sz="3300">
                <a:solidFill>
                  <a:schemeClr val="lt1"/>
                </a:solidFill>
                <a:latin typeface="Space Grotesk"/>
                <a:ea typeface="Space Grotesk"/>
                <a:cs typeface="Space Grotesk"/>
                <a:sym typeface="Space Grotesk"/>
              </a:defRPr>
            </a:lvl1pPr>
            <a:lvl2pPr lvl="1">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marL="914400" lvl="1"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2pPr>
            <a:lvl3pPr marL="1371600" lvl="2"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3pPr>
            <a:lvl4pPr marL="1828800" lvl="3"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4pPr>
            <a:lvl5pPr marL="2286000" lvl="4"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5pPr>
            <a:lvl6pPr marL="2743200" lvl="5"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6pPr>
            <a:lvl7pPr marL="3200400" lvl="6"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7pPr>
            <a:lvl8pPr marL="3657600" lvl="7"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8pPr>
            <a:lvl9pPr marL="4114800" lvl="8"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8" r:id="rId5"/>
    <p:sldLayoutId id="2147483659" r:id="rId6"/>
    <p:sldLayoutId id="2147483660" r:id="rId7"/>
    <p:sldLayoutId id="2147483661" r:id="rId8"/>
    <p:sldLayoutId id="2147483662" r:id="rId9"/>
    <p:sldLayoutId id="2147483663" r:id="rId10"/>
    <p:sldLayoutId id="2147483665" r:id="rId11"/>
    <p:sldLayoutId id="2147483671" r:id="rId12"/>
    <p:sldLayoutId id="2147483674" r:id="rId13"/>
    <p:sldLayoutId id="2147483678" r:id="rId14"/>
    <p:sldLayoutId id="2147483693" r:id="rId15"/>
    <p:sldLayoutId id="2147483697" r:id="rId16"/>
    <p:sldLayoutId id="2147483698" r:id="rId17"/>
    <p:sldLayoutId id="2147483701" r:id="rId18"/>
    <p:sldLayoutId id="2147483702" r:id="rId19"/>
    <p:sldLayoutId id="2147483703"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340">
          <p15:clr>
            <a:srgbClr val="EA4335"/>
          </p15:clr>
        </p15:guide>
        <p15:guide id="5"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svg"/><Relationship Id="rId11" Type="http://schemas.openxmlformats.org/officeDocument/2006/relationships/image" Target="../media/image9.svg"/><Relationship Id="rId5" Type="http://schemas.openxmlformats.org/officeDocument/2006/relationships/image" Target="../media/image5.pn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4.svg"/><Relationship Id="rId7"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sv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6.svg"/><Relationship Id="rId5" Type="http://schemas.openxmlformats.org/officeDocument/2006/relationships/image" Target="../media/image1.sv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https://www.linkedin.com/in/silvia-espinosa-granados-a36a7324a/" TargetMode="External"/><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4E29AA"/>
            </a:gs>
            <a:gs pos="100000">
              <a:srgbClr val="674EA7"/>
            </a:gs>
          </a:gsLst>
          <a:lin ang="16198662" scaled="0"/>
        </a:gradFill>
        <a:effectLst/>
      </p:bgPr>
    </p:bg>
    <p:spTree>
      <p:nvGrpSpPr>
        <p:cNvPr id="1" name="Shape 3645"/>
        <p:cNvGrpSpPr/>
        <p:nvPr/>
      </p:nvGrpSpPr>
      <p:grpSpPr>
        <a:xfrm>
          <a:off x="0" y="0"/>
          <a:ext cx="0" cy="0"/>
          <a:chOff x="0" y="0"/>
          <a:chExt cx="0" cy="0"/>
        </a:xfrm>
      </p:grpSpPr>
      <p:sp>
        <p:nvSpPr>
          <p:cNvPr id="3646" name="Google Shape;3646;p61"/>
          <p:cNvSpPr txBox="1">
            <a:spLocks noGrp="1"/>
          </p:cNvSpPr>
          <p:nvPr>
            <p:ph type="ctrTitle"/>
          </p:nvPr>
        </p:nvSpPr>
        <p:spPr>
          <a:xfrm>
            <a:off x="375921" y="345053"/>
            <a:ext cx="6288634" cy="3347747"/>
          </a:xfrm>
          <a:prstGeom prst="rect">
            <a:avLst/>
          </a:prstGeom>
        </p:spPr>
        <p:txBody>
          <a:bodyPr spcFirstLastPara="1" wrap="square" lIns="91425" tIns="91425" rIns="91425" bIns="91425" anchor="ctr" anchorCtr="0">
            <a:noAutofit/>
          </a:bodyPr>
          <a:lstStyle/>
          <a:p>
            <a:pPr lvl="0"/>
            <a:r>
              <a:rPr lang="en-US" sz="4800" b="1" dirty="0"/>
              <a:t>Unemployment Data Analysis </a:t>
            </a:r>
            <a:br>
              <a:rPr lang="en-US" sz="4400" b="1" dirty="0"/>
            </a:br>
            <a:r>
              <a:rPr lang="en-US" sz="4000" b="1" dirty="0"/>
              <a:t>Using Machine </a:t>
            </a:r>
            <a:br>
              <a:rPr lang="en-US" sz="4000" b="1" dirty="0"/>
            </a:br>
            <a:r>
              <a:rPr lang="en-US" sz="4000" b="1" dirty="0"/>
              <a:t>Learning and Power BI</a:t>
            </a:r>
            <a:br>
              <a:rPr lang="en-US" sz="4400" b="1" dirty="0"/>
            </a:br>
            <a:endParaRPr sz="4400" dirty="0"/>
          </a:p>
        </p:txBody>
      </p:sp>
      <p:sp>
        <p:nvSpPr>
          <p:cNvPr id="3647" name="Google Shape;3647;p61"/>
          <p:cNvSpPr txBox="1">
            <a:spLocks noGrp="1"/>
          </p:cNvSpPr>
          <p:nvPr>
            <p:ph type="subTitle" idx="1"/>
          </p:nvPr>
        </p:nvSpPr>
        <p:spPr>
          <a:xfrm>
            <a:off x="323332" y="4302907"/>
            <a:ext cx="4166222" cy="748777"/>
          </a:xfrm>
          <a:prstGeom prst="rect">
            <a:avLst/>
          </a:prstGeom>
        </p:spPr>
        <p:txBody>
          <a:bodyPr spcFirstLastPara="1" wrap="square" lIns="91425" tIns="91425" rIns="91425" bIns="91425" anchor="t" anchorCtr="0">
            <a:noAutofit/>
          </a:bodyPr>
          <a:lstStyle/>
          <a:p>
            <a:pPr marL="0" lvl="0" indent="0"/>
            <a:r>
              <a:rPr lang="en-US" sz="1400" dirty="0"/>
              <a:t>Silvia Leticia Espinosa Granados </a:t>
            </a:r>
          </a:p>
          <a:p>
            <a:pPr marL="0" lvl="0" indent="0"/>
            <a:r>
              <a:rPr lang="en-US" sz="1400" dirty="0"/>
              <a:t>Course: Advanced Data Analytics Specialist Training</a:t>
            </a:r>
          </a:p>
          <a:p>
            <a:pPr marL="0" lvl="0" indent="0"/>
            <a:r>
              <a:rPr lang="en-US" sz="1400" dirty="0"/>
              <a:t>Date: 31.03.26</a:t>
            </a:r>
          </a:p>
          <a:p>
            <a:pPr marL="0" lvl="0" indent="0"/>
            <a:endParaRPr lang="en-US" dirty="0"/>
          </a:p>
          <a:p>
            <a:pPr marL="0" lvl="0" indent="0"/>
            <a:r>
              <a:rPr lang="en-US" dirty="0"/>
              <a:t> </a:t>
            </a:r>
            <a:endParaRPr dirty="0"/>
          </a:p>
        </p:txBody>
      </p:sp>
      <p:grpSp>
        <p:nvGrpSpPr>
          <p:cNvPr id="3648" name="Google Shape;3648;p61"/>
          <p:cNvGrpSpPr/>
          <p:nvPr/>
        </p:nvGrpSpPr>
        <p:grpSpPr>
          <a:xfrm>
            <a:off x="5765013" y="1711902"/>
            <a:ext cx="2570941" cy="3431439"/>
            <a:chOff x="763650" y="3098350"/>
            <a:chExt cx="548175" cy="731650"/>
          </a:xfrm>
        </p:grpSpPr>
        <p:sp>
          <p:nvSpPr>
            <p:cNvPr id="3649" name="Google Shape;3649;p61"/>
            <p:cNvSpPr/>
            <p:nvPr/>
          </p:nvSpPr>
          <p:spPr>
            <a:xfrm>
              <a:off x="836500" y="3388325"/>
              <a:ext cx="463800" cy="440750"/>
            </a:xfrm>
            <a:custGeom>
              <a:avLst/>
              <a:gdLst/>
              <a:ahLst/>
              <a:cxnLst/>
              <a:rect l="l" t="t" r="r" b="b"/>
              <a:pathLst>
                <a:path w="18552" h="17630" extrusionOk="0">
                  <a:moveTo>
                    <a:pt x="11415" y="1"/>
                  </a:moveTo>
                  <a:lnTo>
                    <a:pt x="11433" y="167"/>
                  </a:lnTo>
                  <a:lnTo>
                    <a:pt x="6399" y="167"/>
                  </a:lnTo>
                  <a:cubicBezTo>
                    <a:pt x="5182" y="167"/>
                    <a:pt x="4113" y="757"/>
                    <a:pt x="3430" y="1679"/>
                  </a:cubicBezTo>
                  <a:lnTo>
                    <a:pt x="3430" y="1642"/>
                  </a:lnTo>
                  <a:lnTo>
                    <a:pt x="517" y="6400"/>
                  </a:lnTo>
                  <a:lnTo>
                    <a:pt x="2010" y="6731"/>
                  </a:lnTo>
                  <a:lnTo>
                    <a:pt x="0" y="10346"/>
                  </a:lnTo>
                  <a:lnTo>
                    <a:pt x="2435" y="11544"/>
                  </a:lnTo>
                  <a:lnTo>
                    <a:pt x="2213" y="17630"/>
                  </a:lnTo>
                  <a:lnTo>
                    <a:pt x="15841" y="17630"/>
                  </a:lnTo>
                  <a:lnTo>
                    <a:pt x="15195" y="9184"/>
                  </a:lnTo>
                  <a:lnTo>
                    <a:pt x="18551" y="9461"/>
                  </a:lnTo>
                  <a:lnTo>
                    <a:pt x="17426" y="3228"/>
                  </a:lnTo>
                  <a:cubicBezTo>
                    <a:pt x="17408" y="3154"/>
                    <a:pt x="17390" y="3080"/>
                    <a:pt x="17371" y="3007"/>
                  </a:cubicBezTo>
                  <a:cubicBezTo>
                    <a:pt x="16873" y="1255"/>
                    <a:pt x="15214" y="56"/>
                    <a:pt x="13388" y="38"/>
                  </a:cubicBezTo>
                  <a:lnTo>
                    <a:pt x="1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61"/>
            <p:cNvSpPr/>
            <p:nvPr/>
          </p:nvSpPr>
          <p:spPr>
            <a:xfrm>
              <a:off x="895050" y="3486075"/>
              <a:ext cx="33675" cy="227300"/>
            </a:xfrm>
            <a:custGeom>
              <a:avLst/>
              <a:gdLst/>
              <a:ahLst/>
              <a:cxnLst/>
              <a:rect l="l" t="t" r="r" b="b"/>
              <a:pathLst>
                <a:path w="1347" h="9092" extrusionOk="0">
                  <a:moveTo>
                    <a:pt x="1310" y="0"/>
                  </a:moveTo>
                  <a:cubicBezTo>
                    <a:pt x="1273" y="0"/>
                    <a:pt x="1254" y="19"/>
                    <a:pt x="1254" y="37"/>
                  </a:cubicBezTo>
                  <a:lnTo>
                    <a:pt x="0" y="9036"/>
                  </a:lnTo>
                  <a:cubicBezTo>
                    <a:pt x="0" y="9054"/>
                    <a:pt x="19" y="9091"/>
                    <a:pt x="37" y="9091"/>
                  </a:cubicBezTo>
                  <a:cubicBezTo>
                    <a:pt x="74" y="9091"/>
                    <a:pt x="93" y="9073"/>
                    <a:pt x="93" y="9054"/>
                  </a:cubicBezTo>
                  <a:lnTo>
                    <a:pt x="1346" y="55"/>
                  </a:lnTo>
                  <a:cubicBezTo>
                    <a:pt x="1346" y="37"/>
                    <a:pt x="1328" y="0"/>
                    <a:pt x="131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61"/>
            <p:cNvSpPr/>
            <p:nvPr/>
          </p:nvSpPr>
          <p:spPr>
            <a:xfrm>
              <a:off x="967875" y="3415525"/>
              <a:ext cx="158150" cy="414475"/>
            </a:xfrm>
            <a:custGeom>
              <a:avLst/>
              <a:gdLst/>
              <a:ahLst/>
              <a:cxnLst/>
              <a:rect l="l" t="t" r="r" b="b"/>
              <a:pathLst>
                <a:path w="6326" h="16579" extrusionOk="0">
                  <a:moveTo>
                    <a:pt x="6326" y="1"/>
                  </a:moveTo>
                  <a:lnTo>
                    <a:pt x="1181" y="702"/>
                  </a:lnTo>
                  <a:lnTo>
                    <a:pt x="1" y="16578"/>
                  </a:lnTo>
                  <a:lnTo>
                    <a:pt x="6289" y="16542"/>
                  </a:lnTo>
                  <a:lnTo>
                    <a:pt x="5515" y="886"/>
                  </a:lnTo>
                  <a:lnTo>
                    <a:pt x="6326" y="1"/>
                  </a:ln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61"/>
            <p:cNvSpPr/>
            <p:nvPr/>
          </p:nvSpPr>
          <p:spPr>
            <a:xfrm>
              <a:off x="836500" y="3501275"/>
              <a:ext cx="85775" cy="136950"/>
            </a:xfrm>
            <a:custGeom>
              <a:avLst/>
              <a:gdLst/>
              <a:ahLst/>
              <a:cxnLst/>
              <a:rect l="l" t="t" r="r" b="b"/>
              <a:pathLst>
                <a:path w="3431" h="5478" extrusionOk="0">
                  <a:moveTo>
                    <a:pt x="572" y="1"/>
                  </a:moveTo>
                  <a:cubicBezTo>
                    <a:pt x="259" y="1"/>
                    <a:pt x="0" y="259"/>
                    <a:pt x="0" y="572"/>
                  </a:cubicBezTo>
                  <a:lnTo>
                    <a:pt x="0" y="4906"/>
                  </a:lnTo>
                  <a:cubicBezTo>
                    <a:pt x="0" y="5219"/>
                    <a:pt x="259" y="5477"/>
                    <a:pt x="572" y="5477"/>
                  </a:cubicBezTo>
                  <a:lnTo>
                    <a:pt x="2877" y="5477"/>
                  </a:lnTo>
                  <a:cubicBezTo>
                    <a:pt x="3191" y="5477"/>
                    <a:pt x="3430" y="5219"/>
                    <a:pt x="3430" y="4906"/>
                  </a:cubicBezTo>
                  <a:lnTo>
                    <a:pt x="3430" y="572"/>
                  </a:lnTo>
                  <a:cubicBezTo>
                    <a:pt x="3430" y="259"/>
                    <a:pt x="3191" y="1"/>
                    <a:pt x="28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61"/>
            <p:cNvSpPr/>
            <p:nvPr/>
          </p:nvSpPr>
          <p:spPr>
            <a:xfrm>
              <a:off x="763650" y="3532175"/>
              <a:ext cx="144325" cy="127725"/>
            </a:xfrm>
            <a:custGeom>
              <a:avLst/>
              <a:gdLst/>
              <a:ahLst/>
              <a:cxnLst/>
              <a:rect l="l" t="t" r="r" b="b"/>
              <a:pathLst>
                <a:path w="5773" h="5109" extrusionOk="0">
                  <a:moveTo>
                    <a:pt x="3136" y="0"/>
                  </a:moveTo>
                  <a:cubicBezTo>
                    <a:pt x="3062" y="19"/>
                    <a:pt x="3007" y="55"/>
                    <a:pt x="2951" y="92"/>
                  </a:cubicBezTo>
                  <a:cubicBezTo>
                    <a:pt x="2435" y="443"/>
                    <a:pt x="1107" y="1715"/>
                    <a:pt x="1107" y="1715"/>
                  </a:cubicBezTo>
                  <a:cubicBezTo>
                    <a:pt x="738" y="2065"/>
                    <a:pt x="480" y="2545"/>
                    <a:pt x="314" y="3024"/>
                  </a:cubicBezTo>
                  <a:cubicBezTo>
                    <a:pt x="167" y="3485"/>
                    <a:pt x="1" y="4112"/>
                    <a:pt x="277" y="4536"/>
                  </a:cubicBezTo>
                  <a:cubicBezTo>
                    <a:pt x="443" y="4776"/>
                    <a:pt x="702" y="4924"/>
                    <a:pt x="978" y="5016"/>
                  </a:cubicBezTo>
                  <a:cubicBezTo>
                    <a:pt x="1199" y="5080"/>
                    <a:pt x="1425" y="5108"/>
                    <a:pt x="1649" y="5108"/>
                  </a:cubicBezTo>
                  <a:cubicBezTo>
                    <a:pt x="1873" y="5108"/>
                    <a:pt x="2094" y="5080"/>
                    <a:pt x="2306" y="5034"/>
                  </a:cubicBezTo>
                  <a:cubicBezTo>
                    <a:pt x="2712" y="4961"/>
                    <a:pt x="3080" y="4795"/>
                    <a:pt x="3449" y="4610"/>
                  </a:cubicBezTo>
                  <a:cubicBezTo>
                    <a:pt x="3818" y="4444"/>
                    <a:pt x="4224" y="4315"/>
                    <a:pt x="4592" y="4168"/>
                  </a:cubicBezTo>
                  <a:cubicBezTo>
                    <a:pt x="5017" y="4020"/>
                    <a:pt x="5219" y="3467"/>
                    <a:pt x="4888" y="3393"/>
                  </a:cubicBezTo>
                  <a:cubicBezTo>
                    <a:pt x="5238" y="3375"/>
                    <a:pt x="5607" y="3209"/>
                    <a:pt x="5533" y="2785"/>
                  </a:cubicBezTo>
                  <a:cubicBezTo>
                    <a:pt x="5515" y="2545"/>
                    <a:pt x="5349" y="2490"/>
                    <a:pt x="5146" y="2471"/>
                  </a:cubicBezTo>
                  <a:cubicBezTo>
                    <a:pt x="5478" y="2434"/>
                    <a:pt x="5773" y="2342"/>
                    <a:pt x="5736" y="1992"/>
                  </a:cubicBezTo>
                  <a:cubicBezTo>
                    <a:pt x="5753" y="1635"/>
                    <a:pt x="5488" y="1528"/>
                    <a:pt x="5201" y="1528"/>
                  </a:cubicBezTo>
                  <a:cubicBezTo>
                    <a:pt x="5176" y="1528"/>
                    <a:pt x="5152" y="1529"/>
                    <a:pt x="5127" y="1531"/>
                  </a:cubicBezTo>
                  <a:cubicBezTo>
                    <a:pt x="5349" y="1475"/>
                    <a:pt x="5533" y="1365"/>
                    <a:pt x="5515" y="1107"/>
                  </a:cubicBezTo>
                  <a:cubicBezTo>
                    <a:pt x="5444" y="744"/>
                    <a:pt x="5199" y="636"/>
                    <a:pt x="4900" y="636"/>
                  </a:cubicBezTo>
                  <a:cubicBezTo>
                    <a:pt x="4576" y="636"/>
                    <a:pt x="4189" y="763"/>
                    <a:pt x="3892" y="830"/>
                  </a:cubicBezTo>
                  <a:cubicBezTo>
                    <a:pt x="3615" y="922"/>
                    <a:pt x="3375" y="996"/>
                    <a:pt x="3154" y="1051"/>
                  </a:cubicBezTo>
                  <a:cubicBezTo>
                    <a:pt x="3265" y="812"/>
                    <a:pt x="3375" y="553"/>
                    <a:pt x="3394" y="277"/>
                  </a:cubicBezTo>
                  <a:cubicBezTo>
                    <a:pt x="3394" y="203"/>
                    <a:pt x="3394" y="92"/>
                    <a:pt x="3320" y="37"/>
                  </a:cubicBezTo>
                  <a:cubicBezTo>
                    <a:pt x="3283" y="0"/>
                    <a:pt x="3191" y="0"/>
                    <a:pt x="3136" y="0"/>
                  </a:cubicBezTo>
                  <a:close/>
                </a:path>
              </a:pathLst>
            </a:custGeom>
            <a:solidFill>
              <a:srgbClr val="FE9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61"/>
            <p:cNvSpPr/>
            <p:nvPr/>
          </p:nvSpPr>
          <p:spPr>
            <a:xfrm>
              <a:off x="811600" y="3546925"/>
              <a:ext cx="35525" cy="24000"/>
            </a:xfrm>
            <a:custGeom>
              <a:avLst/>
              <a:gdLst/>
              <a:ahLst/>
              <a:cxnLst/>
              <a:rect l="l" t="t" r="r" b="b"/>
              <a:pathLst>
                <a:path w="1421" h="960" extrusionOk="0">
                  <a:moveTo>
                    <a:pt x="1421" y="0"/>
                  </a:moveTo>
                  <a:cubicBezTo>
                    <a:pt x="1181" y="74"/>
                    <a:pt x="1" y="959"/>
                    <a:pt x="1" y="959"/>
                  </a:cubicBezTo>
                  <a:lnTo>
                    <a:pt x="1236" y="461"/>
                  </a:lnTo>
                  <a:lnTo>
                    <a:pt x="1421"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61"/>
            <p:cNvSpPr/>
            <p:nvPr/>
          </p:nvSpPr>
          <p:spPr>
            <a:xfrm>
              <a:off x="871525" y="3568575"/>
              <a:ext cx="24475" cy="8325"/>
            </a:xfrm>
            <a:custGeom>
              <a:avLst/>
              <a:gdLst/>
              <a:ahLst/>
              <a:cxnLst/>
              <a:rect l="l" t="t" r="r" b="b"/>
              <a:pathLst>
                <a:path w="979" h="333" extrusionOk="0">
                  <a:moveTo>
                    <a:pt x="923" y="1"/>
                  </a:moveTo>
                  <a:cubicBezTo>
                    <a:pt x="794" y="1"/>
                    <a:pt x="112" y="204"/>
                    <a:pt x="38" y="241"/>
                  </a:cubicBezTo>
                  <a:cubicBezTo>
                    <a:pt x="19" y="241"/>
                    <a:pt x="1" y="278"/>
                    <a:pt x="1" y="296"/>
                  </a:cubicBezTo>
                  <a:cubicBezTo>
                    <a:pt x="19" y="314"/>
                    <a:pt x="38" y="333"/>
                    <a:pt x="56" y="333"/>
                  </a:cubicBezTo>
                  <a:lnTo>
                    <a:pt x="75" y="333"/>
                  </a:lnTo>
                  <a:cubicBezTo>
                    <a:pt x="370" y="241"/>
                    <a:pt x="849" y="93"/>
                    <a:pt x="941" y="93"/>
                  </a:cubicBezTo>
                  <a:cubicBezTo>
                    <a:pt x="960" y="93"/>
                    <a:pt x="978" y="75"/>
                    <a:pt x="978" y="38"/>
                  </a:cubicBezTo>
                  <a:cubicBezTo>
                    <a:pt x="978" y="19"/>
                    <a:pt x="960" y="1"/>
                    <a:pt x="923"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61"/>
            <p:cNvSpPr/>
            <p:nvPr/>
          </p:nvSpPr>
          <p:spPr>
            <a:xfrm>
              <a:off x="875225" y="3592375"/>
              <a:ext cx="20300" cy="7575"/>
            </a:xfrm>
            <a:custGeom>
              <a:avLst/>
              <a:gdLst/>
              <a:ahLst/>
              <a:cxnLst/>
              <a:rect l="l" t="t" r="r" b="b"/>
              <a:pathLst>
                <a:path w="812" h="303" extrusionOk="0">
                  <a:moveTo>
                    <a:pt x="764" y="1"/>
                  </a:moveTo>
                  <a:cubicBezTo>
                    <a:pt x="756" y="1"/>
                    <a:pt x="748" y="3"/>
                    <a:pt x="738" y="8"/>
                  </a:cubicBezTo>
                  <a:lnTo>
                    <a:pt x="56" y="211"/>
                  </a:lnTo>
                  <a:cubicBezTo>
                    <a:pt x="19" y="211"/>
                    <a:pt x="0" y="248"/>
                    <a:pt x="19" y="266"/>
                  </a:cubicBezTo>
                  <a:cubicBezTo>
                    <a:pt x="19" y="284"/>
                    <a:pt x="37" y="303"/>
                    <a:pt x="56" y="303"/>
                  </a:cubicBezTo>
                  <a:lnTo>
                    <a:pt x="74" y="303"/>
                  </a:lnTo>
                  <a:lnTo>
                    <a:pt x="775" y="100"/>
                  </a:lnTo>
                  <a:cubicBezTo>
                    <a:pt x="793" y="100"/>
                    <a:pt x="812" y="63"/>
                    <a:pt x="812" y="45"/>
                  </a:cubicBezTo>
                  <a:cubicBezTo>
                    <a:pt x="798" y="18"/>
                    <a:pt x="785" y="1"/>
                    <a:pt x="764"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61"/>
            <p:cNvSpPr/>
            <p:nvPr/>
          </p:nvSpPr>
          <p:spPr>
            <a:xfrm>
              <a:off x="875225" y="3615600"/>
              <a:ext cx="12000" cy="5100"/>
            </a:xfrm>
            <a:custGeom>
              <a:avLst/>
              <a:gdLst/>
              <a:ahLst/>
              <a:cxnLst/>
              <a:rect l="l" t="t" r="r" b="b"/>
              <a:pathLst>
                <a:path w="480" h="204" extrusionOk="0">
                  <a:moveTo>
                    <a:pt x="406" y="1"/>
                  </a:moveTo>
                  <a:lnTo>
                    <a:pt x="37" y="111"/>
                  </a:lnTo>
                  <a:cubicBezTo>
                    <a:pt x="0" y="111"/>
                    <a:pt x="0" y="148"/>
                    <a:pt x="0" y="167"/>
                  </a:cubicBezTo>
                  <a:cubicBezTo>
                    <a:pt x="0" y="185"/>
                    <a:pt x="19" y="204"/>
                    <a:pt x="56" y="204"/>
                  </a:cubicBezTo>
                  <a:lnTo>
                    <a:pt x="443" y="111"/>
                  </a:lnTo>
                  <a:cubicBezTo>
                    <a:pt x="461" y="93"/>
                    <a:pt x="480" y="75"/>
                    <a:pt x="480" y="38"/>
                  </a:cubicBezTo>
                  <a:cubicBezTo>
                    <a:pt x="461" y="19"/>
                    <a:pt x="443" y="1"/>
                    <a:pt x="40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61"/>
            <p:cNvSpPr/>
            <p:nvPr/>
          </p:nvSpPr>
          <p:spPr>
            <a:xfrm>
              <a:off x="847100" y="3522200"/>
              <a:ext cx="166900" cy="147700"/>
            </a:xfrm>
            <a:custGeom>
              <a:avLst/>
              <a:gdLst/>
              <a:ahLst/>
              <a:cxnLst/>
              <a:rect l="l" t="t" r="r" b="b"/>
              <a:pathLst>
                <a:path w="6676" h="5908" extrusionOk="0">
                  <a:moveTo>
                    <a:pt x="3018" y="1"/>
                  </a:moveTo>
                  <a:cubicBezTo>
                    <a:pt x="2971" y="1"/>
                    <a:pt x="2924" y="14"/>
                    <a:pt x="2877" y="49"/>
                  </a:cubicBezTo>
                  <a:cubicBezTo>
                    <a:pt x="2803" y="104"/>
                    <a:pt x="2785" y="215"/>
                    <a:pt x="2803" y="325"/>
                  </a:cubicBezTo>
                  <a:cubicBezTo>
                    <a:pt x="2803" y="639"/>
                    <a:pt x="2933" y="934"/>
                    <a:pt x="3043" y="1211"/>
                  </a:cubicBezTo>
                  <a:cubicBezTo>
                    <a:pt x="2785" y="1137"/>
                    <a:pt x="2508" y="1045"/>
                    <a:pt x="2213" y="934"/>
                  </a:cubicBezTo>
                  <a:cubicBezTo>
                    <a:pt x="1867" y="835"/>
                    <a:pt x="1408" y="666"/>
                    <a:pt x="1029" y="666"/>
                  </a:cubicBezTo>
                  <a:cubicBezTo>
                    <a:pt x="703" y="666"/>
                    <a:pt x="436" y="791"/>
                    <a:pt x="351" y="1192"/>
                  </a:cubicBezTo>
                  <a:cubicBezTo>
                    <a:pt x="314" y="1487"/>
                    <a:pt x="535" y="1616"/>
                    <a:pt x="775" y="1690"/>
                  </a:cubicBezTo>
                  <a:cubicBezTo>
                    <a:pt x="742" y="1688"/>
                    <a:pt x="710" y="1687"/>
                    <a:pt x="678" y="1687"/>
                  </a:cubicBezTo>
                  <a:cubicBezTo>
                    <a:pt x="347" y="1687"/>
                    <a:pt x="56" y="1784"/>
                    <a:pt x="56" y="2188"/>
                  </a:cubicBezTo>
                  <a:cubicBezTo>
                    <a:pt x="1" y="2594"/>
                    <a:pt x="351" y="2704"/>
                    <a:pt x="720" y="2759"/>
                  </a:cubicBezTo>
                  <a:cubicBezTo>
                    <a:pt x="480" y="2759"/>
                    <a:pt x="296" y="2833"/>
                    <a:pt x="259" y="3110"/>
                  </a:cubicBezTo>
                  <a:cubicBezTo>
                    <a:pt x="167" y="3589"/>
                    <a:pt x="591" y="3774"/>
                    <a:pt x="996" y="3829"/>
                  </a:cubicBezTo>
                  <a:cubicBezTo>
                    <a:pt x="609" y="3903"/>
                    <a:pt x="812" y="4530"/>
                    <a:pt x="1291" y="4714"/>
                  </a:cubicBezTo>
                  <a:lnTo>
                    <a:pt x="3855" y="5821"/>
                  </a:lnTo>
                  <a:cubicBezTo>
                    <a:pt x="3988" y="5883"/>
                    <a:pt x="4159" y="5908"/>
                    <a:pt x="4345" y="5908"/>
                  </a:cubicBezTo>
                  <a:cubicBezTo>
                    <a:pt x="4931" y="5908"/>
                    <a:pt x="5677" y="5665"/>
                    <a:pt x="5957" y="5581"/>
                  </a:cubicBezTo>
                  <a:cubicBezTo>
                    <a:pt x="6049" y="5544"/>
                    <a:pt x="6104" y="5507"/>
                    <a:pt x="6160" y="5433"/>
                  </a:cubicBezTo>
                  <a:cubicBezTo>
                    <a:pt x="6676" y="4659"/>
                    <a:pt x="6233" y="3091"/>
                    <a:pt x="5367" y="2022"/>
                  </a:cubicBezTo>
                  <a:cubicBezTo>
                    <a:pt x="5367" y="2022"/>
                    <a:pt x="3891" y="528"/>
                    <a:pt x="3301" y="123"/>
                  </a:cubicBezTo>
                  <a:cubicBezTo>
                    <a:pt x="3246" y="86"/>
                    <a:pt x="3172" y="30"/>
                    <a:pt x="3099" y="12"/>
                  </a:cubicBezTo>
                  <a:cubicBezTo>
                    <a:pt x="3072" y="5"/>
                    <a:pt x="3045" y="1"/>
                    <a:pt x="301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61"/>
            <p:cNvSpPr/>
            <p:nvPr/>
          </p:nvSpPr>
          <p:spPr>
            <a:xfrm>
              <a:off x="918550" y="3539075"/>
              <a:ext cx="39675" cy="28625"/>
            </a:xfrm>
            <a:custGeom>
              <a:avLst/>
              <a:gdLst/>
              <a:ahLst/>
              <a:cxnLst/>
              <a:rect l="l" t="t" r="r" b="b"/>
              <a:pathLst>
                <a:path w="1587" h="1145" extrusionOk="0">
                  <a:moveTo>
                    <a:pt x="1" y="1"/>
                  </a:moveTo>
                  <a:lnTo>
                    <a:pt x="185" y="536"/>
                  </a:lnTo>
                  <a:lnTo>
                    <a:pt x="1587" y="1144"/>
                  </a:lnTo>
                  <a:cubicBezTo>
                    <a:pt x="1587" y="1144"/>
                    <a:pt x="259" y="93"/>
                    <a:pt x="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61"/>
            <p:cNvSpPr/>
            <p:nvPr/>
          </p:nvSpPr>
          <p:spPr>
            <a:xfrm>
              <a:off x="861850" y="3562125"/>
              <a:ext cx="27700" cy="10175"/>
            </a:xfrm>
            <a:custGeom>
              <a:avLst/>
              <a:gdLst/>
              <a:ahLst/>
              <a:cxnLst/>
              <a:rect l="l" t="t" r="r" b="b"/>
              <a:pathLst>
                <a:path w="1108" h="407" extrusionOk="0">
                  <a:moveTo>
                    <a:pt x="56" y="1"/>
                  </a:moveTo>
                  <a:cubicBezTo>
                    <a:pt x="19" y="1"/>
                    <a:pt x="1" y="19"/>
                    <a:pt x="1" y="56"/>
                  </a:cubicBezTo>
                  <a:cubicBezTo>
                    <a:pt x="1" y="75"/>
                    <a:pt x="19" y="93"/>
                    <a:pt x="38" y="93"/>
                  </a:cubicBezTo>
                  <a:cubicBezTo>
                    <a:pt x="167" y="111"/>
                    <a:pt x="794" y="314"/>
                    <a:pt x="1033" y="388"/>
                  </a:cubicBezTo>
                  <a:cubicBezTo>
                    <a:pt x="1033" y="406"/>
                    <a:pt x="1033" y="406"/>
                    <a:pt x="1033" y="406"/>
                  </a:cubicBezTo>
                  <a:cubicBezTo>
                    <a:pt x="1070" y="406"/>
                    <a:pt x="1089" y="388"/>
                    <a:pt x="1089" y="370"/>
                  </a:cubicBezTo>
                  <a:cubicBezTo>
                    <a:pt x="1107" y="333"/>
                    <a:pt x="1089" y="314"/>
                    <a:pt x="1052" y="296"/>
                  </a:cubicBezTo>
                  <a:cubicBezTo>
                    <a:pt x="978" y="277"/>
                    <a:pt x="203" y="1"/>
                    <a:pt x="5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61"/>
            <p:cNvSpPr/>
            <p:nvPr/>
          </p:nvSpPr>
          <p:spPr>
            <a:xfrm>
              <a:off x="861850" y="3589600"/>
              <a:ext cx="22150" cy="8975"/>
            </a:xfrm>
            <a:custGeom>
              <a:avLst/>
              <a:gdLst/>
              <a:ahLst/>
              <a:cxnLst/>
              <a:rect l="l" t="t" r="r" b="b"/>
              <a:pathLst>
                <a:path w="886" h="359" extrusionOk="0">
                  <a:moveTo>
                    <a:pt x="46" y="1"/>
                  </a:moveTo>
                  <a:cubicBezTo>
                    <a:pt x="27" y="1"/>
                    <a:pt x="14" y="14"/>
                    <a:pt x="1" y="27"/>
                  </a:cubicBezTo>
                  <a:cubicBezTo>
                    <a:pt x="1" y="63"/>
                    <a:pt x="1" y="82"/>
                    <a:pt x="38" y="100"/>
                  </a:cubicBezTo>
                  <a:lnTo>
                    <a:pt x="830" y="359"/>
                  </a:lnTo>
                  <a:cubicBezTo>
                    <a:pt x="867" y="359"/>
                    <a:pt x="886" y="340"/>
                    <a:pt x="886" y="322"/>
                  </a:cubicBezTo>
                  <a:cubicBezTo>
                    <a:pt x="886" y="285"/>
                    <a:pt x="886" y="266"/>
                    <a:pt x="849" y="248"/>
                  </a:cubicBezTo>
                  <a:lnTo>
                    <a:pt x="74" y="8"/>
                  </a:lnTo>
                  <a:cubicBezTo>
                    <a:pt x="64" y="3"/>
                    <a:pt x="54" y="1"/>
                    <a:pt x="4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61"/>
            <p:cNvSpPr/>
            <p:nvPr/>
          </p:nvSpPr>
          <p:spPr>
            <a:xfrm>
              <a:off x="870625" y="3616350"/>
              <a:ext cx="13375" cy="5725"/>
            </a:xfrm>
            <a:custGeom>
              <a:avLst/>
              <a:gdLst/>
              <a:ahLst/>
              <a:cxnLst/>
              <a:rect l="l" t="t" r="r" b="b"/>
              <a:pathLst>
                <a:path w="535" h="229" extrusionOk="0">
                  <a:moveTo>
                    <a:pt x="38" y="0"/>
                  </a:moveTo>
                  <a:cubicBezTo>
                    <a:pt x="20" y="0"/>
                    <a:pt x="0" y="18"/>
                    <a:pt x="0" y="45"/>
                  </a:cubicBezTo>
                  <a:cubicBezTo>
                    <a:pt x="0" y="63"/>
                    <a:pt x="0" y="100"/>
                    <a:pt x="37" y="100"/>
                  </a:cubicBezTo>
                  <a:lnTo>
                    <a:pt x="461" y="229"/>
                  </a:lnTo>
                  <a:lnTo>
                    <a:pt x="479" y="229"/>
                  </a:lnTo>
                  <a:cubicBezTo>
                    <a:pt x="498" y="229"/>
                    <a:pt x="516" y="211"/>
                    <a:pt x="516" y="192"/>
                  </a:cubicBezTo>
                  <a:cubicBezTo>
                    <a:pt x="535" y="174"/>
                    <a:pt x="516" y="137"/>
                    <a:pt x="479" y="137"/>
                  </a:cubicBezTo>
                  <a:lnTo>
                    <a:pt x="55" y="8"/>
                  </a:lnTo>
                  <a:cubicBezTo>
                    <a:pt x="50" y="3"/>
                    <a:pt x="44" y="0"/>
                    <a:pt x="38" y="0"/>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61"/>
            <p:cNvSpPr/>
            <p:nvPr/>
          </p:nvSpPr>
          <p:spPr>
            <a:xfrm>
              <a:off x="961425" y="3581750"/>
              <a:ext cx="350400" cy="190750"/>
            </a:xfrm>
            <a:custGeom>
              <a:avLst/>
              <a:gdLst/>
              <a:ahLst/>
              <a:cxnLst/>
              <a:rect l="l" t="t" r="r" b="b"/>
              <a:pathLst>
                <a:path w="14016" h="7630" extrusionOk="0">
                  <a:moveTo>
                    <a:pt x="1826" y="1"/>
                  </a:moveTo>
                  <a:cubicBezTo>
                    <a:pt x="1682" y="1"/>
                    <a:pt x="1539" y="88"/>
                    <a:pt x="1476" y="230"/>
                  </a:cubicBezTo>
                  <a:lnTo>
                    <a:pt x="93" y="3623"/>
                  </a:lnTo>
                  <a:cubicBezTo>
                    <a:pt x="1" y="3844"/>
                    <a:pt x="111" y="4102"/>
                    <a:pt x="333" y="4195"/>
                  </a:cubicBezTo>
                  <a:lnTo>
                    <a:pt x="6344" y="6518"/>
                  </a:lnTo>
                  <a:lnTo>
                    <a:pt x="8686" y="7422"/>
                  </a:lnTo>
                  <a:cubicBezTo>
                    <a:pt x="9184" y="7570"/>
                    <a:pt x="9681" y="7629"/>
                    <a:pt x="10157" y="7629"/>
                  </a:cubicBezTo>
                  <a:cubicBezTo>
                    <a:pt x="10334" y="7629"/>
                    <a:pt x="10508" y="7621"/>
                    <a:pt x="10678" y="7606"/>
                  </a:cubicBezTo>
                  <a:cubicBezTo>
                    <a:pt x="12614" y="7385"/>
                    <a:pt x="14015" y="5983"/>
                    <a:pt x="13923" y="4176"/>
                  </a:cubicBezTo>
                  <a:lnTo>
                    <a:pt x="13499" y="1336"/>
                  </a:lnTo>
                  <a:lnTo>
                    <a:pt x="7838" y="1152"/>
                  </a:lnTo>
                  <a:lnTo>
                    <a:pt x="7653" y="1650"/>
                  </a:lnTo>
                  <a:lnTo>
                    <a:pt x="2509" y="193"/>
                  </a:lnTo>
                  <a:lnTo>
                    <a:pt x="1900" y="9"/>
                  </a:lnTo>
                  <a:cubicBezTo>
                    <a:pt x="1876" y="3"/>
                    <a:pt x="1851" y="1"/>
                    <a:pt x="18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61"/>
            <p:cNvSpPr/>
            <p:nvPr/>
          </p:nvSpPr>
          <p:spPr>
            <a:xfrm>
              <a:off x="1006600" y="3586375"/>
              <a:ext cx="19400" cy="50925"/>
            </a:xfrm>
            <a:custGeom>
              <a:avLst/>
              <a:gdLst/>
              <a:ahLst/>
              <a:cxnLst/>
              <a:rect l="l" t="t" r="r" b="b"/>
              <a:pathLst>
                <a:path w="776" h="2037" extrusionOk="0">
                  <a:moveTo>
                    <a:pt x="700" y="0"/>
                  </a:moveTo>
                  <a:cubicBezTo>
                    <a:pt x="683" y="0"/>
                    <a:pt x="665" y="13"/>
                    <a:pt x="665" y="27"/>
                  </a:cubicBezTo>
                  <a:lnTo>
                    <a:pt x="19" y="1981"/>
                  </a:lnTo>
                  <a:cubicBezTo>
                    <a:pt x="1" y="2000"/>
                    <a:pt x="19" y="2037"/>
                    <a:pt x="38" y="2037"/>
                  </a:cubicBezTo>
                  <a:lnTo>
                    <a:pt x="56" y="2037"/>
                  </a:lnTo>
                  <a:cubicBezTo>
                    <a:pt x="75" y="2037"/>
                    <a:pt x="93" y="2037"/>
                    <a:pt x="112" y="2018"/>
                  </a:cubicBezTo>
                  <a:lnTo>
                    <a:pt x="757" y="63"/>
                  </a:lnTo>
                  <a:cubicBezTo>
                    <a:pt x="775" y="45"/>
                    <a:pt x="757" y="8"/>
                    <a:pt x="720" y="8"/>
                  </a:cubicBezTo>
                  <a:cubicBezTo>
                    <a:pt x="715" y="3"/>
                    <a:pt x="708" y="0"/>
                    <a:pt x="70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61"/>
            <p:cNvSpPr/>
            <p:nvPr/>
          </p:nvSpPr>
          <p:spPr>
            <a:xfrm>
              <a:off x="976650" y="3662175"/>
              <a:ext cx="11075" cy="11075"/>
            </a:xfrm>
            <a:custGeom>
              <a:avLst/>
              <a:gdLst/>
              <a:ahLst/>
              <a:cxnLst/>
              <a:rect l="l" t="t" r="r" b="b"/>
              <a:pathLst>
                <a:path w="443" h="443" extrusionOk="0">
                  <a:moveTo>
                    <a:pt x="222" y="111"/>
                  </a:moveTo>
                  <a:cubicBezTo>
                    <a:pt x="277" y="111"/>
                    <a:pt x="332" y="166"/>
                    <a:pt x="332" y="222"/>
                  </a:cubicBezTo>
                  <a:cubicBezTo>
                    <a:pt x="332" y="295"/>
                    <a:pt x="277" y="351"/>
                    <a:pt x="222" y="351"/>
                  </a:cubicBezTo>
                  <a:cubicBezTo>
                    <a:pt x="148" y="351"/>
                    <a:pt x="92" y="295"/>
                    <a:pt x="92" y="222"/>
                  </a:cubicBezTo>
                  <a:cubicBezTo>
                    <a:pt x="92" y="166"/>
                    <a:pt x="148" y="111"/>
                    <a:pt x="222" y="111"/>
                  </a:cubicBezTo>
                  <a:close/>
                  <a:moveTo>
                    <a:pt x="222" y="0"/>
                  </a:moveTo>
                  <a:cubicBezTo>
                    <a:pt x="92" y="0"/>
                    <a:pt x="0" y="111"/>
                    <a:pt x="0" y="222"/>
                  </a:cubicBezTo>
                  <a:cubicBezTo>
                    <a:pt x="0" y="351"/>
                    <a:pt x="92" y="443"/>
                    <a:pt x="222" y="443"/>
                  </a:cubicBezTo>
                  <a:cubicBezTo>
                    <a:pt x="332" y="443"/>
                    <a:pt x="443" y="351"/>
                    <a:pt x="443" y="222"/>
                  </a:cubicBezTo>
                  <a:cubicBezTo>
                    <a:pt x="443" y="111"/>
                    <a:pt x="332" y="0"/>
                    <a:pt x="222"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61"/>
            <p:cNvSpPr/>
            <p:nvPr/>
          </p:nvSpPr>
          <p:spPr>
            <a:xfrm>
              <a:off x="1104350" y="3608225"/>
              <a:ext cx="106500" cy="30925"/>
            </a:xfrm>
            <a:custGeom>
              <a:avLst/>
              <a:gdLst/>
              <a:ahLst/>
              <a:cxnLst/>
              <a:rect l="l" t="t" r="r" b="b"/>
              <a:pathLst>
                <a:path w="4260" h="1237" extrusionOk="0">
                  <a:moveTo>
                    <a:pt x="74" y="1"/>
                  </a:moveTo>
                  <a:cubicBezTo>
                    <a:pt x="56" y="1"/>
                    <a:pt x="19" y="19"/>
                    <a:pt x="19" y="38"/>
                  </a:cubicBezTo>
                  <a:cubicBezTo>
                    <a:pt x="0" y="75"/>
                    <a:pt x="19" y="93"/>
                    <a:pt x="56" y="111"/>
                  </a:cubicBezTo>
                  <a:cubicBezTo>
                    <a:pt x="92" y="111"/>
                    <a:pt x="4020" y="1199"/>
                    <a:pt x="4205" y="1236"/>
                  </a:cubicBezTo>
                  <a:cubicBezTo>
                    <a:pt x="4223" y="1236"/>
                    <a:pt x="4260" y="1236"/>
                    <a:pt x="4260" y="1199"/>
                  </a:cubicBezTo>
                  <a:cubicBezTo>
                    <a:pt x="4260" y="1181"/>
                    <a:pt x="4241" y="1144"/>
                    <a:pt x="4223" y="1144"/>
                  </a:cubicBezTo>
                  <a:cubicBezTo>
                    <a:pt x="4186" y="1126"/>
                    <a:pt x="129" y="19"/>
                    <a:pt x="74"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61"/>
            <p:cNvSpPr/>
            <p:nvPr/>
          </p:nvSpPr>
          <p:spPr>
            <a:xfrm>
              <a:off x="1169350" y="3530775"/>
              <a:ext cx="6475" cy="99150"/>
            </a:xfrm>
            <a:custGeom>
              <a:avLst/>
              <a:gdLst/>
              <a:ahLst/>
              <a:cxnLst/>
              <a:rect l="l" t="t" r="r" b="b"/>
              <a:pathLst>
                <a:path w="259" h="3966" extrusionOk="0">
                  <a:moveTo>
                    <a:pt x="37" y="1"/>
                  </a:moveTo>
                  <a:cubicBezTo>
                    <a:pt x="19" y="1"/>
                    <a:pt x="0" y="38"/>
                    <a:pt x="0" y="56"/>
                  </a:cubicBezTo>
                  <a:lnTo>
                    <a:pt x="148" y="3910"/>
                  </a:lnTo>
                  <a:cubicBezTo>
                    <a:pt x="148" y="3929"/>
                    <a:pt x="185" y="3965"/>
                    <a:pt x="203" y="3965"/>
                  </a:cubicBezTo>
                  <a:cubicBezTo>
                    <a:pt x="240" y="3965"/>
                    <a:pt x="258" y="3929"/>
                    <a:pt x="258" y="3910"/>
                  </a:cubicBezTo>
                  <a:lnTo>
                    <a:pt x="92" y="56"/>
                  </a:lnTo>
                  <a:cubicBezTo>
                    <a:pt x="92" y="19"/>
                    <a:pt x="74" y="1"/>
                    <a:pt x="37"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61"/>
            <p:cNvSpPr/>
            <p:nvPr/>
          </p:nvSpPr>
          <p:spPr>
            <a:xfrm>
              <a:off x="960975" y="3661050"/>
              <a:ext cx="22600" cy="31575"/>
            </a:xfrm>
            <a:custGeom>
              <a:avLst/>
              <a:gdLst/>
              <a:ahLst/>
              <a:cxnLst/>
              <a:rect l="l" t="t" r="r" b="b"/>
              <a:pathLst>
                <a:path w="904" h="1263" extrusionOk="0">
                  <a:moveTo>
                    <a:pt x="275" y="1"/>
                  </a:moveTo>
                  <a:cubicBezTo>
                    <a:pt x="257" y="1"/>
                    <a:pt x="235" y="14"/>
                    <a:pt x="222" y="27"/>
                  </a:cubicBezTo>
                  <a:lnTo>
                    <a:pt x="37" y="488"/>
                  </a:lnTo>
                  <a:cubicBezTo>
                    <a:pt x="0" y="598"/>
                    <a:pt x="0" y="709"/>
                    <a:pt x="56" y="820"/>
                  </a:cubicBezTo>
                  <a:cubicBezTo>
                    <a:pt x="93" y="930"/>
                    <a:pt x="185" y="1004"/>
                    <a:pt x="295" y="1041"/>
                  </a:cubicBezTo>
                  <a:lnTo>
                    <a:pt x="830" y="1244"/>
                  </a:lnTo>
                  <a:cubicBezTo>
                    <a:pt x="830" y="1262"/>
                    <a:pt x="830" y="1262"/>
                    <a:pt x="849" y="1262"/>
                  </a:cubicBezTo>
                  <a:cubicBezTo>
                    <a:pt x="867" y="1262"/>
                    <a:pt x="885" y="1244"/>
                    <a:pt x="885" y="1225"/>
                  </a:cubicBezTo>
                  <a:cubicBezTo>
                    <a:pt x="904" y="1207"/>
                    <a:pt x="885" y="1170"/>
                    <a:pt x="867" y="1152"/>
                  </a:cubicBezTo>
                  <a:lnTo>
                    <a:pt x="332" y="949"/>
                  </a:lnTo>
                  <a:cubicBezTo>
                    <a:pt x="240" y="930"/>
                    <a:pt x="185" y="857"/>
                    <a:pt x="148" y="783"/>
                  </a:cubicBezTo>
                  <a:cubicBezTo>
                    <a:pt x="111" y="691"/>
                    <a:pt x="111" y="598"/>
                    <a:pt x="129" y="525"/>
                  </a:cubicBezTo>
                  <a:lnTo>
                    <a:pt x="314" y="64"/>
                  </a:lnTo>
                  <a:cubicBezTo>
                    <a:pt x="332" y="45"/>
                    <a:pt x="314" y="8"/>
                    <a:pt x="295" y="8"/>
                  </a:cubicBezTo>
                  <a:cubicBezTo>
                    <a:pt x="290" y="3"/>
                    <a:pt x="283" y="1"/>
                    <a:pt x="275"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61"/>
            <p:cNvSpPr/>
            <p:nvPr/>
          </p:nvSpPr>
          <p:spPr>
            <a:xfrm>
              <a:off x="1109425" y="3739900"/>
              <a:ext cx="120325" cy="34325"/>
            </a:xfrm>
            <a:custGeom>
              <a:avLst/>
              <a:gdLst/>
              <a:ahLst/>
              <a:cxnLst/>
              <a:rect l="l" t="t" r="r" b="b"/>
              <a:pathLst>
                <a:path w="4813" h="1373" extrusionOk="0">
                  <a:moveTo>
                    <a:pt x="46" y="0"/>
                  </a:moveTo>
                  <a:cubicBezTo>
                    <a:pt x="26" y="0"/>
                    <a:pt x="13" y="13"/>
                    <a:pt x="0" y="26"/>
                  </a:cubicBezTo>
                  <a:cubicBezTo>
                    <a:pt x="0" y="63"/>
                    <a:pt x="0" y="81"/>
                    <a:pt x="37" y="100"/>
                  </a:cubicBezTo>
                  <a:lnTo>
                    <a:pt x="2619" y="1077"/>
                  </a:lnTo>
                  <a:cubicBezTo>
                    <a:pt x="3098" y="1262"/>
                    <a:pt x="3633" y="1372"/>
                    <a:pt x="4149" y="1372"/>
                  </a:cubicBezTo>
                  <a:cubicBezTo>
                    <a:pt x="4352" y="1372"/>
                    <a:pt x="4555" y="1354"/>
                    <a:pt x="4758" y="1317"/>
                  </a:cubicBezTo>
                  <a:cubicBezTo>
                    <a:pt x="4776" y="1317"/>
                    <a:pt x="4813" y="1298"/>
                    <a:pt x="4795" y="1262"/>
                  </a:cubicBezTo>
                  <a:cubicBezTo>
                    <a:pt x="4795" y="1243"/>
                    <a:pt x="4776" y="1225"/>
                    <a:pt x="4739" y="1225"/>
                  </a:cubicBezTo>
                  <a:cubicBezTo>
                    <a:pt x="4547" y="1250"/>
                    <a:pt x="4354" y="1263"/>
                    <a:pt x="4161" y="1263"/>
                  </a:cubicBezTo>
                  <a:cubicBezTo>
                    <a:pt x="3649" y="1263"/>
                    <a:pt x="3138" y="1173"/>
                    <a:pt x="2655" y="985"/>
                  </a:cubicBezTo>
                  <a:lnTo>
                    <a:pt x="74" y="8"/>
                  </a:lnTo>
                  <a:cubicBezTo>
                    <a:pt x="63" y="2"/>
                    <a:pt x="54" y="0"/>
                    <a:pt x="46"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61"/>
            <p:cNvSpPr/>
            <p:nvPr/>
          </p:nvSpPr>
          <p:spPr>
            <a:xfrm>
              <a:off x="904975" y="3098350"/>
              <a:ext cx="217825" cy="118525"/>
            </a:xfrm>
            <a:custGeom>
              <a:avLst/>
              <a:gdLst/>
              <a:ahLst/>
              <a:cxnLst/>
              <a:rect l="l" t="t" r="r" b="b"/>
              <a:pathLst>
                <a:path w="8713" h="4741" extrusionOk="0">
                  <a:moveTo>
                    <a:pt x="4914" y="1"/>
                  </a:moveTo>
                  <a:cubicBezTo>
                    <a:pt x="4416" y="1"/>
                    <a:pt x="3937" y="185"/>
                    <a:pt x="3568" y="499"/>
                  </a:cubicBezTo>
                  <a:cubicBezTo>
                    <a:pt x="3531" y="480"/>
                    <a:pt x="3494" y="480"/>
                    <a:pt x="3457" y="480"/>
                  </a:cubicBezTo>
                  <a:cubicBezTo>
                    <a:pt x="2959" y="480"/>
                    <a:pt x="2554" y="739"/>
                    <a:pt x="2314" y="1126"/>
                  </a:cubicBezTo>
                  <a:cubicBezTo>
                    <a:pt x="2074" y="1052"/>
                    <a:pt x="1853" y="960"/>
                    <a:pt x="1650" y="886"/>
                  </a:cubicBezTo>
                  <a:cubicBezTo>
                    <a:pt x="1601" y="865"/>
                    <a:pt x="1551" y="855"/>
                    <a:pt x="1502" y="855"/>
                  </a:cubicBezTo>
                  <a:cubicBezTo>
                    <a:pt x="1298" y="855"/>
                    <a:pt x="1123" y="1028"/>
                    <a:pt x="1152" y="1236"/>
                  </a:cubicBezTo>
                  <a:lnTo>
                    <a:pt x="1189" y="1771"/>
                  </a:lnTo>
                  <a:cubicBezTo>
                    <a:pt x="1189" y="1827"/>
                    <a:pt x="1152" y="1863"/>
                    <a:pt x="1097" y="1863"/>
                  </a:cubicBezTo>
                  <a:lnTo>
                    <a:pt x="673" y="1771"/>
                  </a:lnTo>
                  <a:cubicBezTo>
                    <a:pt x="648" y="1767"/>
                    <a:pt x="623" y="1766"/>
                    <a:pt x="599" y="1766"/>
                  </a:cubicBezTo>
                  <a:cubicBezTo>
                    <a:pt x="264" y="1766"/>
                    <a:pt x="1" y="2108"/>
                    <a:pt x="138" y="2435"/>
                  </a:cubicBezTo>
                  <a:cubicBezTo>
                    <a:pt x="323" y="2915"/>
                    <a:pt x="747" y="3505"/>
                    <a:pt x="1595" y="3818"/>
                  </a:cubicBezTo>
                  <a:cubicBezTo>
                    <a:pt x="1890" y="3929"/>
                    <a:pt x="2240" y="4021"/>
                    <a:pt x="2664" y="4058"/>
                  </a:cubicBezTo>
                  <a:cubicBezTo>
                    <a:pt x="2826" y="4071"/>
                    <a:pt x="2980" y="4078"/>
                    <a:pt x="3129" y="4078"/>
                  </a:cubicBezTo>
                  <a:cubicBezTo>
                    <a:pt x="4589" y="4078"/>
                    <a:pt x="5418" y="3457"/>
                    <a:pt x="5836" y="2988"/>
                  </a:cubicBezTo>
                  <a:lnTo>
                    <a:pt x="6518" y="2988"/>
                  </a:lnTo>
                  <a:lnTo>
                    <a:pt x="6666" y="4740"/>
                  </a:lnTo>
                  <a:lnTo>
                    <a:pt x="7348" y="4685"/>
                  </a:lnTo>
                  <a:lnTo>
                    <a:pt x="8031" y="4629"/>
                  </a:lnTo>
                  <a:cubicBezTo>
                    <a:pt x="8104" y="4629"/>
                    <a:pt x="8178" y="4629"/>
                    <a:pt x="8252" y="4648"/>
                  </a:cubicBezTo>
                  <a:lnTo>
                    <a:pt x="8565" y="3265"/>
                  </a:lnTo>
                  <a:cubicBezTo>
                    <a:pt x="8713" y="2638"/>
                    <a:pt x="8381" y="1937"/>
                    <a:pt x="7754" y="1734"/>
                  </a:cubicBezTo>
                  <a:cubicBezTo>
                    <a:pt x="7735" y="1734"/>
                    <a:pt x="7717" y="1734"/>
                    <a:pt x="7699" y="1716"/>
                  </a:cubicBezTo>
                  <a:cubicBezTo>
                    <a:pt x="7570" y="757"/>
                    <a:pt x="6740" y="1"/>
                    <a:pt x="57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61"/>
            <p:cNvSpPr/>
            <p:nvPr/>
          </p:nvSpPr>
          <p:spPr>
            <a:xfrm>
              <a:off x="944825" y="3161050"/>
              <a:ext cx="191825" cy="271700"/>
            </a:xfrm>
            <a:custGeom>
              <a:avLst/>
              <a:gdLst/>
              <a:ahLst/>
              <a:cxnLst/>
              <a:rect l="l" t="t" r="r" b="b"/>
              <a:pathLst>
                <a:path w="7673" h="10868" extrusionOk="0">
                  <a:moveTo>
                    <a:pt x="4648" y="1"/>
                  </a:moveTo>
                  <a:cubicBezTo>
                    <a:pt x="4611" y="1"/>
                    <a:pt x="4574" y="1"/>
                    <a:pt x="4556" y="38"/>
                  </a:cubicBezTo>
                  <a:cubicBezTo>
                    <a:pt x="4384" y="347"/>
                    <a:pt x="3587" y="1570"/>
                    <a:pt x="1537" y="1570"/>
                  </a:cubicBezTo>
                  <a:cubicBezTo>
                    <a:pt x="1388" y="1570"/>
                    <a:pt x="1233" y="1564"/>
                    <a:pt x="1070" y="1550"/>
                  </a:cubicBezTo>
                  <a:cubicBezTo>
                    <a:pt x="646" y="1513"/>
                    <a:pt x="296" y="1421"/>
                    <a:pt x="1" y="1310"/>
                  </a:cubicBezTo>
                  <a:lnTo>
                    <a:pt x="1" y="1310"/>
                  </a:lnTo>
                  <a:lnTo>
                    <a:pt x="388" y="6068"/>
                  </a:lnTo>
                  <a:cubicBezTo>
                    <a:pt x="458" y="6972"/>
                    <a:pt x="1216" y="7680"/>
                    <a:pt x="2122" y="7680"/>
                  </a:cubicBezTo>
                  <a:cubicBezTo>
                    <a:pt x="2177" y="7680"/>
                    <a:pt x="2232" y="7677"/>
                    <a:pt x="2287" y="7672"/>
                  </a:cubicBezTo>
                  <a:lnTo>
                    <a:pt x="2380" y="7672"/>
                  </a:lnTo>
                  <a:lnTo>
                    <a:pt x="2619" y="9239"/>
                  </a:lnTo>
                  <a:cubicBezTo>
                    <a:pt x="2786" y="10189"/>
                    <a:pt x="3600" y="10867"/>
                    <a:pt x="4530" y="10867"/>
                  </a:cubicBezTo>
                  <a:cubicBezTo>
                    <a:pt x="4630" y="10867"/>
                    <a:pt x="4731" y="10860"/>
                    <a:pt x="4832" y="10844"/>
                  </a:cubicBezTo>
                  <a:lnTo>
                    <a:pt x="5293" y="10770"/>
                  </a:lnTo>
                  <a:cubicBezTo>
                    <a:pt x="6344" y="10604"/>
                    <a:pt x="7064" y="9608"/>
                    <a:pt x="6898" y="8557"/>
                  </a:cubicBezTo>
                  <a:lnTo>
                    <a:pt x="6252" y="4592"/>
                  </a:lnTo>
                  <a:lnTo>
                    <a:pt x="6639" y="4556"/>
                  </a:lnTo>
                  <a:cubicBezTo>
                    <a:pt x="7229" y="4519"/>
                    <a:pt x="7672" y="3984"/>
                    <a:pt x="7635" y="3394"/>
                  </a:cubicBezTo>
                  <a:lnTo>
                    <a:pt x="7617" y="3136"/>
                  </a:lnTo>
                  <a:cubicBezTo>
                    <a:pt x="7561" y="2601"/>
                    <a:pt x="7156" y="2195"/>
                    <a:pt x="6658" y="2140"/>
                  </a:cubicBezTo>
                  <a:cubicBezTo>
                    <a:pt x="6584" y="2121"/>
                    <a:pt x="6510" y="2121"/>
                    <a:pt x="6437" y="2121"/>
                  </a:cubicBezTo>
                  <a:lnTo>
                    <a:pt x="5754" y="2177"/>
                  </a:lnTo>
                  <a:lnTo>
                    <a:pt x="5072" y="2232"/>
                  </a:lnTo>
                  <a:lnTo>
                    <a:pt x="4888" y="93"/>
                  </a:lnTo>
                  <a:cubicBezTo>
                    <a:pt x="4795" y="75"/>
                    <a:pt x="4703" y="38"/>
                    <a:pt x="464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61"/>
            <p:cNvSpPr/>
            <p:nvPr/>
          </p:nvSpPr>
          <p:spPr>
            <a:xfrm>
              <a:off x="1098800" y="3234000"/>
              <a:ext cx="12950" cy="20675"/>
            </a:xfrm>
            <a:custGeom>
              <a:avLst/>
              <a:gdLst/>
              <a:ahLst/>
              <a:cxnLst/>
              <a:rect l="l" t="t" r="r" b="b"/>
              <a:pathLst>
                <a:path w="518" h="827" extrusionOk="0">
                  <a:moveTo>
                    <a:pt x="425" y="1"/>
                  </a:moveTo>
                  <a:cubicBezTo>
                    <a:pt x="411" y="1"/>
                    <a:pt x="397" y="6"/>
                    <a:pt x="388" y="15"/>
                  </a:cubicBezTo>
                  <a:lnTo>
                    <a:pt x="1" y="531"/>
                  </a:lnTo>
                  <a:cubicBezTo>
                    <a:pt x="1" y="531"/>
                    <a:pt x="1" y="550"/>
                    <a:pt x="1" y="568"/>
                  </a:cubicBezTo>
                  <a:cubicBezTo>
                    <a:pt x="1" y="586"/>
                    <a:pt x="19" y="586"/>
                    <a:pt x="19" y="605"/>
                  </a:cubicBezTo>
                  <a:lnTo>
                    <a:pt x="444" y="826"/>
                  </a:lnTo>
                  <a:lnTo>
                    <a:pt x="462" y="826"/>
                  </a:lnTo>
                  <a:cubicBezTo>
                    <a:pt x="480" y="826"/>
                    <a:pt x="499" y="826"/>
                    <a:pt x="517" y="808"/>
                  </a:cubicBezTo>
                  <a:cubicBezTo>
                    <a:pt x="517" y="789"/>
                    <a:pt x="517" y="752"/>
                    <a:pt x="499" y="734"/>
                  </a:cubicBezTo>
                  <a:lnTo>
                    <a:pt x="130" y="531"/>
                  </a:lnTo>
                  <a:lnTo>
                    <a:pt x="480" y="70"/>
                  </a:lnTo>
                  <a:cubicBezTo>
                    <a:pt x="499" y="52"/>
                    <a:pt x="480" y="33"/>
                    <a:pt x="462" y="15"/>
                  </a:cubicBezTo>
                  <a:cubicBezTo>
                    <a:pt x="453" y="6"/>
                    <a:pt x="439" y="1"/>
                    <a:pt x="425"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61"/>
            <p:cNvSpPr/>
            <p:nvPr/>
          </p:nvSpPr>
          <p:spPr>
            <a:xfrm>
              <a:off x="985400" y="3226050"/>
              <a:ext cx="21700" cy="42450"/>
            </a:xfrm>
            <a:custGeom>
              <a:avLst/>
              <a:gdLst/>
              <a:ahLst/>
              <a:cxnLst/>
              <a:rect l="l" t="t" r="r" b="b"/>
              <a:pathLst>
                <a:path w="868" h="1698" extrusionOk="0">
                  <a:moveTo>
                    <a:pt x="167" y="1"/>
                  </a:moveTo>
                  <a:cubicBezTo>
                    <a:pt x="148" y="1"/>
                    <a:pt x="130" y="19"/>
                    <a:pt x="111" y="56"/>
                  </a:cubicBezTo>
                  <a:lnTo>
                    <a:pt x="1" y="1200"/>
                  </a:lnTo>
                  <a:cubicBezTo>
                    <a:pt x="1" y="1347"/>
                    <a:pt x="38" y="1476"/>
                    <a:pt x="130" y="1568"/>
                  </a:cubicBezTo>
                  <a:cubicBezTo>
                    <a:pt x="222" y="1642"/>
                    <a:pt x="333" y="1697"/>
                    <a:pt x="462" y="1697"/>
                  </a:cubicBezTo>
                  <a:lnTo>
                    <a:pt x="480" y="1697"/>
                  </a:lnTo>
                  <a:lnTo>
                    <a:pt x="812" y="1661"/>
                  </a:lnTo>
                  <a:cubicBezTo>
                    <a:pt x="849" y="1661"/>
                    <a:pt x="867" y="1642"/>
                    <a:pt x="867" y="1605"/>
                  </a:cubicBezTo>
                  <a:cubicBezTo>
                    <a:pt x="849" y="1587"/>
                    <a:pt x="830" y="1568"/>
                    <a:pt x="812" y="1568"/>
                  </a:cubicBezTo>
                  <a:lnTo>
                    <a:pt x="480" y="1587"/>
                  </a:lnTo>
                  <a:cubicBezTo>
                    <a:pt x="464" y="1590"/>
                    <a:pt x="448" y="1591"/>
                    <a:pt x="431" y="1591"/>
                  </a:cubicBezTo>
                  <a:cubicBezTo>
                    <a:pt x="351" y="1591"/>
                    <a:pt x="265" y="1556"/>
                    <a:pt x="203" y="1495"/>
                  </a:cubicBezTo>
                  <a:cubicBezTo>
                    <a:pt x="130" y="1421"/>
                    <a:pt x="93" y="1310"/>
                    <a:pt x="111" y="1218"/>
                  </a:cubicBezTo>
                  <a:lnTo>
                    <a:pt x="222" y="56"/>
                  </a:lnTo>
                  <a:cubicBezTo>
                    <a:pt x="222" y="38"/>
                    <a:pt x="203" y="1"/>
                    <a:pt x="16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61"/>
            <p:cNvSpPr/>
            <p:nvPr/>
          </p:nvSpPr>
          <p:spPr>
            <a:xfrm>
              <a:off x="963725" y="3240750"/>
              <a:ext cx="12025" cy="12075"/>
            </a:xfrm>
            <a:custGeom>
              <a:avLst/>
              <a:gdLst/>
              <a:ahLst/>
              <a:cxnLst/>
              <a:rect l="l" t="t" r="r" b="b"/>
              <a:pathLst>
                <a:path w="481" h="483" extrusionOk="0">
                  <a:moveTo>
                    <a:pt x="231" y="1"/>
                  </a:moveTo>
                  <a:cubicBezTo>
                    <a:pt x="114" y="1"/>
                    <a:pt x="18" y="105"/>
                    <a:pt x="1" y="224"/>
                  </a:cubicBezTo>
                  <a:cubicBezTo>
                    <a:pt x="1" y="353"/>
                    <a:pt x="93" y="464"/>
                    <a:pt x="222" y="482"/>
                  </a:cubicBezTo>
                  <a:cubicBezTo>
                    <a:pt x="351" y="482"/>
                    <a:pt x="462" y="390"/>
                    <a:pt x="480" y="261"/>
                  </a:cubicBezTo>
                  <a:cubicBezTo>
                    <a:pt x="480" y="132"/>
                    <a:pt x="388" y="21"/>
                    <a:pt x="259" y="3"/>
                  </a:cubicBezTo>
                  <a:cubicBezTo>
                    <a:pt x="250" y="2"/>
                    <a:pt x="240" y="1"/>
                    <a:pt x="23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61"/>
            <p:cNvSpPr/>
            <p:nvPr/>
          </p:nvSpPr>
          <p:spPr>
            <a:xfrm>
              <a:off x="1005700" y="3317500"/>
              <a:ext cx="16150" cy="5275"/>
            </a:xfrm>
            <a:custGeom>
              <a:avLst/>
              <a:gdLst/>
              <a:ahLst/>
              <a:cxnLst/>
              <a:rect l="l" t="t" r="r" b="b"/>
              <a:pathLst>
                <a:path w="646" h="211" extrusionOk="0">
                  <a:moveTo>
                    <a:pt x="304" y="0"/>
                  </a:moveTo>
                  <a:cubicBezTo>
                    <a:pt x="152" y="0"/>
                    <a:pt x="37" y="68"/>
                    <a:pt x="37" y="68"/>
                  </a:cubicBezTo>
                  <a:cubicBezTo>
                    <a:pt x="18" y="86"/>
                    <a:pt x="0" y="105"/>
                    <a:pt x="18" y="142"/>
                  </a:cubicBezTo>
                  <a:cubicBezTo>
                    <a:pt x="18" y="142"/>
                    <a:pt x="37" y="160"/>
                    <a:pt x="55" y="160"/>
                  </a:cubicBezTo>
                  <a:lnTo>
                    <a:pt x="92" y="160"/>
                  </a:lnTo>
                  <a:cubicBezTo>
                    <a:pt x="92" y="149"/>
                    <a:pt x="184" y="99"/>
                    <a:pt x="300" y="99"/>
                  </a:cubicBezTo>
                  <a:cubicBezTo>
                    <a:pt x="380" y="99"/>
                    <a:pt x="471" y="122"/>
                    <a:pt x="553" y="197"/>
                  </a:cubicBezTo>
                  <a:cubicBezTo>
                    <a:pt x="562" y="206"/>
                    <a:pt x="576" y="211"/>
                    <a:pt x="590" y="211"/>
                  </a:cubicBezTo>
                  <a:cubicBezTo>
                    <a:pt x="604" y="211"/>
                    <a:pt x="618" y="206"/>
                    <a:pt x="627" y="197"/>
                  </a:cubicBezTo>
                  <a:cubicBezTo>
                    <a:pt x="645" y="178"/>
                    <a:pt x="645" y="142"/>
                    <a:pt x="627" y="123"/>
                  </a:cubicBezTo>
                  <a:cubicBezTo>
                    <a:pt x="518" y="29"/>
                    <a:pt x="403" y="0"/>
                    <a:pt x="30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61"/>
            <p:cNvSpPr/>
            <p:nvPr/>
          </p:nvSpPr>
          <p:spPr>
            <a:xfrm>
              <a:off x="1003375" y="3200100"/>
              <a:ext cx="49825" cy="19350"/>
            </a:xfrm>
            <a:custGeom>
              <a:avLst/>
              <a:gdLst/>
              <a:ahLst/>
              <a:cxnLst/>
              <a:rect l="l" t="t" r="r" b="b"/>
              <a:pathLst>
                <a:path w="1993" h="774" extrusionOk="0">
                  <a:moveTo>
                    <a:pt x="921" y="1"/>
                  </a:moveTo>
                  <a:cubicBezTo>
                    <a:pt x="557" y="1"/>
                    <a:pt x="264" y="134"/>
                    <a:pt x="148" y="283"/>
                  </a:cubicBezTo>
                  <a:cubicBezTo>
                    <a:pt x="1" y="430"/>
                    <a:pt x="38" y="559"/>
                    <a:pt x="148" y="615"/>
                  </a:cubicBezTo>
                  <a:cubicBezTo>
                    <a:pt x="259" y="689"/>
                    <a:pt x="406" y="670"/>
                    <a:pt x="554" y="689"/>
                  </a:cubicBezTo>
                  <a:cubicBezTo>
                    <a:pt x="702" y="689"/>
                    <a:pt x="849" y="689"/>
                    <a:pt x="978" y="707"/>
                  </a:cubicBezTo>
                  <a:cubicBezTo>
                    <a:pt x="1107" y="707"/>
                    <a:pt x="1255" y="725"/>
                    <a:pt x="1402" y="744"/>
                  </a:cubicBezTo>
                  <a:cubicBezTo>
                    <a:pt x="1492" y="755"/>
                    <a:pt x="1582" y="773"/>
                    <a:pt x="1667" y="773"/>
                  </a:cubicBezTo>
                  <a:cubicBezTo>
                    <a:pt x="1722" y="773"/>
                    <a:pt x="1776" y="766"/>
                    <a:pt x="1826" y="744"/>
                  </a:cubicBezTo>
                  <a:cubicBezTo>
                    <a:pt x="1937" y="707"/>
                    <a:pt x="1992" y="578"/>
                    <a:pt x="1882" y="412"/>
                  </a:cubicBezTo>
                  <a:cubicBezTo>
                    <a:pt x="1771" y="246"/>
                    <a:pt x="1476" y="43"/>
                    <a:pt x="1052" y="6"/>
                  </a:cubicBezTo>
                  <a:cubicBezTo>
                    <a:pt x="1007" y="2"/>
                    <a:pt x="964" y="1"/>
                    <a:pt x="9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61"/>
            <p:cNvSpPr/>
            <p:nvPr/>
          </p:nvSpPr>
          <p:spPr>
            <a:xfrm>
              <a:off x="944825" y="3210100"/>
              <a:ext cx="33225" cy="17500"/>
            </a:xfrm>
            <a:custGeom>
              <a:avLst/>
              <a:gdLst/>
              <a:ahLst/>
              <a:cxnLst/>
              <a:rect l="l" t="t" r="r" b="b"/>
              <a:pathLst>
                <a:path w="1329" h="700" extrusionOk="0">
                  <a:moveTo>
                    <a:pt x="802" y="0"/>
                  </a:moveTo>
                  <a:cubicBezTo>
                    <a:pt x="729" y="0"/>
                    <a:pt x="652" y="9"/>
                    <a:pt x="573" y="30"/>
                  </a:cubicBezTo>
                  <a:cubicBezTo>
                    <a:pt x="277" y="104"/>
                    <a:pt x="112" y="289"/>
                    <a:pt x="56" y="436"/>
                  </a:cubicBezTo>
                  <a:cubicBezTo>
                    <a:pt x="1" y="584"/>
                    <a:pt x="56" y="676"/>
                    <a:pt x="148" y="694"/>
                  </a:cubicBezTo>
                  <a:cubicBezTo>
                    <a:pt x="165" y="698"/>
                    <a:pt x="182" y="699"/>
                    <a:pt x="199" y="699"/>
                  </a:cubicBezTo>
                  <a:cubicBezTo>
                    <a:pt x="274" y="699"/>
                    <a:pt x="350" y="669"/>
                    <a:pt x="425" y="639"/>
                  </a:cubicBezTo>
                  <a:cubicBezTo>
                    <a:pt x="536" y="602"/>
                    <a:pt x="628" y="584"/>
                    <a:pt x="702" y="547"/>
                  </a:cubicBezTo>
                  <a:cubicBezTo>
                    <a:pt x="794" y="528"/>
                    <a:pt x="904" y="510"/>
                    <a:pt x="997" y="491"/>
                  </a:cubicBezTo>
                  <a:cubicBezTo>
                    <a:pt x="1089" y="473"/>
                    <a:pt x="1200" y="454"/>
                    <a:pt x="1273" y="399"/>
                  </a:cubicBezTo>
                  <a:cubicBezTo>
                    <a:pt x="1329" y="344"/>
                    <a:pt x="1329" y="233"/>
                    <a:pt x="1218" y="123"/>
                  </a:cubicBezTo>
                  <a:cubicBezTo>
                    <a:pt x="1139" y="57"/>
                    <a:pt x="985" y="0"/>
                    <a:pt x="8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61"/>
            <p:cNvSpPr/>
            <p:nvPr/>
          </p:nvSpPr>
          <p:spPr>
            <a:xfrm>
              <a:off x="1014900" y="3236600"/>
              <a:ext cx="13875" cy="13050"/>
            </a:xfrm>
            <a:custGeom>
              <a:avLst/>
              <a:gdLst/>
              <a:ahLst/>
              <a:cxnLst/>
              <a:rect l="l" t="t" r="r" b="b"/>
              <a:pathLst>
                <a:path w="555" h="522" extrusionOk="0">
                  <a:moveTo>
                    <a:pt x="273" y="1"/>
                  </a:moveTo>
                  <a:cubicBezTo>
                    <a:pt x="263" y="1"/>
                    <a:pt x="252" y="1"/>
                    <a:pt x="241" y="3"/>
                  </a:cubicBezTo>
                  <a:cubicBezTo>
                    <a:pt x="93" y="21"/>
                    <a:pt x="1" y="151"/>
                    <a:pt x="19" y="298"/>
                  </a:cubicBezTo>
                  <a:cubicBezTo>
                    <a:pt x="36" y="433"/>
                    <a:pt x="146" y="522"/>
                    <a:pt x="277" y="522"/>
                  </a:cubicBezTo>
                  <a:cubicBezTo>
                    <a:pt x="289" y="522"/>
                    <a:pt x="302" y="521"/>
                    <a:pt x="314" y="519"/>
                  </a:cubicBezTo>
                  <a:cubicBezTo>
                    <a:pt x="462" y="501"/>
                    <a:pt x="554" y="353"/>
                    <a:pt x="536" y="224"/>
                  </a:cubicBezTo>
                  <a:cubicBezTo>
                    <a:pt x="502" y="89"/>
                    <a:pt x="391" y="1"/>
                    <a:pt x="273"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61"/>
            <p:cNvSpPr/>
            <p:nvPr/>
          </p:nvSpPr>
          <p:spPr>
            <a:xfrm>
              <a:off x="1017675" y="3248275"/>
              <a:ext cx="11100" cy="2700"/>
            </a:xfrm>
            <a:custGeom>
              <a:avLst/>
              <a:gdLst/>
              <a:ahLst/>
              <a:cxnLst/>
              <a:rect l="l" t="t" r="r" b="b"/>
              <a:pathLst>
                <a:path w="444" h="108" extrusionOk="0">
                  <a:moveTo>
                    <a:pt x="248" y="1"/>
                  </a:moveTo>
                  <a:cubicBezTo>
                    <a:pt x="172" y="1"/>
                    <a:pt x="83" y="25"/>
                    <a:pt x="0" y="108"/>
                  </a:cubicBezTo>
                  <a:lnTo>
                    <a:pt x="443" y="52"/>
                  </a:lnTo>
                  <a:cubicBezTo>
                    <a:pt x="443" y="52"/>
                    <a:pt x="359" y="1"/>
                    <a:pt x="24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61"/>
            <p:cNvSpPr/>
            <p:nvPr/>
          </p:nvSpPr>
          <p:spPr>
            <a:xfrm>
              <a:off x="1016300" y="3246850"/>
              <a:ext cx="13850" cy="5500"/>
            </a:xfrm>
            <a:custGeom>
              <a:avLst/>
              <a:gdLst/>
              <a:ahLst/>
              <a:cxnLst/>
              <a:rect l="l" t="t" r="r" b="b"/>
              <a:pathLst>
                <a:path w="554" h="220" extrusionOk="0">
                  <a:moveTo>
                    <a:pt x="322" y="1"/>
                  </a:moveTo>
                  <a:cubicBezTo>
                    <a:pt x="225" y="1"/>
                    <a:pt x="114" y="32"/>
                    <a:pt x="19" y="128"/>
                  </a:cubicBezTo>
                  <a:cubicBezTo>
                    <a:pt x="0" y="146"/>
                    <a:pt x="0" y="183"/>
                    <a:pt x="19" y="202"/>
                  </a:cubicBezTo>
                  <a:cubicBezTo>
                    <a:pt x="37" y="220"/>
                    <a:pt x="37" y="220"/>
                    <a:pt x="55" y="220"/>
                  </a:cubicBezTo>
                  <a:cubicBezTo>
                    <a:pt x="74" y="220"/>
                    <a:pt x="74" y="220"/>
                    <a:pt x="92" y="202"/>
                  </a:cubicBezTo>
                  <a:cubicBezTo>
                    <a:pt x="169" y="125"/>
                    <a:pt x="249" y="102"/>
                    <a:pt x="316" y="102"/>
                  </a:cubicBezTo>
                  <a:cubicBezTo>
                    <a:pt x="411" y="102"/>
                    <a:pt x="480" y="146"/>
                    <a:pt x="480" y="146"/>
                  </a:cubicBezTo>
                  <a:cubicBezTo>
                    <a:pt x="485" y="152"/>
                    <a:pt x="492" y="154"/>
                    <a:pt x="500" y="154"/>
                  </a:cubicBezTo>
                  <a:cubicBezTo>
                    <a:pt x="518" y="154"/>
                    <a:pt x="540" y="141"/>
                    <a:pt x="553" y="128"/>
                  </a:cubicBezTo>
                  <a:cubicBezTo>
                    <a:pt x="553" y="109"/>
                    <a:pt x="553" y="72"/>
                    <a:pt x="535" y="54"/>
                  </a:cubicBezTo>
                  <a:cubicBezTo>
                    <a:pt x="491" y="27"/>
                    <a:pt x="412" y="1"/>
                    <a:pt x="32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61"/>
            <p:cNvSpPr/>
            <p:nvPr/>
          </p:nvSpPr>
          <p:spPr>
            <a:xfrm>
              <a:off x="964650" y="3252650"/>
              <a:ext cx="10175" cy="1550"/>
            </a:xfrm>
            <a:custGeom>
              <a:avLst/>
              <a:gdLst/>
              <a:ahLst/>
              <a:cxnLst/>
              <a:rect l="l" t="t" r="r" b="b"/>
              <a:pathLst>
                <a:path w="407" h="62" extrusionOk="0">
                  <a:moveTo>
                    <a:pt x="238" y="1"/>
                  </a:moveTo>
                  <a:cubicBezTo>
                    <a:pt x="166" y="1"/>
                    <a:pt x="80" y="14"/>
                    <a:pt x="1" y="62"/>
                  </a:cubicBezTo>
                  <a:lnTo>
                    <a:pt x="407" y="25"/>
                  </a:lnTo>
                  <a:cubicBezTo>
                    <a:pt x="407" y="25"/>
                    <a:pt x="334" y="1"/>
                    <a:pt x="23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61"/>
            <p:cNvSpPr/>
            <p:nvPr/>
          </p:nvSpPr>
          <p:spPr>
            <a:xfrm>
              <a:off x="963275" y="3251350"/>
              <a:ext cx="12925" cy="4250"/>
            </a:xfrm>
            <a:custGeom>
              <a:avLst/>
              <a:gdLst/>
              <a:ahLst/>
              <a:cxnLst/>
              <a:rect l="l" t="t" r="r" b="b"/>
              <a:pathLst>
                <a:path w="517" h="170" extrusionOk="0">
                  <a:moveTo>
                    <a:pt x="311" y="1"/>
                  </a:moveTo>
                  <a:cubicBezTo>
                    <a:pt x="231" y="1"/>
                    <a:pt x="132" y="17"/>
                    <a:pt x="37" y="77"/>
                  </a:cubicBezTo>
                  <a:cubicBezTo>
                    <a:pt x="19" y="77"/>
                    <a:pt x="1" y="114"/>
                    <a:pt x="19" y="132"/>
                  </a:cubicBezTo>
                  <a:cubicBezTo>
                    <a:pt x="37" y="151"/>
                    <a:pt x="37" y="169"/>
                    <a:pt x="56" y="169"/>
                  </a:cubicBezTo>
                  <a:cubicBezTo>
                    <a:pt x="74" y="169"/>
                    <a:pt x="74" y="169"/>
                    <a:pt x="93" y="151"/>
                  </a:cubicBezTo>
                  <a:cubicBezTo>
                    <a:pt x="163" y="111"/>
                    <a:pt x="237" y="99"/>
                    <a:pt x="299" y="99"/>
                  </a:cubicBezTo>
                  <a:cubicBezTo>
                    <a:pt x="382" y="99"/>
                    <a:pt x="443" y="122"/>
                    <a:pt x="443" y="132"/>
                  </a:cubicBezTo>
                  <a:cubicBezTo>
                    <a:pt x="480" y="132"/>
                    <a:pt x="498" y="114"/>
                    <a:pt x="517" y="95"/>
                  </a:cubicBezTo>
                  <a:cubicBezTo>
                    <a:pt x="517" y="58"/>
                    <a:pt x="498" y="40"/>
                    <a:pt x="480" y="22"/>
                  </a:cubicBezTo>
                  <a:cubicBezTo>
                    <a:pt x="470" y="22"/>
                    <a:pt x="403" y="1"/>
                    <a:pt x="31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61"/>
            <p:cNvSpPr/>
            <p:nvPr/>
          </p:nvSpPr>
          <p:spPr>
            <a:xfrm>
              <a:off x="1006150" y="3268125"/>
              <a:ext cx="38750" cy="26100"/>
            </a:xfrm>
            <a:custGeom>
              <a:avLst/>
              <a:gdLst/>
              <a:ahLst/>
              <a:cxnLst/>
              <a:rect l="l" t="t" r="r" b="b"/>
              <a:pathLst>
                <a:path w="1550" h="1044" extrusionOk="0">
                  <a:moveTo>
                    <a:pt x="1081" y="1"/>
                  </a:moveTo>
                  <a:cubicBezTo>
                    <a:pt x="1025" y="1"/>
                    <a:pt x="967" y="25"/>
                    <a:pt x="922" y="70"/>
                  </a:cubicBezTo>
                  <a:cubicBezTo>
                    <a:pt x="812" y="199"/>
                    <a:pt x="535" y="439"/>
                    <a:pt x="148" y="512"/>
                  </a:cubicBezTo>
                  <a:cubicBezTo>
                    <a:pt x="37" y="531"/>
                    <a:pt x="0" y="641"/>
                    <a:pt x="56" y="734"/>
                  </a:cubicBezTo>
                  <a:cubicBezTo>
                    <a:pt x="133" y="862"/>
                    <a:pt x="290" y="1043"/>
                    <a:pt x="545" y="1043"/>
                  </a:cubicBezTo>
                  <a:cubicBezTo>
                    <a:pt x="657" y="1043"/>
                    <a:pt x="789" y="1008"/>
                    <a:pt x="941" y="918"/>
                  </a:cubicBezTo>
                  <a:cubicBezTo>
                    <a:pt x="1549" y="568"/>
                    <a:pt x="1402" y="143"/>
                    <a:pt x="1181" y="33"/>
                  </a:cubicBezTo>
                  <a:cubicBezTo>
                    <a:pt x="1152" y="11"/>
                    <a:pt x="1117" y="1"/>
                    <a:pt x="10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61"/>
            <p:cNvSpPr/>
            <p:nvPr/>
          </p:nvSpPr>
          <p:spPr>
            <a:xfrm>
              <a:off x="1004300" y="3329775"/>
              <a:ext cx="64575" cy="52600"/>
            </a:xfrm>
            <a:custGeom>
              <a:avLst/>
              <a:gdLst/>
              <a:ahLst/>
              <a:cxnLst/>
              <a:rect l="l" t="t" r="r" b="b"/>
              <a:pathLst>
                <a:path w="2583" h="2104" extrusionOk="0">
                  <a:moveTo>
                    <a:pt x="2582" y="1"/>
                  </a:moveTo>
                  <a:cubicBezTo>
                    <a:pt x="2121" y="904"/>
                    <a:pt x="1" y="923"/>
                    <a:pt x="1" y="923"/>
                  </a:cubicBezTo>
                  <a:lnTo>
                    <a:pt x="204" y="2103"/>
                  </a:lnTo>
                  <a:cubicBezTo>
                    <a:pt x="2435" y="1900"/>
                    <a:pt x="2582" y="1"/>
                    <a:pt x="258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61"/>
            <p:cNvSpPr/>
            <p:nvPr/>
          </p:nvSpPr>
          <p:spPr>
            <a:xfrm>
              <a:off x="973875" y="3377400"/>
              <a:ext cx="74700" cy="91375"/>
            </a:xfrm>
            <a:custGeom>
              <a:avLst/>
              <a:gdLst/>
              <a:ahLst/>
              <a:cxnLst/>
              <a:rect l="l" t="t" r="r" b="b"/>
              <a:pathLst>
                <a:path w="2988" h="3655" extrusionOk="0">
                  <a:moveTo>
                    <a:pt x="829" y="1"/>
                  </a:moveTo>
                  <a:cubicBezTo>
                    <a:pt x="706" y="1"/>
                    <a:pt x="585" y="116"/>
                    <a:pt x="572" y="290"/>
                  </a:cubicBezTo>
                  <a:lnTo>
                    <a:pt x="74" y="1581"/>
                  </a:lnTo>
                  <a:cubicBezTo>
                    <a:pt x="1" y="1729"/>
                    <a:pt x="38" y="1895"/>
                    <a:pt x="148" y="2024"/>
                  </a:cubicBezTo>
                  <a:lnTo>
                    <a:pt x="1457" y="3517"/>
                  </a:lnTo>
                  <a:cubicBezTo>
                    <a:pt x="1508" y="3608"/>
                    <a:pt x="1590" y="3654"/>
                    <a:pt x="1673" y="3654"/>
                  </a:cubicBezTo>
                  <a:cubicBezTo>
                    <a:pt x="1743" y="3654"/>
                    <a:pt x="1813" y="3621"/>
                    <a:pt x="1863" y="3554"/>
                  </a:cubicBezTo>
                  <a:lnTo>
                    <a:pt x="2988" y="2153"/>
                  </a:lnTo>
                  <a:lnTo>
                    <a:pt x="996" y="87"/>
                  </a:lnTo>
                  <a:cubicBezTo>
                    <a:pt x="948" y="27"/>
                    <a:pt x="889" y="1"/>
                    <a:pt x="829" y="1"/>
                  </a:cubicBezTo>
                  <a:close/>
                </a:path>
              </a:pathLst>
            </a:custGeom>
            <a:solidFill>
              <a:srgbClr val="8E7CC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61"/>
            <p:cNvSpPr/>
            <p:nvPr/>
          </p:nvSpPr>
          <p:spPr>
            <a:xfrm>
              <a:off x="972950" y="3376000"/>
              <a:ext cx="77025" cy="93950"/>
            </a:xfrm>
            <a:custGeom>
              <a:avLst/>
              <a:gdLst/>
              <a:ahLst/>
              <a:cxnLst/>
              <a:rect l="l" t="t" r="r" b="b"/>
              <a:pathLst>
                <a:path w="3081" h="3758" extrusionOk="0">
                  <a:moveTo>
                    <a:pt x="884" y="106"/>
                  </a:moveTo>
                  <a:cubicBezTo>
                    <a:pt x="925" y="106"/>
                    <a:pt x="961" y="126"/>
                    <a:pt x="997" y="162"/>
                  </a:cubicBezTo>
                  <a:lnTo>
                    <a:pt x="2951" y="2209"/>
                  </a:lnTo>
                  <a:lnTo>
                    <a:pt x="1863" y="3573"/>
                  </a:lnTo>
                  <a:cubicBezTo>
                    <a:pt x="1808" y="3629"/>
                    <a:pt x="1753" y="3666"/>
                    <a:pt x="1697" y="3666"/>
                  </a:cubicBezTo>
                  <a:cubicBezTo>
                    <a:pt x="1623" y="3666"/>
                    <a:pt x="1568" y="3629"/>
                    <a:pt x="1531" y="3555"/>
                  </a:cubicBezTo>
                  <a:lnTo>
                    <a:pt x="222" y="2043"/>
                  </a:lnTo>
                  <a:cubicBezTo>
                    <a:pt x="130" y="1932"/>
                    <a:pt x="93" y="1785"/>
                    <a:pt x="148" y="1656"/>
                  </a:cubicBezTo>
                  <a:lnTo>
                    <a:pt x="665" y="365"/>
                  </a:lnTo>
                  <a:cubicBezTo>
                    <a:pt x="665" y="346"/>
                    <a:pt x="665" y="346"/>
                    <a:pt x="665" y="346"/>
                  </a:cubicBezTo>
                  <a:cubicBezTo>
                    <a:pt x="665" y="236"/>
                    <a:pt x="720" y="143"/>
                    <a:pt x="812" y="125"/>
                  </a:cubicBezTo>
                  <a:cubicBezTo>
                    <a:pt x="838" y="112"/>
                    <a:pt x="862" y="106"/>
                    <a:pt x="884" y="106"/>
                  </a:cubicBezTo>
                  <a:close/>
                  <a:moveTo>
                    <a:pt x="860" y="0"/>
                  </a:moveTo>
                  <a:cubicBezTo>
                    <a:pt x="832" y="0"/>
                    <a:pt x="804" y="5"/>
                    <a:pt x="775" y="14"/>
                  </a:cubicBezTo>
                  <a:cubicBezTo>
                    <a:pt x="665" y="70"/>
                    <a:pt x="572" y="180"/>
                    <a:pt x="554" y="328"/>
                  </a:cubicBezTo>
                  <a:lnTo>
                    <a:pt x="56" y="1619"/>
                  </a:lnTo>
                  <a:cubicBezTo>
                    <a:pt x="1" y="1785"/>
                    <a:pt x="19" y="1969"/>
                    <a:pt x="148" y="2117"/>
                  </a:cubicBezTo>
                  <a:lnTo>
                    <a:pt x="1458" y="3610"/>
                  </a:lnTo>
                  <a:cubicBezTo>
                    <a:pt x="1513" y="3702"/>
                    <a:pt x="1587" y="3758"/>
                    <a:pt x="1697" y="3758"/>
                  </a:cubicBezTo>
                  <a:cubicBezTo>
                    <a:pt x="1789" y="3758"/>
                    <a:pt x="1882" y="3721"/>
                    <a:pt x="1937" y="3629"/>
                  </a:cubicBezTo>
                  <a:lnTo>
                    <a:pt x="3062" y="2246"/>
                  </a:lnTo>
                  <a:cubicBezTo>
                    <a:pt x="3080" y="2227"/>
                    <a:pt x="3080" y="2190"/>
                    <a:pt x="3062" y="2172"/>
                  </a:cubicBezTo>
                  <a:lnTo>
                    <a:pt x="1070" y="107"/>
                  </a:lnTo>
                  <a:cubicBezTo>
                    <a:pt x="1016" y="38"/>
                    <a:pt x="941" y="0"/>
                    <a:pt x="860" y="0"/>
                  </a:cubicBez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61"/>
            <p:cNvSpPr/>
            <p:nvPr/>
          </p:nvSpPr>
          <p:spPr>
            <a:xfrm>
              <a:off x="1042100" y="3370625"/>
              <a:ext cx="101925" cy="105525"/>
            </a:xfrm>
            <a:custGeom>
              <a:avLst/>
              <a:gdLst/>
              <a:ahLst/>
              <a:cxnLst/>
              <a:rect l="l" t="t" r="r" b="b"/>
              <a:pathLst>
                <a:path w="4077" h="4221" extrusionOk="0">
                  <a:moveTo>
                    <a:pt x="3062" y="1"/>
                  </a:moveTo>
                  <a:cubicBezTo>
                    <a:pt x="3012" y="1"/>
                    <a:pt x="2959" y="15"/>
                    <a:pt x="2914" y="45"/>
                  </a:cubicBezTo>
                  <a:lnTo>
                    <a:pt x="1" y="2442"/>
                  </a:lnTo>
                  <a:lnTo>
                    <a:pt x="1716" y="4120"/>
                  </a:lnTo>
                  <a:cubicBezTo>
                    <a:pt x="1800" y="4188"/>
                    <a:pt x="1903" y="4220"/>
                    <a:pt x="2005" y="4220"/>
                  </a:cubicBezTo>
                  <a:cubicBezTo>
                    <a:pt x="2126" y="4220"/>
                    <a:pt x="2244" y="4174"/>
                    <a:pt x="2324" y="4083"/>
                  </a:cubicBezTo>
                  <a:lnTo>
                    <a:pt x="3947" y="2166"/>
                  </a:lnTo>
                  <a:cubicBezTo>
                    <a:pt x="4058" y="2037"/>
                    <a:pt x="4076" y="1834"/>
                    <a:pt x="4002" y="1668"/>
                  </a:cubicBezTo>
                  <a:lnTo>
                    <a:pt x="3228" y="100"/>
                  </a:lnTo>
                  <a:cubicBezTo>
                    <a:pt x="3206" y="34"/>
                    <a:pt x="3137" y="1"/>
                    <a:pt x="3062" y="1"/>
                  </a:cubicBez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61"/>
            <p:cNvSpPr/>
            <p:nvPr/>
          </p:nvSpPr>
          <p:spPr>
            <a:xfrm>
              <a:off x="1040725" y="3369250"/>
              <a:ext cx="104675" cy="108550"/>
            </a:xfrm>
            <a:custGeom>
              <a:avLst/>
              <a:gdLst/>
              <a:ahLst/>
              <a:cxnLst/>
              <a:rect l="l" t="t" r="r" b="b"/>
              <a:pathLst>
                <a:path w="4187" h="4342" extrusionOk="0">
                  <a:moveTo>
                    <a:pt x="3154" y="100"/>
                  </a:moveTo>
                  <a:cubicBezTo>
                    <a:pt x="3191" y="118"/>
                    <a:pt x="3228" y="137"/>
                    <a:pt x="3246" y="174"/>
                  </a:cubicBezTo>
                  <a:lnTo>
                    <a:pt x="4020" y="1760"/>
                  </a:lnTo>
                  <a:cubicBezTo>
                    <a:pt x="4076" y="1889"/>
                    <a:pt x="4057" y="2073"/>
                    <a:pt x="3965" y="2202"/>
                  </a:cubicBezTo>
                  <a:lnTo>
                    <a:pt x="2342" y="4101"/>
                  </a:lnTo>
                  <a:cubicBezTo>
                    <a:pt x="2287" y="4175"/>
                    <a:pt x="2195" y="4231"/>
                    <a:pt x="2103" y="4231"/>
                  </a:cubicBezTo>
                  <a:cubicBezTo>
                    <a:pt x="1992" y="4231"/>
                    <a:pt x="1881" y="4212"/>
                    <a:pt x="1808" y="4138"/>
                  </a:cubicBezTo>
                  <a:lnTo>
                    <a:pt x="130" y="2497"/>
                  </a:lnTo>
                  <a:lnTo>
                    <a:pt x="3006" y="137"/>
                  </a:lnTo>
                  <a:cubicBezTo>
                    <a:pt x="3043" y="118"/>
                    <a:pt x="3080" y="100"/>
                    <a:pt x="3117" y="100"/>
                  </a:cubicBezTo>
                  <a:close/>
                  <a:moveTo>
                    <a:pt x="3106" y="1"/>
                  </a:moveTo>
                  <a:cubicBezTo>
                    <a:pt x="3044" y="1"/>
                    <a:pt x="2992" y="22"/>
                    <a:pt x="2951" y="63"/>
                  </a:cubicBezTo>
                  <a:lnTo>
                    <a:pt x="19" y="2442"/>
                  </a:lnTo>
                  <a:cubicBezTo>
                    <a:pt x="19" y="2460"/>
                    <a:pt x="0" y="2479"/>
                    <a:pt x="0" y="2479"/>
                  </a:cubicBezTo>
                  <a:cubicBezTo>
                    <a:pt x="0" y="2497"/>
                    <a:pt x="19" y="2516"/>
                    <a:pt x="19" y="2534"/>
                  </a:cubicBezTo>
                  <a:lnTo>
                    <a:pt x="1734" y="4212"/>
                  </a:lnTo>
                  <a:cubicBezTo>
                    <a:pt x="1826" y="4286"/>
                    <a:pt x="1937" y="4341"/>
                    <a:pt x="2066" y="4341"/>
                  </a:cubicBezTo>
                  <a:cubicBezTo>
                    <a:pt x="2066" y="4341"/>
                    <a:pt x="2084" y="4323"/>
                    <a:pt x="2103" y="4323"/>
                  </a:cubicBezTo>
                  <a:cubicBezTo>
                    <a:pt x="2232" y="4323"/>
                    <a:pt x="2342" y="4267"/>
                    <a:pt x="2416" y="4175"/>
                  </a:cubicBezTo>
                  <a:lnTo>
                    <a:pt x="4039" y="2257"/>
                  </a:lnTo>
                  <a:cubicBezTo>
                    <a:pt x="4168" y="2110"/>
                    <a:pt x="4186" y="1889"/>
                    <a:pt x="4094" y="1704"/>
                  </a:cubicBezTo>
                  <a:lnTo>
                    <a:pt x="3338" y="137"/>
                  </a:lnTo>
                  <a:cubicBezTo>
                    <a:pt x="3301" y="63"/>
                    <a:pt x="3246" y="26"/>
                    <a:pt x="3172" y="8"/>
                  </a:cubicBezTo>
                  <a:cubicBezTo>
                    <a:pt x="3149" y="3"/>
                    <a:pt x="3127" y="1"/>
                    <a:pt x="3106"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61"/>
            <p:cNvSpPr/>
            <p:nvPr/>
          </p:nvSpPr>
          <p:spPr>
            <a:xfrm>
              <a:off x="994625" y="3437200"/>
              <a:ext cx="134625" cy="41975"/>
            </a:xfrm>
            <a:custGeom>
              <a:avLst/>
              <a:gdLst/>
              <a:ahLst/>
              <a:cxnLst/>
              <a:rect l="l" t="t" r="r" b="b"/>
              <a:pathLst>
                <a:path w="5385" h="1679" extrusionOk="0">
                  <a:moveTo>
                    <a:pt x="1992" y="0"/>
                  </a:moveTo>
                  <a:cubicBezTo>
                    <a:pt x="1918" y="19"/>
                    <a:pt x="1863" y="37"/>
                    <a:pt x="1844" y="93"/>
                  </a:cubicBezTo>
                  <a:lnTo>
                    <a:pt x="1052" y="1162"/>
                  </a:lnTo>
                  <a:cubicBezTo>
                    <a:pt x="996" y="1236"/>
                    <a:pt x="904" y="1291"/>
                    <a:pt x="812" y="1291"/>
                  </a:cubicBezTo>
                  <a:cubicBezTo>
                    <a:pt x="720" y="1291"/>
                    <a:pt x="627" y="1254"/>
                    <a:pt x="572" y="1181"/>
                  </a:cubicBezTo>
                  <a:lnTo>
                    <a:pt x="93" y="591"/>
                  </a:lnTo>
                  <a:cubicBezTo>
                    <a:pt x="82" y="569"/>
                    <a:pt x="71" y="560"/>
                    <a:pt x="57" y="560"/>
                  </a:cubicBezTo>
                  <a:cubicBezTo>
                    <a:pt x="46" y="560"/>
                    <a:pt x="34" y="564"/>
                    <a:pt x="19" y="572"/>
                  </a:cubicBezTo>
                  <a:cubicBezTo>
                    <a:pt x="0" y="591"/>
                    <a:pt x="0" y="627"/>
                    <a:pt x="19" y="646"/>
                  </a:cubicBezTo>
                  <a:lnTo>
                    <a:pt x="498" y="1236"/>
                  </a:lnTo>
                  <a:cubicBezTo>
                    <a:pt x="572" y="1328"/>
                    <a:pt x="701" y="1383"/>
                    <a:pt x="812" y="1383"/>
                  </a:cubicBezTo>
                  <a:cubicBezTo>
                    <a:pt x="941" y="1383"/>
                    <a:pt x="1070" y="1328"/>
                    <a:pt x="1144" y="1218"/>
                  </a:cubicBezTo>
                  <a:lnTo>
                    <a:pt x="1918" y="148"/>
                  </a:lnTo>
                  <a:cubicBezTo>
                    <a:pt x="1937" y="130"/>
                    <a:pt x="1955" y="111"/>
                    <a:pt x="1992" y="111"/>
                  </a:cubicBezTo>
                  <a:cubicBezTo>
                    <a:pt x="2003" y="106"/>
                    <a:pt x="2014" y="103"/>
                    <a:pt x="2024" y="103"/>
                  </a:cubicBezTo>
                  <a:cubicBezTo>
                    <a:pt x="2049" y="103"/>
                    <a:pt x="2071" y="117"/>
                    <a:pt x="2084" y="130"/>
                  </a:cubicBezTo>
                  <a:lnTo>
                    <a:pt x="3523" y="1531"/>
                  </a:lnTo>
                  <a:cubicBezTo>
                    <a:pt x="3615" y="1623"/>
                    <a:pt x="3744" y="1679"/>
                    <a:pt x="3891" y="1679"/>
                  </a:cubicBezTo>
                  <a:lnTo>
                    <a:pt x="3910" y="1679"/>
                  </a:lnTo>
                  <a:cubicBezTo>
                    <a:pt x="4057" y="1660"/>
                    <a:pt x="4186" y="1605"/>
                    <a:pt x="4279" y="1476"/>
                  </a:cubicBezTo>
                  <a:lnTo>
                    <a:pt x="5385" y="130"/>
                  </a:lnTo>
                  <a:cubicBezTo>
                    <a:pt x="5385" y="111"/>
                    <a:pt x="5385" y="93"/>
                    <a:pt x="5367" y="74"/>
                  </a:cubicBezTo>
                  <a:cubicBezTo>
                    <a:pt x="5357" y="65"/>
                    <a:pt x="5344" y="60"/>
                    <a:pt x="5330" y="60"/>
                  </a:cubicBezTo>
                  <a:cubicBezTo>
                    <a:pt x="5316" y="60"/>
                    <a:pt x="5302" y="65"/>
                    <a:pt x="5293" y="74"/>
                  </a:cubicBezTo>
                  <a:lnTo>
                    <a:pt x="4205" y="1420"/>
                  </a:lnTo>
                  <a:cubicBezTo>
                    <a:pt x="4131" y="1513"/>
                    <a:pt x="4020" y="1568"/>
                    <a:pt x="3910" y="1568"/>
                  </a:cubicBezTo>
                  <a:cubicBezTo>
                    <a:pt x="3893" y="1570"/>
                    <a:pt x="3876" y="1571"/>
                    <a:pt x="3860" y="1571"/>
                  </a:cubicBezTo>
                  <a:cubicBezTo>
                    <a:pt x="3752" y="1571"/>
                    <a:pt x="3660" y="1521"/>
                    <a:pt x="3596" y="1457"/>
                  </a:cubicBezTo>
                  <a:lnTo>
                    <a:pt x="2158" y="56"/>
                  </a:lnTo>
                  <a:cubicBezTo>
                    <a:pt x="2103" y="19"/>
                    <a:pt x="2047" y="0"/>
                    <a:pt x="19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61"/>
            <p:cNvSpPr/>
            <p:nvPr/>
          </p:nvSpPr>
          <p:spPr>
            <a:xfrm>
              <a:off x="1084525" y="3453800"/>
              <a:ext cx="13400" cy="13400"/>
            </a:xfrm>
            <a:custGeom>
              <a:avLst/>
              <a:gdLst/>
              <a:ahLst/>
              <a:cxnLst/>
              <a:rect l="l" t="t" r="r" b="b"/>
              <a:pathLst>
                <a:path w="536" h="536" extrusionOk="0">
                  <a:moveTo>
                    <a:pt x="277" y="93"/>
                  </a:moveTo>
                  <a:cubicBezTo>
                    <a:pt x="369" y="93"/>
                    <a:pt x="443" y="166"/>
                    <a:pt x="443" y="258"/>
                  </a:cubicBezTo>
                  <a:cubicBezTo>
                    <a:pt x="443" y="351"/>
                    <a:pt x="369" y="424"/>
                    <a:pt x="277" y="424"/>
                  </a:cubicBezTo>
                  <a:cubicBezTo>
                    <a:pt x="185" y="424"/>
                    <a:pt x="111" y="351"/>
                    <a:pt x="111" y="258"/>
                  </a:cubicBezTo>
                  <a:cubicBezTo>
                    <a:pt x="111" y="166"/>
                    <a:pt x="185" y="93"/>
                    <a:pt x="277" y="93"/>
                  </a:cubicBezTo>
                  <a:close/>
                  <a:moveTo>
                    <a:pt x="277" y="0"/>
                  </a:moveTo>
                  <a:cubicBezTo>
                    <a:pt x="129" y="0"/>
                    <a:pt x="0" y="111"/>
                    <a:pt x="0" y="258"/>
                  </a:cubicBezTo>
                  <a:cubicBezTo>
                    <a:pt x="0" y="406"/>
                    <a:pt x="129" y="535"/>
                    <a:pt x="277" y="535"/>
                  </a:cubicBezTo>
                  <a:cubicBezTo>
                    <a:pt x="424" y="535"/>
                    <a:pt x="535" y="406"/>
                    <a:pt x="535" y="258"/>
                  </a:cubicBezTo>
                  <a:cubicBezTo>
                    <a:pt x="535" y="111"/>
                    <a:pt x="424" y="0"/>
                    <a:pt x="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61"/>
            <p:cNvSpPr/>
            <p:nvPr/>
          </p:nvSpPr>
          <p:spPr>
            <a:xfrm>
              <a:off x="1078525" y="3458225"/>
              <a:ext cx="17550" cy="58300"/>
            </a:xfrm>
            <a:custGeom>
              <a:avLst/>
              <a:gdLst/>
              <a:ahLst/>
              <a:cxnLst/>
              <a:rect l="l" t="t" r="r" b="b"/>
              <a:pathLst>
                <a:path w="702" h="2332" extrusionOk="0">
                  <a:moveTo>
                    <a:pt x="470" y="0"/>
                  </a:moveTo>
                  <a:cubicBezTo>
                    <a:pt x="451" y="0"/>
                    <a:pt x="438" y="13"/>
                    <a:pt x="425" y="26"/>
                  </a:cubicBezTo>
                  <a:cubicBezTo>
                    <a:pt x="425" y="63"/>
                    <a:pt x="443" y="81"/>
                    <a:pt x="462" y="100"/>
                  </a:cubicBezTo>
                  <a:cubicBezTo>
                    <a:pt x="480" y="100"/>
                    <a:pt x="517" y="137"/>
                    <a:pt x="517" y="174"/>
                  </a:cubicBezTo>
                  <a:cubicBezTo>
                    <a:pt x="591" y="377"/>
                    <a:pt x="462" y="598"/>
                    <a:pt x="351" y="764"/>
                  </a:cubicBezTo>
                  <a:cubicBezTo>
                    <a:pt x="240" y="948"/>
                    <a:pt x="130" y="1133"/>
                    <a:pt x="74" y="1335"/>
                  </a:cubicBezTo>
                  <a:cubicBezTo>
                    <a:pt x="1" y="1557"/>
                    <a:pt x="19" y="1778"/>
                    <a:pt x="93" y="1962"/>
                  </a:cubicBezTo>
                  <a:cubicBezTo>
                    <a:pt x="203" y="2184"/>
                    <a:pt x="406" y="2331"/>
                    <a:pt x="609" y="2331"/>
                  </a:cubicBezTo>
                  <a:cubicBezTo>
                    <a:pt x="646" y="2331"/>
                    <a:pt x="664" y="2313"/>
                    <a:pt x="664" y="2276"/>
                  </a:cubicBezTo>
                  <a:cubicBezTo>
                    <a:pt x="664" y="2257"/>
                    <a:pt x="646" y="2239"/>
                    <a:pt x="628" y="2239"/>
                  </a:cubicBezTo>
                  <a:cubicBezTo>
                    <a:pt x="443" y="2221"/>
                    <a:pt x="277" y="2110"/>
                    <a:pt x="185" y="1926"/>
                  </a:cubicBezTo>
                  <a:cubicBezTo>
                    <a:pt x="111" y="1760"/>
                    <a:pt x="111" y="1557"/>
                    <a:pt x="167" y="1354"/>
                  </a:cubicBezTo>
                  <a:cubicBezTo>
                    <a:pt x="222" y="1169"/>
                    <a:pt x="332" y="985"/>
                    <a:pt x="425" y="819"/>
                  </a:cubicBezTo>
                  <a:cubicBezTo>
                    <a:pt x="535" y="635"/>
                    <a:pt x="701" y="395"/>
                    <a:pt x="609" y="155"/>
                  </a:cubicBezTo>
                  <a:cubicBezTo>
                    <a:pt x="591" y="81"/>
                    <a:pt x="554" y="26"/>
                    <a:pt x="498" y="8"/>
                  </a:cubicBezTo>
                  <a:cubicBezTo>
                    <a:pt x="488" y="2"/>
                    <a:pt x="478"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61"/>
            <p:cNvSpPr/>
            <p:nvPr/>
          </p:nvSpPr>
          <p:spPr>
            <a:xfrm>
              <a:off x="1005225" y="3451500"/>
              <a:ext cx="13850" cy="13375"/>
            </a:xfrm>
            <a:custGeom>
              <a:avLst/>
              <a:gdLst/>
              <a:ahLst/>
              <a:cxnLst/>
              <a:rect l="l" t="t" r="r" b="b"/>
              <a:pathLst>
                <a:path w="554" h="535" extrusionOk="0">
                  <a:moveTo>
                    <a:pt x="277" y="92"/>
                  </a:moveTo>
                  <a:cubicBezTo>
                    <a:pt x="369" y="92"/>
                    <a:pt x="443" y="166"/>
                    <a:pt x="443" y="258"/>
                  </a:cubicBezTo>
                  <a:cubicBezTo>
                    <a:pt x="443" y="350"/>
                    <a:pt x="369" y="424"/>
                    <a:pt x="277" y="424"/>
                  </a:cubicBezTo>
                  <a:cubicBezTo>
                    <a:pt x="185" y="424"/>
                    <a:pt x="111" y="350"/>
                    <a:pt x="111" y="258"/>
                  </a:cubicBezTo>
                  <a:cubicBezTo>
                    <a:pt x="111" y="166"/>
                    <a:pt x="185" y="92"/>
                    <a:pt x="277" y="92"/>
                  </a:cubicBezTo>
                  <a:close/>
                  <a:moveTo>
                    <a:pt x="277" y="0"/>
                  </a:moveTo>
                  <a:cubicBezTo>
                    <a:pt x="130" y="0"/>
                    <a:pt x="1" y="111"/>
                    <a:pt x="1" y="258"/>
                  </a:cubicBezTo>
                  <a:cubicBezTo>
                    <a:pt x="1" y="406"/>
                    <a:pt x="130" y="535"/>
                    <a:pt x="277" y="535"/>
                  </a:cubicBezTo>
                  <a:cubicBezTo>
                    <a:pt x="425" y="535"/>
                    <a:pt x="554" y="406"/>
                    <a:pt x="554" y="258"/>
                  </a:cubicBezTo>
                  <a:cubicBezTo>
                    <a:pt x="554" y="111"/>
                    <a:pt x="425" y="0"/>
                    <a:pt x="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61"/>
            <p:cNvSpPr/>
            <p:nvPr/>
          </p:nvSpPr>
          <p:spPr>
            <a:xfrm>
              <a:off x="999700" y="3455900"/>
              <a:ext cx="17075" cy="80900"/>
            </a:xfrm>
            <a:custGeom>
              <a:avLst/>
              <a:gdLst/>
              <a:ahLst/>
              <a:cxnLst/>
              <a:rect l="l" t="t" r="r" b="b"/>
              <a:pathLst>
                <a:path w="683" h="3236" extrusionOk="0">
                  <a:moveTo>
                    <a:pt x="460" y="1"/>
                  </a:moveTo>
                  <a:cubicBezTo>
                    <a:pt x="443" y="1"/>
                    <a:pt x="424" y="14"/>
                    <a:pt x="424" y="27"/>
                  </a:cubicBezTo>
                  <a:cubicBezTo>
                    <a:pt x="406" y="45"/>
                    <a:pt x="424" y="82"/>
                    <a:pt x="443" y="101"/>
                  </a:cubicBezTo>
                  <a:cubicBezTo>
                    <a:pt x="461" y="101"/>
                    <a:pt x="498" y="156"/>
                    <a:pt x="517" y="211"/>
                  </a:cubicBezTo>
                  <a:cubicBezTo>
                    <a:pt x="572" y="506"/>
                    <a:pt x="443" y="820"/>
                    <a:pt x="332" y="1078"/>
                  </a:cubicBezTo>
                  <a:cubicBezTo>
                    <a:pt x="222" y="1318"/>
                    <a:pt x="111" y="1576"/>
                    <a:pt x="56" y="1853"/>
                  </a:cubicBezTo>
                  <a:cubicBezTo>
                    <a:pt x="0" y="2166"/>
                    <a:pt x="0" y="2480"/>
                    <a:pt x="92" y="2719"/>
                  </a:cubicBezTo>
                  <a:cubicBezTo>
                    <a:pt x="185" y="3014"/>
                    <a:pt x="388" y="3217"/>
                    <a:pt x="609" y="3236"/>
                  </a:cubicBezTo>
                  <a:cubicBezTo>
                    <a:pt x="627" y="3236"/>
                    <a:pt x="646" y="3217"/>
                    <a:pt x="646" y="3180"/>
                  </a:cubicBezTo>
                  <a:cubicBezTo>
                    <a:pt x="646" y="3162"/>
                    <a:pt x="627" y="3125"/>
                    <a:pt x="609" y="3125"/>
                  </a:cubicBezTo>
                  <a:cubicBezTo>
                    <a:pt x="424" y="3125"/>
                    <a:pt x="258" y="2941"/>
                    <a:pt x="185" y="2682"/>
                  </a:cubicBezTo>
                  <a:cubicBezTo>
                    <a:pt x="111" y="2461"/>
                    <a:pt x="92" y="2166"/>
                    <a:pt x="148" y="1871"/>
                  </a:cubicBezTo>
                  <a:cubicBezTo>
                    <a:pt x="203" y="1594"/>
                    <a:pt x="314" y="1355"/>
                    <a:pt x="424" y="1115"/>
                  </a:cubicBezTo>
                  <a:cubicBezTo>
                    <a:pt x="535" y="875"/>
                    <a:pt x="683" y="525"/>
                    <a:pt x="609" y="193"/>
                  </a:cubicBezTo>
                  <a:cubicBezTo>
                    <a:pt x="590" y="138"/>
                    <a:pt x="553" y="45"/>
                    <a:pt x="480" y="9"/>
                  </a:cubicBezTo>
                  <a:cubicBezTo>
                    <a:pt x="474" y="3"/>
                    <a:pt x="467" y="1"/>
                    <a:pt x="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61"/>
            <p:cNvSpPr/>
            <p:nvPr/>
          </p:nvSpPr>
          <p:spPr>
            <a:xfrm>
              <a:off x="1116800" y="3366775"/>
              <a:ext cx="21225" cy="58000"/>
            </a:xfrm>
            <a:custGeom>
              <a:avLst/>
              <a:gdLst/>
              <a:ahLst/>
              <a:cxnLst/>
              <a:rect l="l" t="t" r="r" b="b"/>
              <a:pathLst>
                <a:path w="849" h="2320" extrusionOk="0">
                  <a:moveTo>
                    <a:pt x="164" y="1"/>
                  </a:moveTo>
                  <a:cubicBezTo>
                    <a:pt x="152" y="1"/>
                    <a:pt x="138" y="5"/>
                    <a:pt x="129" y="15"/>
                  </a:cubicBezTo>
                  <a:cubicBezTo>
                    <a:pt x="92" y="33"/>
                    <a:pt x="92" y="51"/>
                    <a:pt x="111" y="70"/>
                  </a:cubicBezTo>
                  <a:cubicBezTo>
                    <a:pt x="240" y="236"/>
                    <a:pt x="646" y="1010"/>
                    <a:pt x="719" y="1195"/>
                  </a:cubicBezTo>
                  <a:cubicBezTo>
                    <a:pt x="738" y="1232"/>
                    <a:pt x="738" y="1287"/>
                    <a:pt x="738" y="1324"/>
                  </a:cubicBezTo>
                  <a:cubicBezTo>
                    <a:pt x="756" y="1434"/>
                    <a:pt x="664" y="1545"/>
                    <a:pt x="590" y="1619"/>
                  </a:cubicBezTo>
                  <a:cubicBezTo>
                    <a:pt x="406" y="1840"/>
                    <a:pt x="221" y="2043"/>
                    <a:pt x="19" y="2246"/>
                  </a:cubicBezTo>
                  <a:cubicBezTo>
                    <a:pt x="0" y="2264"/>
                    <a:pt x="0" y="2283"/>
                    <a:pt x="19" y="2320"/>
                  </a:cubicBezTo>
                  <a:lnTo>
                    <a:pt x="74" y="2320"/>
                  </a:lnTo>
                  <a:cubicBezTo>
                    <a:pt x="295" y="2117"/>
                    <a:pt x="498" y="1914"/>
                    <a:pt x="682" y="1693"/>
                  </a:cubicBezTo>
                  <a:cubicBezTo>
                    <a:pt x="756" y="1582"/>
                    <a:pt x="848" y="1471"/>
                    <a:pt x="848" y="1324"/>
                  </a:cubicBezTo>
                  <a:cubicBezTo>
                    <a:pt x="848" y="1269"/>
                    <a:pt x="830" y="1195"/>
                    <a:pt x="811" y="1158"/>
                  </a:cubicBezTo>
                  <a:cubicBezTo>
                    <a:pt x="738" y="973"/>
                    <a:pt x="314" y="181"/>
                    <a:pt x="185" y="15"/>
                  </a:cubicBezTo>
                  <a:cubicBezTo>
                    <a:pt x="185" y="5"/>
                    <a:pt x="175"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61"/>
            <p:cNvSpPr/>
            <p:nvPr/>
          </p:nvSpPr>
          <p:spPr>
            <a:xfrm>
              <a:off x="1105275" y="3366775"/>
              <a:ext cx="16600" cy="11900"/>
            </a:xfrm>
            <a:custGeom>
              <a:avLst/>
              <a:gdLst/>
              <a:ahLst/>
              <a:cxnLst/>
              <a:rect l="l" t="t" r="r" b="b"/>
              <a:pathLst>
                <a:path w="664" h="476" extrusionOk="0">
                  <a:moveTo>
                    <a:pt x="627" y="1"/>
                  </a:moveTo>
                  <a:cubicBezTo>
                    <a:pt x="613" y="1"/>
                    <a:pt x="599" y="5"/>
                    <a:pt x="590" y="15"/>
                  </a:cubicBezTo>
                  <a:lnTo>
                    <a:pt x="19" y="383"/>
                  </a:lnTo>
                  <a:cubicBezTo>
                    <a:pt x="0" y="402"/>
                    <a:pt x="0" y="439"/>
                    <a:pt x="19" y="457"/>
                  </a:cubicBezTo>
                  <a:cubicBezTo>
                    <a:pt x="19" y="476"/>
                    <a:pt x="37" y="476"/>
                    <a:pt x="55" y="476"/>
                  </a:cubicBezTo>
                  <a:lnTo>
                    <a:pt x="74" y="476"/>
                  </a:lnTo>
                  <a:lnTo>
                    <a:pt x="646" y="88"/>
                  </a:lnTo>
                  <a:cubicBezTo>
                    <a:pt x="664" y="70"/>
                    <a:pt x="664" y="51"/>
                    <a:pt x="664" y="15"/>
                  </a:cubicBezTo>
                  <a:cubicBezTo>
                    <a:pt x="655" y="5"/>
                    <a:pt x="641" y="1"/>
                    <a:pt x="627"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61"/>
            <p:cNvSpPr/>
            <p:nvPr/>
          </p:nvSpPr>
          <p:spPr>
            <a:xfrm>
              <a:off x="974350" y="3390900"/>
              <a:ext cx="18450" cy="36175"/>
            </a:xfrm>
            <a:custGeom>
              <a:avLst/>
              <a:gdLst/>
              <a:ahLst/>
              <a:cxnLst/>
              <a:rect l="l" t="t" r="r" b="b"/>
              <a:pathLst>
                <a:path w="738" h="1447" extrusionOk="0">
                  <a:moveTo>
                    <a:pt x="415" y="1"/>
                  </a:moveTo>
                  <a:cubicBezTo>
                    <a:pt x="395" y="1"/>
                    <a:pt x="382" y="14"/>
                    <a:pt x="369" y="27"/>
                  </a:cubicBezTo>
                  <a:cubicBezTo>
                    <a:pt x="258" y="193"/>
                    <a:pt x="166" y="359"/>
                    <a:pt x="92" y="525"/>
                  </a:cubicBezTo>
                  <a:cubicBezTo>
                    <a:pt x="37" y="617"/>
                    <a:pt x="0" y="728"/>
                    <a:pt x="37" y="820"/>
                  </a:cubicBezTo>
                  <a:cubicBezTo>
                    <a:pt x="74" y="875"/>
                    <a:pt x="111" y="912"/>
                    <a:pt x="129" y="930"/>
                  </a:cubicBezTo>
                  <a:lnTo>
                    <a:pt x="664" y="1428"/>
                  </a:lnTo>
                  <a:cubicBezTo>
                    <a:pt x="664" y="1447"/>
                    <a:pt x="682" y="1447"/>
                    <a:pt x="682" y="1447"/>
                  </a:cubicBezTo>
                  <a:cubicBezTo>
                    <a:pt x="701" y="1447"/>
                    <a:pt x="719" y="1447"/>
                    <a:pt x="719" y="1428"/>
                  </a:cubicBezTo>
                  <a:cubicBezTo>
                    <a:pt x="738" y="1410"/>
                    <a:pt x="738" y="1373"/>
                    <a:pt x="719" y="1355"/>
                  </a:cubicBezTo>
                  <a:lnTo>
                    <a:pt x="203" y="857"/>
                  </a:lnTo>
                  <a:cubicBezTo>
                    <a:pt x="184" y="838"/>
                    <a:pt x="148" y="820"/>
                    <a:pt x="129" y="783"/>
                  </a:cubicBezTo>
                  <a:cubicBezTo>
                    <a:pt x="111" y="728"/>
                    <a:pt x="148" y="635"/>
                    <a:pt x="184" y="562"/>
                  </a:cubicBezTo>
                  <a:cubicBezTo>
                    <a:pt x="258" y="396"/>
                    <a:pt x="350" y="230"/>
                    <a:pt x="443" y="82"/>
                  </a:cubicBezTo>
                  <a:cubicBezTo>
                    <a:pt x="461" y="64"/>
                    <a:pt x="461" y="27"/>
                    <a:pt x="443" y="8"/>
                  </a:cubicBezTo>
                  <a:cubicBezTo>
                    <a:pt x="432" y="3"/>
                    <a:pt x="423" y="1"/>
                    <a:pt x="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26">
          <a:extLst>
            <a:ext uri="{FF2B5EF4-FFF2-40B4-BE49-F238E27FC236}">
              <a16:creationId xmlns:a16="http://schemas.microsoft.com/office/drawing/2014/main" id="{86480242-2FE0-B4B9-E7D5-1E4DFC8BCC46}"/>
            </a:ext>
          </a:extLst>
        </p:cNvPr>
        <p:cNvGrpSpPr/>
        <p:nvPr/>
      </p:nvGrpSpPr>
      <p:grpSpPr>
        <a:xfrm>
          <a:off x="0" y="0"/>
          <a:ext cx="0" cy="0"/>
          <a:chOff x="0" y="0"/>
          <a:chExt cx="0" cy="0"/>
        </a:xfrm>
      </p:grpSpPr>
      <p:sp>
        <p:nvSpPr>
          <p:cNvPr id="3727" name="Google Shape;3727;p64">
            <a:extLst>
              <a:ext uri="{FF2B5EF4-FFF2-40B4-BE49-F238E27FC236}">
                <a16:creationId xmlns:a16="http://schemas.microsoft.com/office/drawing/2014/main" id="{84E1EC76-06DC-1766-2AE0-4D217DA7DBCE}"/>
              </a:ext>
            </a:extLst>
          </p:cNvPr>
          <p:cNvSpPr txBox="1">
            <a:spLocks noGrp="1"/>
          </p:cNvSpPr>
          <p:nvPr>
            <p:ph type="subTitle" idx="1"/>
          </p:nvPr>
        </p:nvSpPr>
        <p:spPr>
          <a:xfrm>
            <a:off x="2074375" y="1438075"/>
            <a:ext cx="5385000" cy="1445400"/>
          </a:xfrm>
          <a:prstGeom prst="rect">
            <a:avLst/>
          </a:prstGeom>
        </p:spPr>
        <p:txBody>
          <a:bodyPr spcFirstLastPara="1" wrap="square" lIns="91425" tIns="91425" rIns="91425" bIns="91425" anchor="t" anchorCtr="0">
            <a:noAutofit/>
          </a:bodyPr>
          <a:lstStyle/>
          <a:p>
            <a:pPr marL="0" lvl="0" indent="0"/>
            <a:r>
              <a:rPr lang="en" dirty="0"/>
              <a:t>“</a:t>
            </a:r>
            <a:r>
              <a:rPr lang="en-US" dirty="0"/>
              <a:t>Behind every unemployment statistic is a real person and a real story.”</a:t>
            </a:r>
            <a:endParaRPr dirty="0"/>
          </a:p>
        </p:txBody>
      </p:sp>
      <p:sp>
        <p:nvSpPr>
          <p:cNvPr id="3728" name="Google Shape;3728;p64">
            <a:extLst>
              <a:ext uri="{FF2B5EF4-FFF2-40B4-BE49-F238E27FC236}">
                <a16:creationId xmlns:a16="http://schemas.microsoft.com/office/drawing/2014/main" id="{65909EF4-4F5D-07A9-D3E4-2574F04F83A7}"/>
              </a:ext>
            </a:extLst>
          </p:cNvPr>
          <p:cNvSpPr txBox="1">
            <a:spLocks noGrp="1"/>
          </p:cNvSpPr>
          <p:nvPr>
            <p:ph type="title"/>
          </p:nvPr>
        </p:nvSpPr>
        <p:spPr>
          <a:xfrm>
            <a:off x="2242950" y="2883475"/>
            <a:ext cx="4658100" cy="531900"/>
          </a:xfrm>
          <a:prstGeom prst="rect">
            <a:avLst/>
          </a:prstGeom>
        </p:spPr>
        <p:txBody>
          <a:bodyPr spcFirstLastPara="1" wrap="square" lIns="91425" tIns="91425" rIns="91425" bIns="91425" anchor="t" anchorCtr="0">
            <a:noAutofit/>
          </a:bodyPr>
          <a:lstStyle/>
          <a:p>
            <a:pPr lvl="0"/>
            <a:r>
              <a:rPr lang="en-US" dirty="0"/>
              <a:t>– Anonymous</a:t>
            </a:r>
            <a:endParaRPr b="1" dirty="0"/>
          </a:p>
        </p:txBody>
      </p:sp>
    </p:spTree>
    <p:extLst>
      <p:ext uri="{BB962C8B-B14F-4D97-AF65-F5344CB8AC3E}">
        <p14:creationId xmlns:p14="http://schemas.microsoft.com/office/powerpoint/2010/main" val="1920365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09"/>
        <p:cNvGrpSpPr/>
        <p:nvPr/>
      </p:nvGrpSpPr>
      <p:grpSpPr>
        <a:xfrm>
          <a:off x="0" y="0"/>
          <a:ext cx="0" cy="0"/>
          <a:chOff x="0" y="0"/>
          <a:chExt cx="0" cy="0"/>
        </a:xfrm>
      </p:grpSpPr>
      <p:sp>
        <p:nvSpPr>
          <p:cNvPr id="3710" name="Google Shape;3710;p63"/>
          <p:cNvSpPr txBox="1">
            <a:spLocks noGrp="1"/>
          </p:cNvSpPr>
          <p:nvPr>
            <p:ph type="title" idx="15"/>
          </p:nvPr>
        </p:nvSpPr>
        <p:spPr>
          <a:xfrm>
            <a:off x="713225" y="323175"/>
            <a:ext cx="76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Space Grotesk Light"/>
                <a:cs typeface="Space Grotesk Light"/>
                <a:sym typeface="Space Grotesk Light"/>
              </a:rPr>
              <a:t>Agenda</a:t>
            </a:r>
            <a:endParaRPr b="1" dirty="0">
              <a:latin typeface="Space Grotesk"/>
              <a:ea typeface="Space Grotesk"/>
              <a:cs typeface="Space Grotesk"/>
              <a:sym typeface="Space Grotesk"/>
            </a:endParaRPr>
          </a:p>
        </p:txBody>
      </p:sp>
      <p:sp>
        <p:nvSpPr>
          <p:cNvPr id="3711" name="Google Shape;3711;p63"/>
          <p:cNvSpPr txBox="1">
            <a:spLocks noGrp="1"/>
          </p:cNvSpPr>
          <p:nvPr>
            <p:ph type="title"/>
          </p:nvPr>
        </p:nvSpPr>
        <p:spPr>
          <a:xfrm>
            <a:off x="1598487" y="1400862"/>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Description</a:t>
            </a:r>
            <a:endParaRPr dirty="0"/>
          </a:p>
        </p:txBody>
      </p:sp>
      <p:sp>
        <p:nvSpPr>
          <p:cNvPr id="3712" name="Google Shape;3712;p63"/>
          <p:cNvSpPr txBox="1">
            <a:spLocks noGrp="1"/>
          </p:cNvSpPr>
          <p:nvPr>
            <p:ph type="title" idx="2"/>
          </p:nvPr>
        </p:nvSpPr>
        <p:spPr>
          <a:xfrm>
            <a:off x="713225" y="1400862"/>
            <a:ext cx="776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714" name="Google Shape;3714;p63"/>
          <p:cNvSpPr txBox="1">
            <a:spLocks noGrp="1"/>
          </p:cNvSpPr>
          <p:nvPr>
            <p:ph type="title" idx="3"/>
          </p:nvPr>
        </p:nvSpPr>
        <p:spPr>
          <a:xfrm>
            <a:off x="1590434" y="3000926"/>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 dirty="0"/>
            </a:br>
            <a:br>
              <a:rPr lang="en" dirty="0"/>
            </a:br>
            <a:r>
              <a:rPr lang="en" dirty="0"/>
              <a:t>Model Development and Evaluation </a:t>
            </a:r>
            <a:br>
              <a:rPr lang="en" dirty="0"/>
            </a:br>
            <a:br>
              <a:rPr lang="en" dirty="0"/>
            </a:br>
            <a:endParaRPr dirty="0"/>
          </a:p>
        </p:txBody>
      </p:sp>
      <p:sp>
        <p:nvSpPr>
          <p:cNvPr id="3715" name="Google Shape;3715;p63"/>
          <p:cNvSpPr txBox="1">
            <a:spLocks noGrp="1"/>
          </p:cNvSpPr>
          <p:nvPr>
            <p:ph type="title" idx="4"/>
          </p:nvPr>
        </p:nvSpPr>
        <p:spPr>
          <a:xfrm>
            <a:off x="713225" y="2307900"/>
            <a:ext cx="776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717" name="Google Shape;3717;p63"/>
          <p:cNvSpPr txBox="1">
            <a:spLocks noGrp="1"/>
          </p:cNvSpPr>
          <p:nvPr>
            <p:ph type="title" idx="6"/>
          </p:nvPr>
        </p:nvSpPr>
        <p:spPr>
          <a:xfrm>
            <a:off x="5097449" y="1528497"/>
            <a:ext cx="3296076"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environment, process and Technologies.</a:t>
            </a:r>
            <a:endParaRPr dirty="0"/>
          </a:p>
        </p:txBody>
      </p:sp>
      <p:sp>
        <p:nvSpPr>
          <p:cNvPr id="3718" name="Google Shape;3718;p63"/>
          <p:cNvSpPr txBox="1">
            <a:spLocks noGrp="1"/>
          </p:cNvSpPr>
          <p:nvPr>
            <p:ph type="title" idx="7"/>
          </p:nvPr>
        </p:nvSpPr>
        <p:spPr>
          <a:xfrm>
            <a:off x="4268818" y="1400862"/>
            <a:ext cx="776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720" name="Google Shape;3720;p63"/>
          <p:cNvSpPr txBox="1">
            <a:spLocks noGrp="1"/>
          </p:cNvSpPr>
          <p:nvPr>
            <p:ph type="title" idx="13"/>
          </p:nvPr>
        </p:nvSpPr>
        <p:spPr>
          <a:xfrm>
            <a:off x="5243861" y="2461945"/>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Challenges and Solutions</a:t>
            </a:r>
            <a:endParaRPr dirty="0"/>
          </a:p>
        </p:txBody>
      </p:sp>
      <p:sp>
        <p:nvSpPr>
          <p:cNvPr id="3721" name="Google Shape;3721;p63"/>
          <p:cNvSpPr txBox="1">
            <a:spLocks noGrp="1"/>
          </p:cNvSpPr>
          <p:nvPr>
            <p:ph type="title" idx="9"/>
          </p:nvPr>
        </p:nvSpPr>
        <p:spPr>
          <a:xfrm>
            <a:off x="4265543" y="2337848"/>
            <a:ext cx="776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0" name="Google Shape;3715;p63">
            <a:extLst>
              <a:ext uri="{FF2B5EF4-FFF2-40B4-BE49-F238E27FC236}">
                <a16:creationId xmlns:a16="http://schemas.microsoft.com/office/drawing/2014/main" id="{60B82E5C-47B1-A41E-69C0-863A9C794327}"/>
              </a:ext>
            </a:extLst>
          </p:cNvPr>
          <p:cNvSpPr txBox="1">
            <a:spLocks/>
          </p:cNvSpPr>
          <p:nvPr/>
        </p:nvSpPr>
        <p:spPr>
          <a:xfrm>
            <a:off x="713225" y="3384860"/>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000"/>
              <a:buFont typeface="Space Grotesk"/>
              <a:buNone/>
              <a:defRPr sz="3300" b="1"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9pPr>
          </a:lstStyle>
          <a:p>
            <a:r>
              <a:rPr lang="en" dirty="0"/>
              <a:t>05</a:t>
            </a:r>
          </a:p>
        </p:txBody>
      </p:sp>
      <p:sp>
        <p:nvSpPr>
          <p:cNvPr id="11" name="Google Shape;3715;p63">
            <a:extLst>
              <a:ext uri="{FF2B5EF4-FFF2-40B4-BE49-F238E27FC236}">
                <a16:creationId xmlns:a16="http://schemas.microsoft.com/office/drawing/2014/main" id="{FFF8D6E3-875D-E9A3-54DE-CCE9101C9C29}"/>
              </a:ext>
            </a:extLst>
          </p:cNvPr>
          <p:cNvSpPr txBox="1">
            <a:spLocks/>
          </p:cNvSpPr>
          <p:nvPr/>
        </p:nvSpPr>
        <p:spPr>
          <a:xfrm>
            <a:off x="4265843" y="339824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000"/>
              <a:buFont typeface="Space Grotesk"/>
              <a:buNone/>
              <a:defRPr sz="3300" b="1"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9pPr>
          </a:lstStyle>
          <a:p>
            <a:r>
              <a:rPr lang="en" dirty="0"/>
              <a:t>06</a:t>
            </a:r>
          </a:p>
        </p:txBody>
      </p:sp>
      <p:sp>
        <p:nvSpPr>
          <p:cNvPr id="15" name="Google Shape;3717;p63">
            <a:extLst>
              <a:ext uri="{FF2B5EF4-FFF2-40B4-BE49-F238E27FC236}">
                <a16:creationId xmlns:a16="http://schemas.microsoft.com/office/drawing/2014/main" id="{86F5BD82-F0D6-4BC3-2091-979A3A86C5E3}"/>
              </a:ext>
            </a:extLst>
          </p:cNvPr>
          <p:cNvSpPr txBox="1">
            <a:spLocks/>
          </p:cNvSpPr>
          <p:nvPr/>
        </p:nvSpPr>
        <p:spPr>
          <a:xfrm>
            <a:off x="1590434" y="3444292"/>
            <a:ext cx="25743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Space Grotesk"/>
              <a:buNone/>
              <a:defRPr sz="1800" b="0" i="0" u="none" strike="noStrike" cap="none">
                <a:solidFill>
                  <a:schemeClr val="lt1"/>
                </a:solidFill>
                <a:latin typeface="Space Grotesk Medium"/>
                <a:ea typeface="Space Grotesk Medium"/>
                <a:cs typeface="Space Grotesk Medium"/>
                <a:sym typeface="Space Grotesk Medium"/>
              </a:defRPr>
            </a:lvl1pPr>
            <a:lvl2pPr marR="0" lvl="1"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9pPr>
          </a:lstStyle>
          <a:p>
            <a:r>
              <a:rPr lang="en-US" dirty="0"/>
              <a:t>Project Demonstration</a:t>
            </a:r>
          </a:p>
        </p:txBody>
      </p:sp>
      <p:sp>
        <p:nvSpPr>
          <p:cNvPr id="16" name="Google Shape;3717;p63">
            <a:extLst>
              <a:ext uri="{FF2B5EF4-FFF2-40B4-BE49-F238E27FC236}">
                <a16:creationId xmlns:a16="http://schemas.microsoft.com/office/drawing/2014/main" id="{4F069EC6-469F-DAD4-4F85-FA530382773C}"/>
              </a:ext>
            </a:extLst>
          </p:cNvPr>
          <p:cNvSpPr txBox="1">
            <a:spLocks/>
          </p:cNvSpPr>
          <p:nvPr/>
        </p:nvSpPr>
        <p:spPr>
          <a:xfrm>
            <a:off x="5243861" y="3528626"/>
            <a:ext cx="25743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Space Grotesk"/>
              <a:buNone/>
              <a:defRPr sz="1800" b="0" i="0" u="none" strike="noStrike" cap="none">
                <a:solidFill>
                  <a:schemeClr val="lt1"/>
                </a:solidFill>
                <a:latin typeface="Space Grotesk Medium"/>
                <a:ea typeface="Space Grotesk Medium"/>
                <a:cs typeface="Space Grotesk Medium"/>
                <a:sym typeface="Space Grotesk Medium"/>
              </a:defRPr>
            </a:lvl1pPr>
            <a:lvl2pPr marR="0" lvl="1"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9pPr>
          </a:lstStyle>
          <a:p>
            <a:r>
              <a:rPr lang="en-US" dirty="0"/>
              <a:t>Conclusion and Self-Assessment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70"/>
        <p:cNvGrpSpPr/>
        <p:nvPr/>
      </p:nvGrpSpPr>
      <p:grpSpPr>
        <a:xfrm>
          <a:off x="0" y="0"/>
          <a:ext cx="0" cy="0"/>
          <a:chOff x="0" y="0"/>
          <a:chExt cx="0" cy="0"/>
        </a:xfrm>
      </p:grpSpPr>
      <p:sp>
        <p:nvSpPr>
          <p:cNvPr id="3771" name="Google Shape;3771;p66"/>
          <p:cNvSpPr txBox="1">
            <a:spLocks noGrp="1"/>
          </p:cNvSpPr>
          <p:nvPr>
            <p:ph type="title"/>
          </p:nvPr>
        </p:nvSpPr>
        <p:spPr>
          <a:xfrm>
            <a:off x="5449424" y="1593575"/>
            <a:ext cx="3501536" cy="1402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description</a:t>
            </a:r>
            <a:endParaRPr b="1" dirty="0"/>
          </a:p>
        </p:txBody>
      </p:sp>
      <p:sp>
        <p:nvSpPr>
          <p:cNvPr id="3773" name="Google Shape;3773;p66"/>
          <p:cNvSpPr txBox="1">
            <a:spLocks noGrp="1"/>
          </p:cNvSpPr>
          <p:nvPr>
            <p:ph type="title" idx="2"/>
          </p:nvPr>
        </p:nvSpPr>
        <p:spPr>
          <a:xfrm>
            <a:off x="3377825" y="1593575"/>
            <a:ext cx="2015700" cy="140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3774" name="Google Shape;3774;p66"/>
          <p:cNvGrpSpPr/>
          <p:nvPr/>
        </p:nvGrpSpPr>
        <p:grpSpPr>
          <a:xfrm>
            <a:off x="413359" y="1593581"/>
            <a:ext cx="2808075" cy="3550043"/>
            <a:chOff x="5468700" y="1235450"/>
            <a:chExt cx="560125" cy="708125"/>
          </a:xfrm>
        </p:grpSpPr>
        <p:sp>
          <p:nvSpPr>
            <p:cNvPr id="3775" name="Google Shape;3775;p66"/>
            <p:cNvSpPr/>
            <p:nvPr/>
          </p:nvSpPr>
          <p:spPr>
            <a:xfrm>
              <a:off x="5790925" y="1636050"/>
              <a:ext cx="218075" cy="185025"/>
            </a:xfrm>
            <a:custGeom>
              <a:avLst/>
              <a:gdLst/>
              <a:ahLst/>
              <a:cxnLst/>
              <a:rect l="l" t="t" r="r" b="b"/>
              <a:pathLst>
                <a:path w="8723" h="7401" extrusionOk="0">
                  <a:moveTo>
                    <a:pt x="6123" y="1"/>
                  </a:moveTo>
                  <a:lnTo>
                    <a:pt x="3744" y="2398"/>
                  </a:lnTo>
                  <a:lnTo>
                    <a:pt x="2748" y="1292"/>
                  </a:lnTo>
                  <a:lnTo>
                    <a:pt x="1" y="5330"/>
                  </a:lnTo>
                  <a:lnTo>
                    <a:pt x="2066" y="6916"/>
                  </a:lnTo>
                  <a:cubicBezTo>
                    <a:pt x="2486" y="7245"/>
                    <a:pt x="2982" y="7401"/>
                    <a:pt x="3474" y="7401"/>
                  </a:cubicBezTo>
                  <a:cubicBezTo>
                    <a:pt x="4279" y="7401"/>
                    <a:pt x="5072" y="6982"/>
                    <a:pt x="5496" y="6215"/>
                  </a:cubicBezTo>
                  <a:lnTo>
                    <a:pt x="8483" y="1642"/>
                  </a:lnTo>
                  <a:cubicBezTo>
                    <a:pt x="8723" y="1236"/>
                    <a:pt x="8133" y="960"/>
                    <a:pt x="7672" y="794"/>
                  </a:cubicBezTo>
                  <a:lnTo>
                    <a:pt x="6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66"/>
            <p:cNvSpPr/>
            <p:nvPr/>
          </p:nvSpPr>
          <p:spPr>
            <a:xfrm>
              <a:off x="5911725" y="1518050"/>
              <a:ext cx="97750" cy="156475"/>
            </a:xfrm>
            <a:custGeom>
              <a:avLst/>
              <a:gdLst/>
              <a:ahLst/>
              <a:cxnLst/>
              <a:rect l="l" t="t" r="r" b="b"/>
              <a:pathLst>
                <a:path w="3910" h="6259" extrusionOk="0">
                  <a:moveTo>
                    <a:pt x="3085" y="1"/>
                  </a:moveTo>
                  <a:cubicBezTo>
                    <a:pt x="3025" y="1"/>
                    <a:pt x="2970" y="29"/>
                    <a:pt x="2932" y="92"/>
                  </a:cubicBezTo>
                  <a:lnTo>
                    <a:pt x="37" y="5680"/>
                  </a:lnTo>
                  <a:cubicBezTo>
                    <a:pt x="0" y="5772"/>
                    <a:pt x="19" y="5883"/>
                    <a:pt x="111" y="5919"/>
                  </a:cubicBezTo>
                  <a:lnTo>
                    <a:pt x="719" y="6233"/>
                  </a:lnTo>
                  <a:cubicBezTo>
                    <a:pt x="749" y="6251"/>
                    <a:pt x="780" y="6259"/>
                    <a:pt x="811" y="6259"/>
                  </a:cubicBezTo>
                  <a:cubicBezTo>
                    <a:pt x="875" y="6259"/>
                    <a:pt x="934" y="6222"/>
                    <a:pt x="959" y="6159"/>
                  </a:cubicBezTo>
                  <a:lnTo>
                    <a:pt x="3854" y="572"/>
                  </a:lnTo>
                  <a:cubicBezTo>
                    <a:pt x="3909" y="480"/>
                    <a:pt x="3873" y="387"/>
                    <a:pt x="3780" y="332"/>
                  </a:cubicBezTo>
                  <a:lnTo>
                    <a:pt x="3172" y="19"/>
                  </a:lnTo>
                  <a:cubicBezTo>
                    <a:pt x="3143" y="7"/>
                    <a:pt x="3113" y="1"/>
                    <a:pt x="30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66"/>
            <p:cNvSpPr/>
            <p:nvPr/>
          </p:nvSpPr>
          <p:spPr>
            <a:xfrm>
              <a:off x="5933950" y="1534750"/>
              <a:ext cx="94875" cy="134925"/>
            </a:xfrm>
            <a:custGeom>
              <a:avLst/>
              <a:gdLst/>
              <a:ahLst/>
              <a:cxnLst/>
              <a:rect l="l" t="t" r="r" b="b"/>
              <a:pathLst>
                <a:path w="3795" h="5397" extrusionOk="0">
                  <a:moveTo>
                    <a:pt x="1905" y="1"/>
                  </a:moveTo>
                  <a:cubicBezTo>
                    <a:pt x="1748" y="1"/>
                    <a:pt x="1591" y="61"/>
                    <a:pt x="1471" y="180"/>
                  </a:cubicBezTo>
                  <a:lnTo>
                    <a:pt x="1232" y="439"/>
                  </a:lnTo>
                  <a:lnTo>
                    <a:pt x="2209" y="973"/>
                  </a:lnTo>
                  <a:lnTo>
                    <a:pt x="2209" y="973"/>
                  </a:lnTo>
                  <a:lnTo>
                    <a:pt x="808" y="217"/>
                  </a:lnTo>
                  <a:cubicBezTo>
                    <a:pt x="772" y="200"/>
                    <a:pt x="734" y="192"/>
                    <a:pt x="696" y="192"/>
                  </a:cubicBezTo>
                  <a:cubicBezTo>
                    <a:pt x="574" y="192"/>
                    <a:pt x="453" y="275"/>
                    <a:pt x="439" y="402"/>
                  </a:cubicBezTo>
                  <a:cubicBezTo>
                    <a:pt x="402" y="568"/>
                    <a:pt x="457" y="715"/>
                    <a:pt x="586" y="826"/>
                  </a:cubicBezTo>
                  <a:lnTo>
                    <a:pt x="1822" y="1932"/>
                  </a:lnTo>
                  <a:lnTo>
                    <a:pt x="254" y="863"/>
                  </a:lnTo>
                  <a:cubicBezTo>
                    <a:pt x="228" y="845"/>
                    <a:pt x="199" y="837"/>
                    <a:pt x="171" y="837"/>
                  </a:cubicBezTo>
                  <a:cubicBezTo>
                    <a:pt x="82" y="837"/>
                    <a:pt x="1" y="917"/>
                    <a:pt x="15" y="1029"/>
                  </a:cubicBezTo>
                  <a:cubicBezTo>
                    <a:pt x="107" y="1527"/>
                    <a:pt x="365" y="2006"/>
                    <a:pt x="752" y="2338"/>
                  </a:cubicBezTo>
                  <a:lnTo>
                    <a:pt x="1416" y="2780"/>
                  </a:lnTo>
                  <a:cubicBezTo>
                    <a:pt x="1416" y="2780"/>
                    <a:pt x="347" y="4901"/>
                    <a:pt x="402" y="4975"/>
                  </a:cubicBezTo>
                  <a:cubicBezTo>
                    <a:pt x="457" y="5030"/>
                    <a:pt x="531" y="5086"/>
                    <a:pt x="605" y="5141"/>
                  </a:cubicBezTo>
                  <a:cubicBezTo>
                    <a:pt x="827" y="5266"/>
                    <a:pt x="1150" y="5397"/>
                    <a:pt x="1515" y="5397"/>
                  </a:cubicBezTo>
                  <a:cubicBezTo>
                    <a:pt x="2117" y="5397"/>
                    <a:pt x="2834" y="5041"/>
                    <a:pt x="3408" y="3721"/>
                  </a:cubicBezTo>
                  <a:lnTo>
                    <a:pt x="3740" y="2154"/>
                  </a:lnTo>
                  <a:cubicBezTo>
                    <a:pt x="3795" y="1877"/>
                    <a:pt x="3703" y="1582"/>
                    <a:pt x="3500" y="1379"/>
                  </a:cubicBezTo>
                  <a:lnTo>
                    <a:pt x="2338" y="180"/>
                  </a:lnTo>
                  <a:cubicBezTo>
                    <a:pt x="2218" y="61"/>
                    <a:pt x="2062" y="1"/>
                    <a:pt x="1905"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66"/>
            <p:cNvSpPr/>
            <p:nvPr/>
          </p:nvSpPr>
          <p:spPr>
            <a:xfrm>
              <a:off x="5965650" y="1543500"/>
              <a:ext cx="28600" cy="18400"/>
            </a:xfrm>
            <a:custGeom>
              <a:avLst/>
              <a:gdLst/>
              <a:ahLst/>
              <a:cxnLst/>
              <a:rect l="l" t="t" r="r" b="b"/>
              <a:pathLst>
                <a:path w="1144" h="736" extrusionOk="0">
                  <a:moveTo>
                    <a:pt x="67" y="1"/>
                  </a:moveTo>
                  <a:cubicBezTo>
                    <a:pt x="56" y="1"/>
                    <a:pt x="47" y="6"/>
                    <a:pt x="37" y="15"/>
                  </a:cubicBezTo>
                  <a:cubicBezTo>
                    <a:pt x="19" y="33"/>
                    <a:pt x="19" y="33"/>
                    <a:pt x="19" y="33"/>
                  </a:cubicBezTo>
                  <a:cubicBezTo>
                    <a:pt x="1" y="70"/>
                    <a:pt x="1" y="107"/>
                    <a:pt x="37" y="144"/>
                  </a:cubicBezTo>
                  <a:lnTo>
                    <a:pt x="1033" y="716"/>
                  </a:lnTo>
                  <a:cubicBezTo>
                    <a:pt x="1047" y="730"/>
                    <a:pt x="1061" y="736"/>
                    <a:pt x="1074" y="736"/>
                  </a:cubicBezTo>
                  <a:cubicBezTo>
                    <a:pt x="1096" y="736"/>
                    <a:pt x="1114" y="720"/>
                    <a:pt x="1125" y="697"/>
                  </a:cubicBezTo>
                  <a:cubicBezTo>
                    <a:pt x="1144" y="660"/>
                    <a:pt x="1125" y="623"/>
                    <a:pt x="1107" y="605"/>
                  </a:cubicBezTo>
                  <a:lnTo>
                    <a:pt x="111" y="15"/>
                  </a:lnTo>
                  <a:cubicBezTo>
                    <a:pt x="93" y="6"/>
                    <a:pt x="79" y="1"/>
                    <a:pt x="6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66"/>
            <p:cNvSpPr/>
            <p:nvPr/>
          </p:nvSpPr>
          <p:spPr>
            <a:xfrm>
              <a:off x="5974400" y="1577175"/>
              <a:ext cx="8800" cy="9000"/>
            </a:xfrm>
            <a:custGeom>
              <a:avLst/>
              <a:gdLst/>
              <a:ahLst/>
              <a:cxnLst/>
              <a:rect l="l" t="t" r="r" b="b"/>
              <a:pathLst>
                <a:path w="352" h="360" extrusionOk="0">
                  <a:moveTo>
                    <a:pt x="278" y="0"/>
                  </a:moveTo>
                  <a:cubicBezTo>
                    <a:pt x="264" y="0"/>
                    <a:pt x="250" y="5"/>
                    <a:pt x="241" y="14"/>
                  </a:cubicBezTo>
                  <a:lnTo>
                    <a:pt x="222" y="14"/>
                  </a:lnTo>
                  <a:cubicBezTo>
                    <a:pt x="222" y="14"/>
                    <a:pt x="130" y="125"/>
                    <a:pt x="38" y="254"/>
                  </a:cubicBezTo>
                  <a:cubicBezTo>
                    <a:pt x="1" y="272"/>
                    <a:pt x="1" y="327"/>
                    <a:pt x="38" y="346"/>
                  </a:cubicBezTo>
                  <a:cubicBezTo>
                    <a:pt x="56" y="355"/>
                    <a:pt x="75" y="360"/>
                    <a:pt x="91" y="360"/>
                  </a:cubicBezTo>
                  <a:cubicBezTo>
                    <a:pt x="107" y="360"/>
                    <a:pt x="121" y="355"/>
                    <a:pt x="130" y="346"/>
                  </a:cubicBezTo>
                  <a:cubicBezTo>
                    <a:pt x="241" y="217"/>
                    <a:pt x="314" y="106"/>
                    <a:pt x="314" y="106"/>
                  </a:cubicBezTo>
                  <a:cubicBezTo>
                    <a:pt x="351" y="69"/>
                    <a:pt x="351" y="32"/>
                    <a:pt x="314" y="14"/>
                  </a:cubicBezTo>
                  <a:cubicBezTo>
                    <a:pt x="305" y="5"/>
                    <a:pt x="291" y="0"/>
                    <a:pt x="278"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66"/>
            <p:cNvSpPr/>
            <p:nvPr/>
          </p:nvSpPr>
          <p:spPr>
            <a:xfrm>
              <a:off x="5988700" y="1556875"/>
              <a:ext cx="8325" cy="8975"/>
            </a:xfrm>
            <a:custGeom>
              <a:avLst/>
              <a:gdLst/>
              <a:ahLst/>
              <a:cxnLst/>
              <a:rect l="l" t="t" r="r" b="b"/>
              <a:pathLst>
                <a:path w="333" h="359" extrusionOk="0">
                  <a:moveTo>
                    <a:pt x="268" y="1"/>
                  </a:moveTo>
                  <a:cubicBezTo>
                    <a:pt x="254" y="1"/>
                    <a:pt x="240" y="5"/>
                    <a:pt x="222" y="15"/>
                  </a:cubicBezTo>
                  <a:lnTo>
                    <a:pt x="203" y="15"/>
                  </a:lnTo>
                  <a:cubicBezTo>
                    <a:pt x="203" y="15"/>
                    <a:pt x="130" y="125"/>
                    <a:pt x="19" y="254"/>
                  </a:cubicBezTo>
                  <a:cubicBezTo>
                    <a:pt x="1" y="273"/>
                    <a:pt x="1" y="328"/>
                    <a:pt x="37" y="347"/>
                  </a:cubicBezTo>
                  <a:cubicBezTo>
                    <a:pt x="45" y="354"/>
                    <a:pt x="59" y="359"/>
                    <a:pt x="74" y="359"/>
                  </a:cubicBezTo>
                  <a:cubicBezTo>
                    <a:pt x="95" y="359"/>
                    <a:pt x="119" y="350"/>
                    <a:pt x="130" y="328"/>
                  </a:cubicBezTo>
                  <a:cubicBezTo>
                    <a:pt x="222" y="217"/>
                    <a:pt x="314" y="107"/>
                    <a:pt x="314" y="107"/>
                  </a:cubicBezTo>
                  <a:cubicBezTo>
                    <a:pt x="333" y="70"/>
                    <a:pt x="333" y="33"/>
                    <a:pt x="314" y="15"/>
                  </a:cubicBezTo>
                  <a:cubicBezTo>
                    <a:pt x="296" y="5"/>
                    <a:pt x="282" y="1"/>
                    <a:pt x="268"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66"/>
            <p:cNvSpPr/>
            <p:nvPr/>
          </p:nvSpPr>
          <p:spPr>
            <a:xfrm>
              <a:off x="5961975" y="1598825"/>
              <a:ext cx="9700" cy="7025"/>
            </a:xfrm>
            <a:custGeom>
              <a:avLst/>
              <a:gdLst/>
              <a:ahLst/>
              <a:cxnLst/>
              <a:rect l="l" t="t" r="r" b="b"/>
              <a:pathLst>
                <a:path w="388" h="281" extrusionOk="0">
                  <a:moveTo>
                    <a:pt x="83" y="1"/>
                  </a:moveTo>
                  <a:cubicBezTo>
                    <a:pt x="69" y="1"/>
                    <a:pt x="55" y="5"/>
                    <a:pt x="37" y="15"/>
                  </a:cubicBezTo>
                  <a:lnTo>
                    <a:pt x="19" y="15"/>
                  </a:lnTo>
                  <a:cubicBezTo>
                    <a:pt x="0" y="52"/>
                    <a:pt x="0" y="88"/>
                    <a:pt x="37" y="107"/>
                  </a:cubicBezTo>
                  <a:cubicBezTo>
                    <a:pt x="129" y="199"/>
                    <a:pt x="277" y="273"/>
                    <a:pt x="277" y="273"/>
                  </a:cubicBezTo>
                  <a:cubicBezTo>
                    <a:pt x="287" y="278"/>
                    <a:pt x="296" y="280"/>
                    <a:pt x="306" y="280"/>
                  </a:cubicBezTo>
                  <a:cubicBezTo>
                    <a:pt x="332" y="280"/>
                    <a:pt x="355" y="263"/>
                    <a:pt x="369" y="236"/>
                  </a:cubicBezTo>
                  <a:cubicBezTo>
                    <a:pt x="387" y="199"/>
                    <a:pt x="369" y="162"/>
                    <a:pt x="332" y="144"/>
                  </a:cubicBezTo>
                  <a:cubicBezTo>
                    <a:pt x="332" y="144"/>
                    <a:pt x="203" y="88"/>
                    <a:pt x="129" y="15"/>
                  </a:cubicBezTo>
                  <a:cubicBezTo>
                    <a:pt x="111" y="5"/>
                    <a:pt x="97" y="1"/>
                    <a:pt x="83"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66"/>
            <p:cNvSpPr/>
            <p:nvPr/>
          </p:nvSpPr>
          <p:spPr>
            <a:xfrm>
              <a:off x="5867925" y="1682275"/>
              <a:ext cx="30450" cy="32175"/>
            </a:xfrm>
            <a:custGeom>
              <a:avLst/>
              <a:gdLst/>
              <a:ahLst/>
              <a:cxnLst/>
              <a:rect l="l" t="t" r="r" b="b"/>
              <a:pathLst>
                <a:path w="1218" h="1287" extrusionOk="0">
                  <a:moveTo>
                    <a:pt x="1162" y="0"/>
                  </a:moveTo>
                  <a:cubicBezTo>
                    <a:pt x="1148" y="0"/>
                    <a:pt x="1134" y="5"/>
                    <a:pt x="1125" y="14"/>
                  </a:cubicBezTo>
                  <a:lnTo>
                    <a:pt x="19" y="1194"/>
                  </a:lnTo>
                  <a:cubicBezTo>
                    <a:pt x="0" y="1213"/>
                    <a:pt x="0" y="1250"/>
                    <a:pt x="19" y="1268"/>
                  </a:cubicBezTo>
                  <a:cubicBezTo>
                    <a:pt x="19" y="1287"/>
                    <a:pt x="37" y="1287"/>
                    <a:pt x="56" y="1287"/>
                  </a:cubicBezTo>
                  <a:cubicBezTo>
                    <a:pt x="74" y="1287"/>
                    <a:pt x="74" y="1287"/>
                    <a:pt x="92" y="1268"/>
                  </a:cubicBezTo>
                  <a:lnTo>
                    <a:pt x="1199" y="88"/>
                  </a:lnTo>
                  <a:cubicBezTo>
                    <a:pt x="1217" y="70"/>
                    <a:pt x="1217" y="33"/>
                    <a:pt x="1199" y="14"/>
                  </a:cubicBezTo>
                  <a:cubicBezTo>
                    <a:pt x="1190" y="5"/>
                    <a:pt x="1176" y="0"/>
                    <a:pt x="1162"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66"/>
            <p:cNvSpPr/>
            <p:nvPr/>
          </p:nvSpPr>
          <p:spPr>
            <a:xfrm>
              <a:off x="5927850" y="1654500"/>
              <a:ext cx="62250" cy="36900"/>
            </a:xfrm>
            <a:custGeom>
              <a:avLst/>
              <a:gdLst/>
              <a:ahLst/>
              <a:cxnLst/>
              <a:rect l="l" t="t" r="r" b="b"/>
              <a:pathLst>
                <a:path w="2490" h="1476" extrusionOk="0">
                  <a:moveTo>
                    <a:pt x="19" y="0"/>
                  </a:moveTo>
                  <a:cubicBezTo>
                    <a:pt x="0" y="19"/>
                    <a:pt x="0" y="56"/>
                    <a:pt x="0" y="74"/>
                  </a:cubicBezTo>
                  <a:cubicBezTo>
                    <a:pt x="19" y="93"/>
                    <a:pt x="849" y="1383"/>
                    <a:pt x="2435" y="1476"/>
                  </a:cubicBezTo>
                  <a:cubicBezTo>
                    <a:pt x="2471" y="1476"/>
                    <a:pt x="2490" y="1457"/>
                    <a:pt x="2490" y="1420"/>
                  </a:cubicBezTo>
                  <a:cubicBezTo>
                    <a:pt x="2490" y="1402"/>
                    <a:pt x="2471" y="1365"/>
                    <a:pt x="2453" y="1365"/>
                  </a:cubicBezTo>
                  <a:cubicBezTo>
                    <a:pt x="922" y="1291"/>
                    <a:pt x="111" y="37"/>
                    <a:pt x="93" y="19"/>
                  </a:cubicBezTo>
                  <a:cubicBezTo>
                    <a:pt x="74" y="0"/>
                    <a:pt x="56" y="0"/>
                    <a:pt x="19"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66"/>
            <p:cNvSpPr/>
            <p:nvPr/>
          </p:nvSpPr>
          <p:spPr>
            <a:xfrm>
              <a:off x="5468700" y="1525875"/>
              <a:ext cx="409850" cy="417700"/>
            </a:xfrm>
            <a:custGeom>
              <a:avLst/>
              <a:gdLst/>
              <a:ahLst/>
              <a:cxnLst/>
              <a:rect l="l" t="t" r="r" b="b"/>
              <a:pathLst>
                <a:path w="16394" h="16708" extrusionOk="0">
                  <a:moveTo>
                    <a:pt x="4629" y="1"/>
                  </a:moveTo>
                  <a:cubicBezTo>
                    <a:pt x="3614" y="19"/>
                    <a:pt x="2858" y="148"/>
                    <a:pt x="1973" y="683"/>
                  </a:cubicBezTo>
                  <a:cubicBezTo>
                    <a:pt x="1125" y="1218"/>
                    <a:pt x="645" y="2048"/>
                    <a:pt x="553" y="3043"/>
                  </a:cubicBezTo>
                  <a:cubicBezTo>
                    <a:pt x="535" y="3172"/>
                    <a:pt x="221" y="5496"/>
                    <a:pt x="55" y="6639"/>
                  </a:cubicBezTo>
                  <a:cubicBezTo>
                    <a:pt x="0" y="6953"/>
                    <a:pt x="258" y="7248"/>
                    <a:pt x="590" y="7248"/>
                  </a:cubicBezTo>
                  <a:lnTo>
                    <a:pt x="2158" y="7248"/>
                  </a:lnTo>
                  <a:lnTo>
                    <a:pt x="535" y="16707"/>
                  </a:lnTo>
                  <a:lnTo>
                    <a:pt x="14439" y="16707"/>
                  </a:lnTo>
                  <a:lnTo>
                    <a:pt x="13093" y="9608"/>
                  </a:lnTo>
                  <a:lnTo>
                    <a:pt x="16043" y="5348"/>
                  </a:lnTo>
                  <a:cubicBezTo>
                    <a:pt x="16393" y="4869"/>
                    <a:pt x="16320" y="4168"/>
                    <a:pt x="15895" y="3762"/>
                  </a:cubicBezTo>
                  <a:lnTo>
                    <a:pt x="13111" y="1089"/>
                  </a:lnTo>
                  <a:cubicBezTo>
                    <a:pt x="12571" y="581"/>
                    <a:pt x="11909" y="251"/>
                    <a:pt x="11171" y="251"/>
                  </a:cubicBezTo>
                  <a:cubicBezTo>
                    <a:pt x="11051" y="251"/>
                    <a:pt x="10929" y="259"/>
                    <a:pt x="10806" y="277"/>
                  </a:cubicBezTo>
                  <a:lnTo>
                    <a:pt x="7284" y="130"/>
                  </a:lnTo>
                  <a:lnTo>
                    <a:pt x="6196" y="148"/>
                  </a:lnTo>
                  <a:lnTo>
                    <a:pt x="6159" y="148"/>
                  </a:lnTo>
                  <a:lnTo>
                    <a:pt x="6104" y="56"/>
                  </a:lnTo>
                  <a:lnTo>
                    <a:pt x="4629" y="1"/>
                  </a:lnTo>
                  <a:close/>
                </a:path>
              </a:pathLst>
            </a:custGeom>
            <a:solidFill>
              <a:srgbClr val="566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66"/>
            <p:cNvSpPr/>
            <p:nvPr/>
          </p:nvSpPr>
          <p:spPr>
            <a:xfrm>
              <a:off x="5479300" y="1524500"/>
              <a:ext cx="399250" cy="419075"/>
            </a:xfrm>
            <a:custGeom>
              <a:avLst/>
              <a:gdLst/>
              <a:ahLst/>
              <a:cxnLst/>
              <a:rect l="l" t="t" r="r" b="b"/>
              <a:pathLst>
                <a:path w="15970" h="16763" extrusionOk="0">
                  <a:moveTo>
                    <a:pt x="4536" y="0"/>
                  </a:moveTo>
                  <a:cubicBezTo>
                    <a:pt x="3504" y="19"/>
                    <a:pt x="2434" y="203"/>
                    <a:pt x="1549" y="738"/>
                  </a:cubicBezTo>
                  <a:cubicBezTo>
                    <a:pt x="701" y="1273"/>
                    <a:pt x="221" y="2103"/>
                    <a:pt x="129" y="3098"/>
                  </a:cubicBezTo>
                  <a:cubicBezTo>
                    <a:pt x="111" y="3283"/>
                    <a:pt x="37" y="7303"/>
                    <a:pt x="0" y="7303"/>
                  </a:cubicBezTo>
                  <a:lnTo>
                    <a:pt x="1734" y="7303"/>
                  </a:lnTo>
                  <a:lnTo>
                    <a:pt x="111" y="16762"/>
                  </a:lnTo>
                  <a:lnTo>
                    <a:pt x="14015" y="16762"/>
                  </a:lnTo>
                  <a:lnTo>
                    <a:pt x="12669" y="9663"/>
                  </a:lnTo>
                  <a:lnTo>
                    <a:pt x="15619" y="5403"/>
                  </a:lnTo>
                  <a:cubicBezTo>
                    <a:pt x="15969" y="4924"/>
                    <a:pt x="15896" y="4223"/>
                    <a:pt x="15471" y="3817"/>
                  </a:cubicBezTo>
                  <a:lnTo>
                    <a:pt x="12687" y="1144"/>
                  </a:lnTo>
                  <a:cubicBezTo>
                    <a:pt x="12147" y="636"/>
                    <a:pt x="11485" y="306"/>
                    <a:pt x="10747" y="306"/>
                  </a:cubicBezTo>
                  <a:cubicBezTo>
                    <a:pt x="10627" y="306"/>
                    <a:pt x="10505" y="314"/>
                    <a:pt x="10382" y="332"/>
                  </a:cubicBezTo>
                  <a:lnTo>
                    <a:pt x="6860" y="185"/>
                  </a:lnTo>
                  <a:lnTo>
                    <a:pt x="5772" y="203"/>
                  </a:lnTo>
                  <a:lnTo>
                    <a:pt x="5735" y="203"/>
                  </a:lnTo>
                  <a:lnTo>
                    <a:pt x="5661" y="74"/>
                  </a:lnTo>
                  <a:lnTo>
                    <a:pt x="45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66"/>
            <p:cNvSpPr/>
            <p:nvPr/>
          </p:nvSpPr>
          <p:spPr>
            <a:xfrm>
              <a:off x="5577950" y="1525425"/>
              <a:ext cx="175200" cy="87700"/>
            </a:xfrm>
            <a:custGeom>
              <a:avLst/>
              <a:gdLst/>
              <a:ahLst/>
              <a:cxnLst/>
              <a:rect l="l" t="t" r="r" b="b"/>
              <a:pathLst>
                <a:path w="7008" h="3508" extrusionOk="0">
                  <a:moveTo>
                    <a:pt x="56" y="0"/>
                  </a:moveTo>
                  <a:cubicBezTo>
                    <a:pt x="19" y="0"/>
                    <a:pt x="0" y="56"/>
                    <a:pt x="19" y="74"/>
                  </a:cubicBezTo>
                  <a:lnTo>
                    <a:pt x="2877" y="2840"/>
                  </a:lnTo>
                  <a:cubicBezTo>
                    <a:pt x="3354" y="3299"/>
                    <a:pt x="3925" y="3508"/>
                    <a:pt x="4485" y="3508"/>
                  </a:cubicBezTo>
                  <a:cubicBezTo>
                    <a:pt x="5615" y="3508"/>
                    <a:pt x="6706" y="2659"/>
                    <a:pt x="6915" y="1291"/>
                  </a:cubicBezTo>
                  <a:lnTo>
                    <a:pt x="7008" y="258"/>
                  </a:lnTo>
                  <a:lnTo>
                    <a:pt x="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66"/>
            <p:cNvSpPr/>
            <p:nvPr/>
          </p:nvSpPr>
          <p:spPr>
            <a:xfrm>
              <a:off x="5494500" y="1235450"/>
              <a:ext cx="314425" cy="269900"/>
            </a:xfrm>
            <a:custGeom>
              <a:avLst/>
              <a:gdLst/>
              <a:ahLst/>
              <a:cxnLst/>
              <a:rect l="l" t="t" r="r" b="b"/>
              <a:pathLst>
                <a:path w="12577" h="10796" extrusionOk="0">
                  <a:moveTo>
                    <a:pt x="3605" y="1"/>
                  </a:moveTo>
                  <a:cubicBezTo>
                    <a:pt x="3475" y="1"/>
                    <a:pt x="3348" y="25"/>
                    <a:pt x="3228" y="74"/>
                  </a:cubicBezTo>
                  <a:cubicBezTo>
                    <a:pt x="2914" y="222"/>
                    <a:pt x="2693" y="517"/>
                    <a:pt x="2619" y="904"/>
                  </a:cubicBezTo>
                  <a:cubicBezTo>
                    <a:pt x="2577" y="901"/>
                    <a:pt x="2536" y="900"/>
                    <a:pt x="2494" y="900"/>
                  </a:cubicBezTo>
                  <a:cubicBezTo>
                    <a:pt x="1919" y="900"/>
                    <a:pt x="1422" y="1139"/>
                    <a:pt x="1181" y="1586"/>
                  </a:cubicBezTo>
                  <a:cubicBezTo>
                    <a:pt x="775" y="2324"/>
                    <a:pt x="1236" y="3338"/>
                    <a:pt x="2195" y="3854"/>
                  </a:cubicBezTo>
                  <a:cubicBezTo>
                    <a:pt x="2490" y="4020"/>
                    <a:pt x="2785" y="4113"/>
                    <a:pt x="3080" y="4149"/>
                  </a:cubicBezTo>
                  <a:cubicBezTo>
                    <a:pt x="3043" y="4408"/>
                    <a:pt x="3025" y="4684"/>
                    <a:pt x="3043" y="4961"/>
                  </a:cubicBezTo>
                  <a:cubicBezTo>
                    <a:pt x="3062" y="5385"/>
                    <a:pt x="3062" y="5864"/>
                    <a:pt x="2748" y="6178"/>
                  </a:cubicBezTo>
                  <a:cubicBezTo>
                    <a:pt x="2545" y="6399"/>
                    <a:pt x="2232" y="6491"/>
                    <a:pt x="1955" y="6620"/>
                  </a:cubicBezTo>
                  <a:cubicBezTo>
                    <a:pt x="701" y="7192"/>
                    <a:pt x="1" y="8686"/>
                    <a:pt x="388" y="9976"/>
                  </a:cubicBezTo>
                  <a:cubicBezTo>
                    <a:pt x="425" y="10106"/>
                    <a:pt x="480" y="10235"/>
                    <a:pt x="591" y="10327"/>
                  </a:cubicBezTo>
                  <a:cubicBezTo>
                    <a:pt x="683" y="10401"/>
                    <a:pt x="812" y="10401"/>
                    <a:pt x="941" y="10419"/>
                  </a:cubicBezTo>
                  <a:cubicBezTo>
                    <a:pt x="2279" y="10563"/>
                    <a:pt x="3617" y="10596"/>
                    <a:pt x="4955" y="10596"/>
                  </a:cubicBezTo>
                  <a:cubicBezTo>
                    <a:pt x="5498" y="10596"/>
                    <a:pt x="6041" y="10590"/>
                    <a:pt x="6584" y="10585"/>
                  </a:cubicBezTo>
                  <a:cubicBezTo>
                    <a:pt x="6990" y="10585"/>
                    <a:pt x="7397" y="10584"/>
                    <a:pt x="7805" y="10584"/>
                  </a:cubicBezTo>
                  <a:cubicBezTo>
                    <a:pt x="8824" y="10584"/>
                    <a:pt x="9848" y="10593"/>
                    <a:pt x="10862" y="10659"/>
                  </a:cubicBezTo>
                  <a:cubicBezTo>
                    <a:pt x="11212" y="10677"/>
                    <a:pt x="11563" y="10714"/>
                    <a:pt x="11931" y="10751"/>
                  </a:cubicBezTo>
                  <a:cubicBezTo>
                    <a:pt x="12068" y="10759"/>
                    <a:pt x="12200" y="10796"/>
                    <a:pt x="12307" y="10796"/>
                  </a:cubicBezTo>
                  <a:cubicBezTo>
                    <a:pt x="12431" y="10796"/>
                    <a:pt x="12520" y="10747"/>
                    <a:pt x="12540" y="10548"/>
                  </a:cubicBezTo>
                  <a:cubicBezTo>
                    <a:pt x="12577" y="10013"/>
                    <a:pt x="12485" y="9368"/>
                    <a:pt x="12116" y="8981"/>
                  </a:cubicBezTo>
                  <a:cubicBezTo>
                    <a:pt x="12024" y="8889"/>
                    <a:pt x="11931" y="8796"/>
                    <a:pt x="11839" y="8704"/>
                  </a:cubicBezTo>
                  <a:cubicBezTo>
                    <a:pt x="11673" y="8501"/>
                    <a:pt x="11581" y="8243"/>
                    <a:pt x="11600" y="7967"/>
                  </a:cubicBezTo>
                  <a:cubicBezTo>
                    <a:pt x="11618" y="7782"/>
                    <a:pt x="11673" y="7598"/>
                    <a:pt x="11710" y="7395"/>
                  </a:cubicBezTo>
                  <a:cubicBezTo>
                    <a:pt x="11784" y="6989"/>
                    <a:pt x="11692" y="6528"/>
                    <a:pt x="11452" y="6178"/>
                  </a:cubicBezTo>
                  <a:cubicBezTo>
                    <a:pt x="11249" y="5920"/>
                    <a:pt x="11065" y="5735"/>
                    <a:pt x="11009" y="5385"/>
                  </a:cubicBezTo>
                  <a:cubicBezTo>
                    <a:pt x="10991" y="5256"/>
                    <a:pt x="10973" y="5127"/>
                    <a:pt x="10973" y="4998"/>
                  </a:cubicBezTo>
                  <a:lnTo>
                    <a:pt x="10973" y="4998"/>
                  </a:lnTo>
                  <a:cubicBezTo>
                    <a:pt x="11009" y="5035"/>
                    <a:pt x="11028" y="5053"/>
                    <a:pt x="11028" y="5053"/>
                  </a:cubicBezTo>
                  <a:lnTo>
                    <a:pt x="11120" y="5053"/>
                  </a:lnTo>
                  <a:cubicBezTo>
                    <a:pt x="11249" y="5053"/>
                    <a:pt x="11434" y="5071"/>
                    <a:pt x="11526" y="5071"/>
                  </a:cubicBezTo>
                  <a:cubicBezTo>
                    <a:pt x="11636" y="5053"/>
                    <a:pt x="11729" y="5053"/>
                    <a:pt x="11821" y="5035"/>
                  </a:cubicBezTo>
                  <a:cubicBezTo>
                    <a:pt x="11858" y="5035"/>
                    <a:pt x="11913" y="5039"/>
                    <a:pt x="11966" y="5039"/>
                  </a:cubicBezTo>
                  <a:cubicBezTo>
                    <a:pt x="12019" y="5039"/>
                    <a:pt x="12070" y="5035"/>
                    <a:pt x="12097" y="5016"/>
                  </a:cubicBezTo>
                  <a:cubicBezTo>
                    <a:pt x="12116" y="5016"/>
                    <a:pt x="12116" y="4998"/>
                    <a:pt x="12134" y="4998"/>
                  </a:cubicBezTo>
                  <a:cubicBezTo>
                    <a:pt x="12171" y="4961"/>
                    <a:pt x="12153" y="4905"/>
                    <a:pt x="12153" y="4832"/>
                  </a:cubicBezTo>
                  <a:cubicBezTo>
                    <a:pt x="12134" y="4739"/>
                    <a:pt x="12134" y="4629"/>
                    <a:pt x="12134" y="4537"/>
                  </a:cubicBezTo>
                  <a:lnTo>
                    <a:pt x="12097" y="4113"/>
                  </a:lnTo>
                  <a:cubicBezTo>
                    <a:pt x="12007" y="2636"/>
                    <a:pt x="11091" y="1511"/>
                    <a:pt x="9312" y="1511"/>
                  </a:cubicBezTo>
                  <a:cubicBezTo>
                    <a:pt x="9270" y="1511"/>
                    <a:pt x="9227" y="1511"/>
                    <a:pt x="9184" y="1512"/>
                  </a:cubicBezTo>
                  <a:cubicBezTo>
                    <a:pt x="8520" y="1181"/>
                    <a:pt x="7782" y="1033"/>
                    <a:pt x="7063" y="1033"/>
                  </a:cubicBezTo>
                  <a:cubicBezTo>
                    <a:pt x="6399" y="1051"/>
                    <a:pt x="5736" y="1199"/>
                    <a:pt x="5145" y="1494"/>
                  </a:cubicBezTo>
                  <a:cubicBezTo>
                    <a:pt x="5127" y="1365"/>
                    <a:pt x="5072" y="1236"/>
                    <a:pt x="5016" y="1107"/>
                  </a:cubicBezTo>
                  <a:cubicBezTo>
                    <a:pt x="4733" y="421"/>
                    <a:pt x="4149" y="1"/>
                    <a:pt x="360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66"/>
            <p:cNvSpPr/>
            <p:nvPr/>
          </p:nvSpPr>
          <p:spPr>
            <a:xfrm>
              <a:off x="5596850" y="1337800"/>
              <a:ext cx="185350" cy="249725"/>
            </a:xfrm>
            <a:custGeom>
              <a:avLst/>
              <a:gdLst/>
              <a:ahLst/>
              <a:cxnLst/>
              <a:rect l="l" t="t" r="r" b="b"/>
              <a:pathLst>
                <a:path w="7414" h="9989" extrusionOk="0">
                  <a:moveTo>
                    <a:pt x="5883" y="0"/>
                  </a:moveTo>
                  <a:cubicBezTo>
                    <a:pt x="5883" y="0"/>
                    <a:pt x="5829" y="885"/>
                    <a:pt x="5702" y="885"/>
                  </a:cubicBezTo>
                  <a:cubicBezTo>
                    <a:pt x="5701" y="885"/>
                    <a:pt x="5700" y="885"/>
                    <a:pt x="5698" y="885"/>
                  </a:cubicBezTo>
                  <a:cubicBezTo>
                    <a:pt x="5588" y="867"/>
                    <a:pt x="5477" y="848"/>
                    <a:pt x="5385" y="830"/>
                  </a:cubicBezTo>
                  <a:cubicBezTo>
                    <a:pt x="5053" y="756"/>
                    <a:pt x="4740" y="664"/>
                    <a:pt x="4426" y="553"/>
                  </a:cubicBezTo>
                  <a:cubicBezTo>
                    <a:pt x="4186" y="480"/>
                    <a:pt x="3965" y="369"/>
                    <a:pt x="3744" y="258"/>
                  </a:cubicBezTo>
                  <a:cubicBezTo>
                    <a:pt x="3707" y="240"/>
                    <a:pt x="3670" y="221"/>
                    <a:pt x="3633" y="203"/>
                  </a:cubicBezTo>
                  <a:cubicBezTo>
                    <a:pt x="3191" y="907"/>
                    <a:pt x="2531" y="1349"/>
                    <a:pt x="1846" y="1349"/>
                  </a:cubicBezTo>
                  <a:cubicBezTo>
                    <a:pt x="1760" y="1349"/>
                    <a:pt x="1673" y="1342"/>
                    <a:pt x="1586" y="1328"/>
                  </a:cubicBezTo>
                  <a:lnTo>
                    <a:pt x="1107" y="1236"/>
                  </a:lnTo>
                  <a:cubicBezTo>
                    <a:pt x="517" y="1309"/>
                    <a:pt x="56" y="1770"/>
                    <a:pt x="37" y="2379"/>
                  </a:cubicBezTo>
                  <a:lnTo>
                    <a:pt x="37" y="2397"/>
                  </a:lnTo>
                  <a:cubicBezTo>
                    <a:pt x="0" y="3061"/>
                    <a:pt x="517" y="3633"/>
                    <a:pt x="1181" y="3651"/>
                  </a:cubicBezTo>
                  <a:lnTo>
                    <a:pt x="1734" y="3688"/>
                  </a:lnTo>
                  <a:lnTo>
                    <a:pt x="830" y="7431"/>
                  </a:lnTo>
                  <a:cubicBezTo>
                    <a:pt x="812" y="7450"/>
                    <a:pt x="812" y="7468"/>
                    <a:pt x="812" y="7487"/>
                  </a:cubicBezTo>
                  <a:lnTo>
                    <a:pt x="314" y="7468"/>
                  </a:lnTo>
                  <a:cubicBezTo>
                    <a:pt x="259" y="7468"/>
                    <a:pt x="222" y="7542"/>
                    <a:pt x="277" y="7579"/>
                  </a:cubicBezTo>
                  <a:lnTo>
                    <a:pt x="2435" y="9478"/>
                  </a:lnTo>
                  <a:cubicBezTo>
                    <a:pt x="2828" y="9829"/>
                    <a:pt x="3297" y="9988"/>
                    <a:pt x="3757" y="9988"/>
                  </a:cubicBezTo>
                  <a:cubicBezTo>
                    <a:pt x="4678" y="9988"/>
                    <a:pt x="5563" y="9349"/>
                    <a:pt x="5735" y="8317"/>
                  </a:cubicBezTo>
                  <a:lnTo>
                    <a:pt x="5809" y="7819"/>
                  </a:lnTo>
                  <a:cubicBezTo>
                    <a:pt x="5809" y="7782"/>
                    <a:pt x="5791" y="7745"/>
                    <a:pt x="5735" y="7745"/>
                  </a:cubicBezTo>
                  <a:lnTo>
                    <a:pt x="5237" y="7727"/>
                  </a:lnTo>
                  <a:cubicBezTo>
                    <a:pt x="5293" y="7597"/>
                    <a:pt x="5330" y="7487"/>
                    <a:pt x="5366" y="7358"/>
                  </a:cubicBezTo>
                  <a:lnTo>
                    <a:pt x="5532" y="6509"/>
                  </a:lnTo>
                  <a:cubicBezTo>
                    <a:pt x="6657" y="6196"/>
                    <a:pt x="7413" y="5090"/>
                    <a:pt x="7303" y="3854"/>
                  </a:cubicBezTo>
                  <a:lnTo>
                    <a:pt x="7026" y="959"/>
                  </a:lnTo>
                  <a:lnTo>
                    <a:pt x="6934" y="959"/>
                  </a:lnTo>
                  <a:cubicBezTo>
                    <a:pt x="6879" y="959"/>
                    <a:pt x="6602" y="332"/>
                    <a:pt x="6602" y="332"/>
                  </a:cubicBezTo>
                  <a:lnTo>
                    <a:pt x="6418" y="830"/>
                  </a:lnTo>
                  <a:cubicBezTo>
                    <a:pt x="6408" y="858"/>
                    <a:pt x="6385" y="871"/>
                    <a:pt x="6362" y="871"/>
                  </a:cubicBezTo>
                  <a:cubicBezTo>
                    <a:pt x="6339" y="871"/>
                    <a:pt x="6316" y="858"/>
                    <a:pt x="6307" y="830"/>
                  </a:cubicBezTo>
                  <a:lnTo>
                    <a:pt x="5883"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66"/>
            <p:cNvSpPr/>
            <p:nvPr/>
          </p:nvSpPr>
          <p:spPr>
            <a:xfrm>
              <a:off x="5618050" y="1519875"/>
              <a:ext cx="112975" cy="31375"/>
            </a:xfrm>
            <a:custGeom>
              <a:avLst/>
              <a:gdLst/>
              <a:ahLst/>
              <a:cxnLst/>
              <a:rect l="l" t="t" r="r" b="b"/>
              <a:pathLst>
                <a:path w="4519" h="1255" extrusionOk="0">
                  <a:moveTo>
                    <a:pt x="19" y="1"/>
                  </a:moveTo>
                  <a:cubicBezTo>
                    <a:pt x="1" y="19"/>
                    <a:pt x="1" y="56"/>
                    <a:pt x="19" y="56"/>
                  </a:cubicBezTo>
                  <a:cubicBezTo>
                    <a:pt x="19" y="75"/>
                    <a:pt x="1089" y="1255"/>
                    <a:pt x="2527" y="1255"/>
                  </a:cubicBezTo>
                  <a:cubicBezTo>
                    <a:pt x="3135" y="1255"/>
                    <a:pt x="3818" y="1052"/>
                    <a:pt x="4500" y="480"/>
                  </a:cubicBezTo>
                  <a:cubicBezTo>
                    <a:pt x="4518" y="462"/>
                    <a:pt x="4518" y="425"/>
                    <a:pt x="4500" y="425"/>
                  </a:cubicBezTo>
                  <a:cubicBezTo>
                    <a:pt x="4500" y="407"/>
                    <a:pt x="4463" y="407"/>
                    <a:pt x="4445" y="407"/>
                  </a:cubicBezTo>
                  <a:cubicBezTo>
                    <a:pt x="3770" y="973"/>
                    <a:pt x="3114" y="1172"/>
                    <a:pt x="2525" y="1172"/>
                  </a:cubicBezTo>
                  <a:cubicBezTo>
                    <a:pt x="1117" y="1172"/>
                    <a:pt x="87" y="32"/>
                    <a:pt x="74" y="19"/>
                  </a:cubicBezTo>
                  <a:cubicBezTo>
                    <a:pt x="56" y="1"/>
                    <a:pt x="38" y="1"/>
                    <a:pt x="1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66"/>
            <p:cNvSpPr/>
            <p:nvPr/>
          </p:nvSpPr>
          <p:spPr>
            <a:xfrm>
              <a:off x="5678900" y="1548475"/>
              <a:ext cx="20325" cy="19850"/>
            </a:xfrm>
            <a:custGeom>
              <a:avLst/>
              <a:gdLst/>
              <a:ahLst/>
              <a:cxnLst/>
              <a:rect l="l" t="t" r="r" b="b"/>
              <a:pathLst>
                <a:path w="813" h="794" extrusionOk="0">
                  <a:moveTo>
                    <a:pt x="406" y="74"/>
                  </a:moveTo>
                  <a:cubicBezTo>
                    <a:pt x="591" y="74"/>
                    <a:pt x="720" y="222"/>
                    <a:pt x="720" y="406"/>
                  </a:cubicBezTo>
                  <a:cubicBezTo>
                    <a:pt x="720" y="572"/>
                    <a:pt x="591" y="719"/>
                    <a:pt x="406" y="719"/>
                  </a:cubicBezTo>
                  <a:cubicBezTo>
                    <a:pt x="222" y="719"/>
                    <a:pt x="93" y="572"/>
                    <a:pt x="93" y="406"/>
                  </a:cubicBezTo>
                  <a:cubicBezTo>
                    <a:pt x="93" y="222"/>
                    <a:pt x="222" y="74"/>
                    <a:pt x="406" y="74"/>
                  </a:cubicBezTo>
                  <a:close/>
                  <a:moveTo>
                    <a:pt x="406" y="0"/>
                  </a:moveTo>
                  <a:cubicBezTo>
                    <a:pt x="185" y="0"/>
                    <a:pt x="1" y="185"/>
                    <a:pt x="1" y="406"/>
                  </a:cubicBezTo>
                  <a:cubicBezTo>
                    <a:pt x="1" y="627"/>
                    <a:pt x="185" y="793"/>
                    <a:pt x="406" y="793"/>
                  </a:cubicBezTo>
                  <a:cubicBezTo>
                    <a:pt x="628" y="793"/>
                    <a:pt x="812" y="627"/>
                    <a:pt x="812" y="406"/>
                  </a:cubicBezTo>
                  <a:cubicBezTo>
                    <a:pt x="812" y="185"/>
                    <a:pt x="628" y="0"/>
                    <a:pt x="4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66"/>
            <p:cNvSpPr/>
            <p:nvPr/>
          </p:nvSpPr>
          <p:spPr>
            <a:xfrm>
              <a:off x="5622200" y="1387375"/>
              <a:ext cx="13400" cy="20975"/>
            </a:xfrm>
            <a:custGeom>
              <a:avLst/>
              <a:gdLst/>
              <a:ahLst/>
              <a:cxnLst/>
              <a:rect l="l" t="t" r="r" b="b"/>
              <a:pathLst>
                <a:path w="536" h="839" extrusionOk="0">
                  <a:moveTo>
                    <a:pt x="94" y="1"/>
                  </a:moveTo>
                  <a:cubicBezTo>
                    <a:pt x="87" y="1"/>
                    <a:pt x="80" y="3"/>
                    <a:pt x="74" y="9"/>
                  </a:cubicBezTo>
                  <a:cubicBezTo>
                    <a:pt x="37" y="27"/>
                    <a:pt x="37" y="64"/>
                    <a:pt x="56" y="82"/>
                  </a:cubicBezTo>
                  <a:lnTo>
                    <a:pt x="406" y="543"/>
                  </a:lnTo>
                  <a:lnTo>
                    <a:pt x="37" y="728"/>
                  </a:lnTo>
                  <a:cubicBezTo>
                    <a:pt x="19" y="746"/>
                    <a:pt x="1" y="783"/>
                    <a:pt x="19" y="802"/>
                  </a:cubicBezTo>
                  <a:cubicBezTo>
                    <a:pt x="37" y="820"/>
                    <a:pt x="56" y="838"/>
                    <a:pt x="74" y="838"/>
                  </a:cubicBezTo>
                  <a:cubicBezTo>
                    <a:pt x="74" y="838"/>
                    <a:pt x="93" y="820"/>
                    <a:pt x="93" y="820"/>
                  </a:cubicBezTo>
                  <a:lnTo>
                    <a:pt x="498" y="599"/>
                  </a:lnTo>
                  <a:cubicBezTo>
                    <a:pt x="517" y="599"/>
                    <a:pt x="535" y="580"/>
                    <a:pt x="535" y="562"/>
                  </a:cubicBezTo>
                  <a:cubicBezTo>
                    <a:pt x="535" y="543"/>
                    <a:pt x="535" y="543"/>
                    <a:pt x="517" y="525"/>
                  </a:cubicBezTo>
                  <a:lnTo>
                    <a:pt x="148" y="27"/>
                  </a:lnTo>
                  <a:cubicBezTo>
                    <a:pt x="135" y="14"/>
                    <a:pt x="113" y="1"/>
                    <a:pt x="94"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66"/>
            <p:cNvSpPr/>
            <p:nvPr/>
          </p:nvSpPr>
          <p:spPr>
            <a:xfrm>
              <a:off x="5760975" y="1394900"/>
              <a:ext cx="12450" cy="11600"/>
            </a:xfrm>
            <a:custGeom>
              <a:avLst/>
              <a:gdLst/>
              <a:ahLst/>
              <a:cxnLst/>
              <a:rect l="l" t="t" r="r" b="b"/>
              <a:pathLst>
                <a:path w="498" h="464" extrusionOk="0">
                  <a:moveTo>
                    <a:pt x="254" y="0"/>
                  </a:moveTo>
                  <a:cubicBezTo>
                    <a:pt x="243" y="0"/>
                    <a:pt x="232" y="1"/>
                    <a:pt x="221" y="3"/>
                  </a:cubicBezTo>
                  <a:cubicBezTo>
                    <a:pt x="92" y="3"/>
                    <a:pt x="0" y="113"/>
                    <a:pt x="19" y="242"/>
                  </a:cubicBezTo>
                  <a:cubicBezTo>
                    <a:pt x="37" y="371"/>
                    <a:pt x="148" y="464"/>
                    <a:pt x="277" y="464"/>
                  </a:cubicBezTo>
                  <a:cubicBezTo>
                    <a:pt x="406" y="445"/>
                    <a:pt x="498" y="335"/>
                    <a:pt x="480" y="206"/>
                  </a:cubicBezTo>
                  <a:cubicBezTo>
                    <a:pt x="463" y="87"/>
                    <a:pt x="369" y="0"/>
                    <a:pt x="25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66"/>
            <p:cNvSpPr/>
            <p:nvPr/>
          </p:nvSpPr>
          <p:spPr>
            <a:xfrm>
              <a:off x="5716700" y="1391200"/>
              <a:ext cx="13875" cy="12725"/>
            </a:xfrm>
            <a:custGeom>
              <a:avLst/>
              <a:gdLst/>
              <a:ahLst/>
              <a:cxnLst/>
              <a:rect l="l" t="t" r="r" b="b"/>
              <a:pathLst>
                <a:path w="555" h="509" extrusionOk="0">
                  <a:moveTo>
                    <a:pt x="281" y="1"/>
                  </a:moveTo>
                  <a:cubicBezTo>
                    <a:pt x="164" y="1"/>
                    <a:pt x="55" y="89"/>
                    <a:pt x="38" y="224"/>
                  </a:cubicBezTo>
                  <a:cubicBezTo>
                    <a:pt x="1" y="354"/>
                    <a:pt x="111" y="483"/>
                    <a:pt x="241" y="501"/>
                  </a:cubicBezTo>
                  <a:cubicBezTo>
                    <a:pt x="260" y="506"/>
                    <a:pt x="279" y="508"/>
                    <a:pt x="298" y="508"/>
                  </a:cubicBezTo>
                  <a:cubicBezTo>
                    <a:pt x="420" y="508"/>
                    <a:pt x="520" y="410"/>
                    <a:pt x="536" y="298"/>
                  </a:cubicBezTo>
                  <a:cubicBezTo>
                    <a:pt x="554" y="151"/>
                    <a:pt x="462" y="22"/>
                    <a:pt x="314" y="3"/>
                  </a:cubicBezTo>
                  <a:cubicBezTo>
                    <a:pt x="303" y="2"/>
                    <a:pt x="292" y="1"/>
                    <a:pt x="28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66"/>
            <p:cNvSpPr/>
            <p:nvPr/>
          </p:nvSpPr>
          <p:spPr>
            <a:xfrm>
              <a:off x="5718550" y="1470450"/>
              <a:ext cx="15700" cy="5100"/>
            </a:xfrm>
            <a:custGeom>
              <a:avLst/>
              <a:gdLst/>
              <a:ahLst/>
              <a:cxnLst/>
              <a:rect l="l" t="t" r="r" b="b"/>
              <a:pathLst>
                <a:path w="628" h="204" extrusionOk="0">
                  <a:moveTo>
                    <a:pt x="332" y="0"/>
                  </a:moveTo>
                  <a:cubicBezTo>
                    <a:pt x="234" y="0"/>
                    <a:pt x="122" y="27"/>
                    <a:pt x="19" y="115"/>
                  </a:cubicBezTo>
                  <a:cubicBezTo>
                    <a:pt x="1" y="134"/>
                    <a:pt x="1" y="171"/>
                    <a:pt x="19" y="189"/>
                  </a:cubicBezTo>
                  <a:cubicBezTo>
                    <a:pt x="28" y="198"/>
                    <a:pt x="42" y="203"/>
                    <a:pt x="56" y="203"/>
                  </a:cubicBezTo>
                  <a:cubicBezTo>
                    <a:pt x="70" y="203"/>
                    <a:pt x="84" y="198"/>
                    <a:pt x="93" y="189"/>
                  </a:cubicBezTo>
                  <a:cubicBezTo>
                    <a:pt x="175" y="115"/>
                    <a:pt x="263" y="91"/>
                    <a:pt x="340" y="91"/>
                  </a:cubicBezTo>
                  <a:cubicBezTo>
                    <a:pt x="454" y="91"/>
                    <a:pt x="543" y="141"/>
                    <a:pt x="554" y="152"/>
                  </a:cubicBezTo>
                  <a:lnTo>
                    <a:pt x="591" y="152"/>
                  </a:lnTo>
                  <a:cubicBezTo>
                    <a:pt x="591" y="152"/>
                    <a:pt x="609" y="134"/>
                    <a:pt x="609" y="134"/>
                  </a:cubicBezTo>
                  <a:cubicBezTo>
                    <a:pt x="628" y="97"/>
                    <a:pt x="628" y="79"/>
                    <a:pt x="591" y="60"/>
                  </a:cubicBezTo>
                  <a:cubicBezTo>
                    <a:pt x="591" y="60"/>
                    <a:pt x="478" y="0"/>
                    <a:pt x="332"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66"/>
            <p:cNvSpPr/>
            <p:nvPr/>
          </p:nvSpPr>
          <p:spPr>
            <a:xfrm>
              <a:off x="5695500" y="1358475"/>
              <a:ext cx="36900" cy="14450"/>
            </a:xfrm>
            <a:custGeom>
              <a:avLst/>
              <a:gdLst/>
              <a:ahLst/>
              <a:cxnLst/>
              <a:rect l="l" t="t" r="r" b="b"/>
              <a:pathLst>
                <a:path w="1476" h="578" extrusionOk="0">
                  <a:moveTo>
                    <a:pt x="770" y="1"/>
                  </a:moveTo>
                  <a:cubicBezTo>
                    <a:pt x="748" y="1"/>
                    <a:pt x="725" y="2"/>
                    <a:pt x="701" y="3"/>
                  </a:cubicBezTo>
                  <a:cubicBezTo>
                    <a:pt x="388" y="21"/>
                    <a:pt x="167" y="169"/>
                    <a:pt x="93" y="298"/>
                  </a:cubicBezTo>
                  <a:cubicBezTo>
                    <a:pt x="1" y="427"/>
                    <a:pt x="37" y="519"/>
                    <a:pt x="130" y="556"/>
                  </a:cubicBezTo>
                  <a:cubicBezTo>
                    <a:pt x="169" y="572"/>
                    <a:pt x="211" y="577"/>
                    <a:pt x="255" y="577"/>
                  </a:cubicBezTo>
                  <a:cubicBezTo>
                    <a:pt x="315" y="577"/>
                    <a:pt x="379" y="567"/>
                    <a:pt x="443" y="556"/>
                  </a:cubicBezTo>
                  <a:cubicBezTo>
                    <a:pt x="554" y="538"/>
                    <a:pt x="664" y="519"/>
                    <a:pt x="757" y="519"/>
                  </a:cubicBezTo>
                  <a:cubicBezTo>
                    <a:pt x="849" y="519"/>
                    <a:pt x="959" y="501"/>
                    <a:pt x="1070" y="501"/>
                  </a:cubicBezTo>
                  <a:cubicBezTo>
                    <a:pt x="1181" y="501"/>
                    <a:pt x="1291" y="501"/>
                    <a:pt x="1365" y="464"/>
                  </a:cubicBezTo>
                  <a:cubicBezTo>
                    <a:pt x="1457" y="427"/>
                    <a:pt x="1476" y="316"/>
                    <a:pt x="1365" y="206"/>
                  </a:cubicBezTo>
                  <a:cubicBezTo>
                    <a:pt x="1280" y="103"/>
                    <a:pt x="1052" y="1"/>
                    <a:pt x="770"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66"/>
            <p:cNvSpPr/>
            <p:nvPr/>
          </p:nvSpPr>
          <p:spPr>
            <a:xfrm>
              <a:off x="5759125" y="1363975"/>
              <a:ext cx="24450" cy="13025"/>
            </a:xfrm>
            <a:custGeom>
              <a:avLst/>
              <a:gdLst/>
              <a:ahLst/>
              <a:cxnLst/>
              <a:rect l="l" t="t" r="r" b="b"/>
              <a:pathLst>
                <a:path w="978" h="521" extrusionOk="0">
                  <a:moveTo>
                    <a:pt x="394" y="0"/>
                  </a:moveTo>
                  <a:cubicBezTo>
                    <a:pt x="255" y="0"/>
                    <a:pt x="145" y="44"/>
                    <a:pt x="93" y="96"/>
                  </a:cubicBezTo>
                  <a:cubicBezTo>
                    <a:pt x="0" y="170"/>
                    <a:pt x="0" y="262"/>
                    <a:pt x="56" y="299"/>
                  </a:cubicBezTo>
                  <a:cubicBezTo>
                    <a:pt x="93" y="336"/>
                    <a:pt x="185" y="355"/>
                    <a:pt x="240" y="373"/>
                  </a:cubicBezTo>
                  <a:cubicBezTo>
                    <a:pt x="332" y="391"/>
                    <a:pt x="406" y="391"/>
                    <a:pt x="461" y="410"/>
                  </a:cubicBezTo>
                  <a:cubicBezTo>
                    <a:pt x="517" y="428"/>
                    <a:pt x="590" y="447"/>
                    <a:pt x="664" y="484"/>
                  </a:cubicBezTo>
                  <a:cubicBezTo>
                    <a:pt x="738" y="502"/>
                    <a:pt x="812" y="520"/>
                    <a:pt x="885" y="520"/>
                  </a:cubicBezTo>
                  <a:cubicBezTo>
                    <a:pt x="941" y="502"/>
                    <a:pt x="978" y="428"/>
                    <a:pt x="941" y="318"/>
                  </a:cubicBezTo>
                  <a:cubicBezTo>
                    <a:pt x="904" y="207"/>
                    <a:pt x="775" y="78"/>
                    <a:pt x="572" y="23"/>
                  </a:cubicBezTo>
                  <a:cubicBezTo>
                    <a:pt x="509" y="7"/>
                    <a:pt x="450" y="0"/>
                    <a:pt x="39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66"/>
            <p:cNvSpPr/>
            <p:nvPr/>
          </p:nvSpPr>
          <p:spPr>
            <a:xfrm>
              <a:off x="5716700" y="1402500"/>
              <a:ext cx="11100" cy="3075"/>
            </a:xfrm>
            <a:custGeom>
              <a:avLst/>
              <a:gdLst/>
              <a:ahLst/>
              <a:cxnLst/>
              <a:rect l="l" t="t" r="r" b="b"/>
              <a:pathLst>
                <a:path w="444" h="123" extrusionOk="0">
                  <a:moveTo>
                    <a:pt x="184" y="1"/>
                  </a:moveTo>
                  <a:cubicBezTo>
                    <a:pt x="79" y="1"/>
                    <a:pt x="1" y="49"/>
                    <a:pt x="1" y="49"/>
                  </a:cubicBezTo>
                  <a:lnTo>
                    <a:pt x="443" y="123"/>
                  </a:lnTo>
                  <a:cubicBezTo>
                    <a:pt x="356" y="28"/>
                    <a:pt x="263" y="1"/>
                    <a:pt x="18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66"/>
            <p:cNvSpPr/>
            <p:nvPr/>
          </p:nvSpPr>
          <p:spPr>
            <a:xfrm>
              <a:off x="5715325" y="1401125"/>
              <a:ext cx="13850" cy="5375"/>
            </a:xfrm>
            <a:custGeom>
              <a:avLst/>
              <a:gdLst/>
              <a:ahLst/>
              <a:cxnLst/>
              <a:rect l="l" t="t" r="r" b="b"/>
              <a:pathLst>
                <a:path w="554" h="215" extrusionOk="0">
                  <a:moveTo>
                    <a:pt x="240" y="0"/>
                  </a:moveTo>
                  <a:cubicBezTo>
                    <a:pt x="152" y="0"/>
                    <a:pt x="72" y="32"/>
                    <a:pt x="19" y="67"/>
                  </a:cubicBezTo>
                  <a:cubicBezTo>
                    <a:pt x="1" y="67"/>
                    <a:pt x="1" y="104"/>
                    <a:pt x="1" y="122"/>
                  </a:cubicBezTo>
                  <a:cubicBezTo>
                    <a:pt x="11" y="144"/>
                    <a:pt x="28" y="153"/>
                    <a:pt x="45" y="153"/>
                  </a:cubicBezTo>
                  <a:cubicBezTo>
                    <a:pt x="56" y="153"/>
                    <a:pt x="67" y="149"/>
                    <a:pt x="74" y="141"/>
                  </a:cubicBezTo>
                  <a:cubicBezTo>
                    <a:pt x="84" y="141"/>
                    <a:pt x="149" y="108"/>
                    <a:pt x="233" y="108"/>
                  </a:cubicBezTo>
                  <a:cubicBezTo>
                    <a:pt x="303" y="108"/>
                    <a:pt x="386" y="131"/>
                    <a:pt x="462" y="215"/>
                  </a:cubicBezTo>
                  <a:lnTo>
                    <a:pt x="535" y="215"/>
                  </a:lnTo>
                  <a:cubicBezTo>
                    <a:pt x="554" y="196"/>
                    <a:pt x="554" y="159"/>
                    <a:pt x="535" y="141"/>
                  </a:cubicBezTo>
                  <a:cubicBezTo>
                    <a:pt x="440" y="36"/>
                    <a:pt x="335" y="0"/>
                    <a:pt x="240"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66"/>
            <p:cNvSpPr/>
            <p:nvPr/>
          </p:nvSpPr>
          <p:spPr>
            <a:xfrm>
              <a:off x="5763725" y="1404575"/>
              <a:ext cx="6475" cy="1925"/>
            </a:xfrm>
            <a:custGeom>
              <a:avLst/>
              <a:gdLst/>
              <a:ahLst/>
              <a:cxnLst/>
              <a:rect l="l" t="t" r="r" b="b"/>
              <a:pathLst>
                <a:path w="259" h="77" extrusionOk="0">
                  <a:moveTo>
                    <a:pt x="99" y="0"/>
                  </a:moveTo>
                  <a:cubicBezTo>
                    <a:pt x="43" y="0"/>
                    <a:pt x="1" y="21"/>
                    <a:pt x="1" y="21"/>
                  </a:cubicBezTo>
                  <a:lnTo>
                    <a:pt x="259" y="77"/>
                  </a:lnTo>
                  <a:cubicBezTo>
                    <a:pt x="207" y="16"/>
                    <a:pt x="148" y="0"/>
                    <a:pt x="99"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66"/>
            <p:cNvSpPr/>
            <p:nvPr/>
          </p:nvSpPr>
          <p:spPr>
            <a:xfrm>
              <a:off x="5761875" y="1403300"/>
              <a:ext cx="9725" cy="4575"/>
            </a:xfrm>
            <a:custGeom>
              <a:avLst/>
              <a:gdLst/>
              <a:ahLst/>
              <a:cxnLst/>
              <a:rect l="l" t="t" r="r" b="b"/>
              <a:pathLst>
                <a:path w="389" h="183" extrusionOk="0">
                  <a:moveTo>
                    <a:pt x="180" y="1"/>
                  </a:moveTo>
                  <a:cubicBezTo>
                    <a:pt x="124" y="1"/>
                    <a:pt x="73" y="18"/>
                    <a:pt x="38" y="35"/>
                  </a:cubicBezTo>
                  <a:cubicBezTo>
                    <a:pt x="19" y="35"/>
                    <a:pt x="1" y="72"/>
                    <a:pt x="19" y="91"/>
                  </a:cubicBezTo>
                  <a:cubicBezTo>
                    <a:pt x="38" y="128"/>
                    <a:pt x="75" y="128"/>
                    <a:pt x="93" y="128"/>
                  </a:cubicBezTo>
                  <a:cubicBezTo>
                    <a:pt x="103" y="118"/>
                    <a:pt x="134" y="97"/>
                    <a:pt x="175" y="97"/>
                  </a:cubicBezTo>
                  <a:cubicBezTo>
                    <a:pt x="210" y="97"/>
                    <a:pt x="253" y="113"/>
                    <a:pt x="296" y="165"/>
                  </a:cubicBezTo>
                  <a:cubicBezTo>
                    <a:pt x="296" y="183"/>
                    <a:pt x="314" y="183"/>
                    <a:pt x="333" y="183"/>
                  </a:cubicBezTo>
                  <a:cubicBezTo>
                    <a:pt x="333" y="183"/>
                    <a:pt x="351" y="183"/>
                    <a:pt x="370" y="165"/>
                  </a:cubicBezTo>
                  <a:cubicBezTo>
                    <a:pt x="388" y="165"/>
                    <a:pt x="388" y="128"/>
                    <a:pt x="370" y="91"/>
                  </a:cubicBezTo>
                  <a:cubicBezTo>
                    <a:pt x="311" y="23"/>
                    <a:pt x="243" y="1"/>
                    <a:pt x="180"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66"/>
            <p:cNvSpPr/>
            <p:nvPr/>
          </p:nvSpPr>
          <p:spPr>
            <a:xfrm>
              <a:off x="5666925" y="1479325"/>
              <a:ext cx="68250" cy="52100"/>
            </a:xfrm>
            <a:custGeom>
              <a:avLst/>
              <a:gdLst/>
              <a:ahLst/>
              <a:cxnLst/>
              <a:rect l="l" t="t" r="r" b="b"/>
              <a:pathLst>
                <a:path w="2730" h="2084" extrusionOk="0">
                  <a:moveTo>
                    <a:pt x="166" y="0"/>
                  </a:moveTo>
                  <a:lnTo>
                    <a:pt x="166" y="0"/>
                  </a:lnTo>
                  <a:cubicBezTo>
                    <a:pt x="166" y="0"/>
                    <a:pt x="1" y="1383"/>
                    <a:pt x="2471" y="2084"/>
                  </a:cubicBezTo>
                  <a:lnTo>
                    <a:pt x="2729" y="867"/>
                  </a:lnTo>
                  <a:cubicBezTo>
                    <a:pt x="2729" y="867"/>
                    <a:pt x="517" y="867"/>
                    <a:pt x="166"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66"/>
            <p:cNvSpPr/>
            <p:nvPr/>
          </p:nvSpPr>
          <p:spPr>
            <a:xfrm>
              <a:off x="5738825" y="1385725"/>
              <a:ext cx="23075" cy="42175"/>
            </a:xfrm>
            <a:custGeom>
              <a:avLst/>
              <a:gdLst/>
              <a:ahLst/>
              <a:cxnLst/>
              <a:rect l="l" t="t" r="r" b="b"/>
              <a:pathLst>
                <a:path w="923" h="1687" extrusionOk="0">
                  <a:moveTo>
                    <a:pt x="536" y="1"/>
                  </a:moveTo>
                  <a:lnTo>
                    <a:pt x="1" y="1642"/>
                  </a:lnTo>
                  <a:lnTo>
                    <a:pt x="222" y="1679"/>
                  </a:lnTo>
                  <a:cubicBezTo>
                    <a:pt x="255" y="1684"/>
                    <a:pt x="287" y="1687"/>
                    <a:pt x="318" y="1687"/>
                  </a:cubicBezTo>
                  <a:cubicBezTo>
                    <a:pt x="613" y="1687"/>
                    <a:pt x="873" y="1464"/>
                    <a:pt x="923" y="1181"/>
                  </a:cubicBezTo>
                  <a:cubicBezTo>
                    <a:pt x="923" y="1070"/>
                    <a:pt x="868" y="978"/>
                    <a:pt x="757" y="960"/>
                  </a:cubicBezTo>
                  <a:cubicBezTo>
                    <a:pt x="554" y="923"/>
                    <a:pt x="425" y="738"/>
                    <a:pt x="444" y="536"/>
                  </a:cubicBezTo>
                  <a:lnTo>
                    <a:pt x="536"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66"/>
            <p:cNvSpPr/>
            <p:nvPr/>
          </p:nvSpPr>
          <p:spPr>
            <a:xfrm>
              <a:off x="5737450" y="1384350"/>
              <a:ext cx="26300" cy="44750"/>
            </a:xfrm>
            <a:custGeom>
              <a:avLst/>
              <a:gdLst/>
              <a:ahLst/>
              <a:cxnLst/>
              <a:rect l="l" t="t" r="r" b="b"/>
              <a:pathLst>
                <a:path w="1052" h="1790" extrusionOk="0">
                  <a:moveTo>
                    <a:pt x="591" y="1"/>
                  </a:moveTo>
                  <a:cubicBezTo>
                    <a:pt x="572" y="1"/>
                    <a:pt x="535" y="19"/>
                    <a:pt x="535" y="37"/>
                  </a:cubicBezTo>
                  <a:lnTo>
                    <a:pt x="443" y="572"/>
                  </a:lnTo>
                  <a:cubicBezTo>
                    <a:pt x="425" y="701"/>
                    <a:pt x="462" y="812"/>
                    <a:pt x="535" y="904"/>
                  </a:cubicBezTo>
                  <a:cubicBezTo>
                    <a:pt x="591" y="996"/>
                    <a:pt x="701" y="1052"/>
                    <a:pt x="812" y="1070"/>
                  </a:cubicBezTo>
                  <a:cubicBezTo>
                    <a:pt x="886" y="1070"/>
                    <a:pt x="923" y="1144"/>
                    <a:pt x="923" y="1218"/>
                  </a:cubicBezTo>
                  <a:cubicBezTo>
                    <a:pt x="873" y="1482"/>
                    <a:pt x="646" y="1687"/>
                    <a:pt x="387" y="1687"/>
                  </a:cubicBezTo>
                  <a:cubicBezTo>
                    <a:pt x="357" y="1687"/>
                    <a:pt x="326" y="1684"/>
                    <a:pt x="296" y="1679"/>
                  </a:cubicBezTo>
                  <a:lnTo>
                    <a:pt x="74" y="1642"/>
                  </a:lnTo>
                  <a:cubicBezTo>
                    <a:pt x="38" y="1642"/>
                    <a:pt x="19" y="1660"/>
                    <a:pt x="19" y="1697"/>
                  </a:cubicBezTo>
                  <a:cubicBezTo>
                    <a:pt x="1" y="1715"/>
                    <a:pt x="19" y="1752"/>
                    <a:pt x="56" y="1752"/>
                  </a:cubicBezTo>
                  <a:lnTo>
                    <a:pt x="277" y="1789"/>
                  </a:lnTo>
                  <a:lnTo>
                    <a:pt x="369" y="1789"/>
                  </a:lnTo>
                  <a:cubicBezTo>
                    <a:pt x="683" y="1789"/>
                    <a:pt x="978" y="1568"/>
                    <a:pt x="1015" y="1236"/>
                  </a:cubicBezTo>
                  <a:cubicBezTo>
                    <a:pt x="1052" y="1107"/>
                    <a:pt x="960" y="978"/>
                    <a:pt x="830" y="959"/>
                  </a:cubicBezTo>
                  <a:cubicBezTo>
                    <a:pt x="738" y="941"/>
                    <a:pt x="665" y="904"/>
                    <a:pt x="609" y="830"/>
                  </a:cubicBezTo>
                  <a:cubicBezTo>
                    <a:pt x="554" y="775"/>
                    <a:pt x="535" y="683"/>
                    <a:pt x="554" y="591"/>
                  </a:cubicBezTo>
                  <a:lnTo>
                    <a:pt x="646" y="56"/>
                  </a:lnTo>
                  <a:cubicBezTo>
                    <a:pt x="646" y="37"/>
                    <a:pt x="628" y="1"/>
                    <a:pt x="59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66"/>
            <p:cNvSpPr/>
            <p:nvPr/>
          </p:nvSpPr>
          <p:spPr>
            <a:xfrm>
              <a:off x="5704250" y="1426700"/>
              <a:ext cx="38750" cy="24925"/>
            </a:xfrm>
            <a:custGeom>
              <a:avLst/>
              <a:gdLst/>
              <a:ahLst/>
              <a:cxnLst/>
              <a:rect l="l" t="t" r="r" b="b"/>
              <a:pathLst>
                <a:path w="1550" h="997" extrusionOk="0">
                  <a:moveTo>
                    <a:pt x="447" y="0"/>
                  </a:moveTo>
                  <a:cubicBezTo>
                    <a:pt x="404" y="0"/>
                    <a:pt x="357" y="14"/>
                    <a:pt x="314" y="40"/>
                  </a:cubicBezTo>
                  <a:cubicBezTo>
                    <a:pt x="112" y="169"/>
                    <a:pt x="1" y="612"/>
                    <a:pt x="646" y="907"/>
                  </a:cubicBezTo>
                  <a:cubicBezTo>
                    <a:pt x="783" y="970"/>
                    <a:pt x="902" y="996"/>
                    <a:pt x="1005" y="996"/>
                  </a:cubicBezTo>
                  <a:cubicBezTo>
                    <a:pt x="1288" y="996"/>
                    <a:pt x="1445" y="797"/>
                    <a:pt x="1513" y="648"/>
                  </a:cubicBezTo>
                  <a:cubicBezTo>
                    <a:pt x="1550" y="556"/>
                    <a:pt x="1495" y="446"/>
                    <a:pt x="1402" y="427"/>
                  </a:cubicBezTo>
                  <a:cubicBezTo>
                    <a:pt x="997" y="390"/>
                    <a:pt x="702" y="169"/>
                    <a:pt x="573" y="58"/>
                  </a:cubicBezTo>
                  <a:cubicBezTo>
                    <a:pt x="543" y="19"/>
                    <a:pt x="497" y="0"/>
                    <a:pt x="4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66"/>
            <p:cNvSpPr/>
            <p:nvPr/>
          </p:nvSpPr>
          <p:spPr>
            <a:xfrm>
              <a:off x="5607900" y="1415550"/>
              <a:ext cx="26325" cy="25075"/>
            </a:xfrm>
            <a:custGeom>
              <a:avLst/>
              <a:gdLst/>
              <a:ahLst/>
              <a:cxnLst/>
              <a:rect l="l" t="t" r="r" b="b"/>
              <a:pathLst>
                <a:path w="1053" h="1003" extrusionOk="0">
                  <a:moveTo>
                    <a:pt x="591" y="99"/>
                  </a:moveTo>
                  <a:cubicBezTo>
                    <a:pt x="683" y="117"/>
                    <a:pt x="775" y="172"/>
                    <a:pt x="849" y="265"/>
                  </a:cubicBezTo>
                  <a:cubicBezTo>
                    <a:pt x="905" y="338"/>
                    <a:pt x="941" y="449"/>
                    <a:pt x="923" y="560"/>
                  </a:cubicBezTo>
                  <a:cubicBezTo>
                    <a:pt x="905" y="652"/>
                    <a:pt x="849" y="744"/>
                    <a:pt x="775" y="818"/>
                  </a:cubicBezTo>
                  <a:cubicBezTo>
                    <a:pt x="700" y="863"/>
                    <a:pt x="611" y="896"/>
                    <a:pt x="531" y="896"/>
                  </a:cubicBezTo>
                  <a:cubicBezTo>
                    <a:pt x="514" y="896"/>
                    <a:pt x="497" y="895"/>
                    <a:pt x="480" y="892"/>
                  </a:cubicBezTo>
                  <a:cubicBezTo>
                    <a:pt x="370" y="873"/>
                    <a:pt x="278" y="818"/>
                    <a:pt x="204" y="726"/>
                  </a:cubicBezTo>
                  <a:cubicBezTo>
                    <a:pt x="148" y="652"/>
                    <a:pt x="112" y="541"/>
                    <a:pt x="130" y="449"/>
                  </a:cubicBezTo>
                  <a:cubicBezTo>
                    <a:pt x="148" y="338"/>
                    <a:pt x="204" y="246"/>
                    <a:pt x="296" y="172"/>
                  </a:cubicBezTo>
                  <a:cubicBezTo>
                    <a:pt x="351" y="117"/>
                    <a:pt x="444" y="99"/>
                    <a:pt x="517" y="99"/>
                  </a:cubicBezTo>
                  <a:close/>
                  <a:moveTo>
                    <a:pt x="504" y="0"/>
                  </a:moveTo>
                  <a:cubicBezTo>
                    <a:pt x="405" y="0"/>
                    <a:pt x="308" y="27"/>
                    <a:pt x="222" y="99"/>
                  </a:cubicBezTo>
                  <a:cubicBezTo>
                    <a:pt x="112" y="172"/>
                    <a:pt x="56" y="283"/>
                    <a:pt x="38" y="431"/>
                  </a:cubicBezTo>
                  <a:cubicBezTo>
                    <a:pt x="1" y="560"/>
                    <a:pt x="38" y="689"/>
                    <a:pt x="130" y="799"/>
                  </a:cubicBezTo>
                  <a:cubicBezTo>
                    <a:pt x="204" y="910"/>
                    <a:pt x="314" y="984"/>
                    <a:pt x="462" y="1002"/>
                  </a:cubicBezTo>
                  <a:lnTo>
                    <a:pt x="536" y="1002"/>
                  </a:lnTo>
                  <a:cubicBezTo>
                    <a:pt x="628" y="1002"/>
                    <a:pt x="739" y="965"/>
                    <a:pt x="831" y="892"/>
                  </a:cubicBezTo>
                  <a:cubicBezTo>
                    <a:pt x="941" y="818"/>
                    <a:pt x="1015" y="707"/>
                    <a:pt x="1034" y="560"/>
                  </a:cubicBezTo>
                  <a:cubicBezTo>
                    <a:pt x="1052" y="431"/>
                    <a:pt x="1015" y="302"/>
                    <a:pt x="923" y="191"/>
                  </a:cubicBezTo>
                  <a:cubicBezTo>
                    <a:pt x="849" y="80"/>
                    <a:pt x="739" y="25"/>
                    <a:pt x="591" y="6"/>
                  </a:cubicBezTo>
                  <a:cubicBezTo>
                    <a:pt x="562" y="2"/>
                    <a:pt x="533" y="0"/>
                    <a:pt x="5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66"/>
            <p:cNvSpPr/>
            <p:nvPr/>
          </p:nvSpPr>
          <p:spPr>
            <a:xfrm>
              <a:off x="5793225" y="1625450"/>
              <a:ext cx="28150" cy="146625"/>
            </a:xfrm>
            <a:custGeom>
              <a:avLst/>
              <a:gdLst/>
              <a:ahLst/>
              <a:cxnLst/>
              <a:rect l="l" t="t" r="r" b="b"/>
              <a:pathLst>
                <a:path w="1126" h="5865" extrusionOk="0">
                  <a:moveTo>
                    <a:pt x="56" y="1"/>
                  </a:moveTo>
                  <a:cubicBezTo>
                    <a:pt x="19" y="19"/>
                    <a:pt x="1" y="56"/>
                    <a:pt x="19" y="74"/>
                  </a:cubicBezTo>
                  <a:lnTo>
                    <a:pt x="665" y="1771"/>
                  </a:lnTo>
                  <a:cubicBezTo>
                    <a:pt x="1015" y="2675"/>
                    <a:pt x="978" y="3670"/>
                    <a:pt x="591" y="4574"/>
                  </a:cubicBezTo>
                  <a:lnTo>
                    <a:pt x="56" y="5791"/>
                  </a:lnTo>
                  <a:cubicBezTo>
                    <a:pt x="38" y="5828"/>
                    <a:pt x="56" y="5846"/>
                    <a:pt x="75" y="5865"/>
                  </a:cubicBezTo>
                  <a:lnTo>
                    <a:pt x="112" y="5865"/>
                  </a:lnTo>
                  <a:cubicBezTo>
                    <a:pt x="130" y="5865"/>
                    <a:pt x="148" y="5865"/>
                    <a:pt x="148" y="5828"/>
                  </a:cubicBezTo>
                  <a:lnTo>
                    <a:pt x="683" y="4611"/>
                  </a:lnTo>
                  <a:cubicBezTo>
                    <a:pt x="1089" y="3689"/>
                    <a:pt x="1126" y="2675"/>
                    <a:pt x="757" y="1734"/>
                  </a:cubicBezTo>
                  <a:lnTo>
                    <a:pt x="112" y="38"/>
                  </a:lnTo>
                  <a:cubicBezTo>
                    <a:pt x="112" y="1"/>
                    <a:pt x="75" y="1"/>
                    <a:pt x="56"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66"/>
            <p:cNvSpPr/>
            <p:nvPr/>
          </p:nvSpPr>
          <p:spPr>
            <a:xfrm>
              <a:off x="5707025" y="1620525"/>
              <a:ext cx="198250" cy="133575"/>
            </a:xfrm>
            <a:custGeom>
              <a:avLst/>
              <a:gdLst/>
              <a:ahLst/>
              <a:cxnLst/>
              <a:rect l="l" t="t" r="r" b="b"/>
              <a:pathLst>
                <a:path w="7930" h="5343" extrusionOk="0">
                  <a:moveTo>
                    <a:pt x="4450" y="1"/>
                  </a:moveTo>
                  <a:cubicBezTo>
                    <a:pt x="4291" y="1"/>
                    <a:pt x="4134" y="29"/>
                    <a:pt x="3984" y="87"/>
                  </a:cubicBezTo>
                  <a:lnTo>
                    <a:pt x="2324" y="732"/>
                  </a:lnTo>
                  <a:cubicBezTo>
                    <a:pt x="1808" y="935"/>
                    <a:pt x="1365" y="1267"/>
                    <a:pt x="1033" y="1710"/>
                  </a:cubicBezTo>
                  <a:lnTo>
                    <a:pt x="1" y="3093"/>
                  </a:lnTo>
                  <a:lnTo>
                    <a:pt x="1125" y="5343"/>
                  </a:lnTo>
                  <a:lnTo>
                    <a:pt x="3006" y="4328"/>
                  </a:lnTo>
                  <a:lnTo>
                    <a:pt x="3799" y="4052"/>
                  </a:lnTo>
                  <a:cubicBezTo>
                    <a:pt x="4039" y="3978"/>
                    <a:pt x="4260" y="3830"/>
                    <a:pt x="4445" y="3646"/>
                  </a:cubicBezTo>
                  <a:lnTo>
                    <a:pt x="5533" y="2521"/>
                  </a:lnTo>
                  <a:lnTo>
                    <a:pt x="5275" y="3111"/>
                  </a:lnTo>
                  <a:cubicBezTo>
                    <a:pt x="5164" y="3388"/>
                    <a:pt x="5256" y="3701"/>
                    <a:pt x="5514" y="3849"/>
                  </a:cubicBezTo>
                  <a:cubicBezTo>
                    <a:pt x="5544" y="3867"/>
                    <a:pt x="5579" y="3875"/>
                    <a:pt x="5615" y="3875"/>
                  </a:cubicBezTo>
                  <a:cubicBezTo>
                    <a:pt x="5692" y="3875"/>
                    <a:pt x="5772" y="3838"/>
                    <a:pt x="5809" y="3775"/>
                  </a:cubicBezTo>
                  <a:lnTo>
                    <a:pt x="6676" y="2005"/>
                  </a:lnTo>
                  <a:cubicBezTo>
                    <a:pt x="6768" y="1839"/>
                    <a:pt x="6750" y="1618"/>
                    <a:pt x="6621" y="1452"/>
                  </a:cubicBezTo>
                  <a:lnTo>
                    <a:pt x="6528" y="1341"/>
                  </a:lnTo>
                  <a:lnTo>
                    <a:pt x="6436" y="1009"/>
                  </a:lnTo>
                  <a:cubicBezTo>
                    <a:pt x="6381" y="806"/>
                    <a:pt x="6233" y="677"/>
                    <a:pt x="6031" y="640"/>
                  </a:cubicBezTo>
                  <a:lnTo>
                    <a:pt x="5975" y="622"/>
                  </a:lnTo>
                  <a:lnTo>
                    <a:pt x="7432" y="567"/>
                  </a:lnTo>
                  <a:cubicBezTo>
                    <a:pt x="7616" y="567"/>
                    <a:pt x="7801" y="456"/>
                    <a:pt x="7893" y="290"/>
                  </a:cubicBezTo>
                  <a:cubicBezTo>
                    <a:pt x="7893" y="290"/>
                    <a:pt x="7893" y="271"/>
                    <a:pt x="7893" y="271"/>
                  </a:cubicBezTo>
                  <a:cubicBezTo>
                    <a:pt x="7930" y="216"/>
                    <a:pt x="7893" y="124"/>
                    <a:pt x="7819" y="124"/>
                  </a:cubicBezTo>
                  <a:lnTo>
                    <a:pt x="4740" y="32"/>
                  </a:lnTo>
                  <a:cubicBezTo>
                    <a:pt x="4643" y="11"/>
                    <a:pt x="4546" y="1"/>
                    <a:pt x="4450"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66"/>
            <p:cNvSpPr/>
            <p:nvPr/>
          </p:nvSpPr>
          <p:spPr>
            <a:xfrm>
              <a:off x="5829650" y="1636050"/>
              <a:ext cx="26300" cy="950"/>
            </a:xfrm>
            <a:custGeom>
              <a:avLst/>
              <a:gdLst/>
              <a:ahLst/>
              <a:cxnLst/>
              <a:rect l="l" t="t" r="r" b="b"/>
              <a:pathLst>
                <a:path w="1052" h="38" extrusionOk="0">
                  <a:moveTo>
                    <a:pt x="1" y="1"/>
                  </a:moveTo>
                  <a:lnTo>
                    <a:pt x="1052" y="38"/>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66"/>
            <p:cNvSpPr/>
            <p:nvPr/>
          </p:nvSpPr>
          <p:spPr>
            <a:xfrm>
              <a:off x="5828275" y="1634675"/>
              <a:ext cx="29075" cy="3725"/>
            </a:xfrm>
            <a:custGeom>
              <a:avLst/>
              <a:gdLst/>
              <a:ahLst/>
              <a:cxnLst/>
              <a:rect l="l" t="t" r="r" b="b"/>
              <a:pathLst>
                <a:path w="1163" h="149" extrusionOk="0">
                  <a:moveTo>
                    <a:pt x="56" y="1"/>
                  </a:moveTo>
                  <a:cubicBezTo>
                    <a:pt x="19" y="1"/>
                    <a:pt x="0" y="19"/>
                    <a:pt x="0" y="37"/>
                  </a:cubicBezTo>
                  <a:cubicBezTo>
                    <a:pt x="0" y="74"/>
                    <a:pt x="19" y="93"/>
                    <a:pt x="56" y="93"/>
                  </a:cubicBezTo>
                  <a:lnTo>
                    <a:pt x="1107" y="148"/>
                  </a:lnTo>
                  <a:lnTo>
                    <a:pt x="1125" y="148"/>
                  </a:lnTo>
                  <a:cubicBezTo>
                    <a:pt x="1144" y="130"/>
                    <a:pt x="1162" y="111"/>
                    <a:pt x="1162" y="93"/>
                  </a:cubicBezTo>
                  <a:cubicBezTo>
                    <a:pt x="1162" y="74"/>
                    <a:pt x="1144" y="37"/>
                    <a:pt x="1107" y="37"/>
                  </a:cubicBezTo>
                  <a:lnTo>
                    <a:pt x="56" y="1"/>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66"/>
            <p:cNvSpPr/>
            <p:nvPr/>
          </p:nvSpPr>
          <p:spPr>
            <a:xfrm>
              <a:off x="5837025" y="1654050"/>
              <a:ext cx="32300" cy="475"/>
            </a:xfrm>
            <a:custGeom>
              <a:avLst/>
              <a:gdLst/>
              <a:ahLst/>
              <a:cxnLst/>
              <a:rect l="l" t="t" r="r" b="b"/>
              <a:pathLst>
                <a:path w="1292" h="19" extrusionOk="0">
                  <a:moveTo>
                    <a:pt x="1" y="18"/>
                  </a:moveTo>
                  <a:lnTo>
                    <a:pt x="1292" y="0"/>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66"/>
            <p:cNvSpPr/>
            <p:nvPr/>
          </p:nvSpPr>
          <p:spPr>
            <a:xfrm>
              <a:off x="5835650" y="1652650"/>
              <a:ext cx="35050" cy="3250"/>
            </a:xfrm>
            <a:custGeom>
              <a:avLst/>
              <a:gdLst/>
              <a:ahLst/>
              <a:cxnLst/>
              <a:rect l="l" t="t" r="r" b="b"/>
              <a:pathLst>
                <a:path w="1402" h="130" extrusionOk="0">
                  <a:moveTo>
                    <a:pt x="1347" y="1"/>
                  </a:moveTo>
                  <a:lnTo>
                    <a:pt x="56" y="19"/>
                  </a:lnTo>
                  <a:cubicBezTo>
                    <a:pt x="19" y="19"/>
                    <a:pt x="0" y="56"/>
                    <a:pt x="0" y="74"/>
                  </a:cubicBezTo>
                  <a:cubicBezTo>
                    <a:pt x="0" y="111"/>
                    <a:pt x="19" y="130"/>
                    <a:pt x="56" y="130"/>
                  </a:cubicBezTo>
                  <a:lnTo>
                    <a:pt x="1347" y="111"/>
                  </a:lnTo>
                  <a:lnTo>
                    <a:pt x="1365" y="111"/>
                  </a:lnTo>
                  <a:cubicBezTo>
                    <a:pt x="1383" y="93"/>
                    <a:pt x="1402" y="74"/>
                    <a:pt x="1402" y="56"/>
                  </a:cubicBezTo>
                  <a:cubicBezTo>
                    <a:pt x="1402" y="19"/>
                    <a:pt x="1365" y="1"/>
                    <a:pt x="134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66"/>
            <p:cNvSpPr/>
            <p:nvPr/>
          </p:nvSpPr>
          <p:spPr>
            <a:xfrm>
              <a:off x="5845325" y="1675250"/>
              <a:ext cx="4175" cy="8325"/>
            </a:xfrm>
            <a:custGeom>
              <a:avLst/>
              <a:gdLst/>
              <a:ahLst/>
              <a:cxnLst/>
              <a:rect l="l" t="t" r="r" b="b"/>
              <a:pathLst>
                <a:path w="167" h="333" extrusionOk="0">
                  <a:moveTo>
                    <a:pt x="167" y="0"/>
                  </a:moveTo>
                  <a:lnTo>
                    <a:pt x="1" y="332"/>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66"/>
            <p:cNvSpPr/>
            <p:nvPr/>
          </p:nvSpPr>
          <p:spPr>
            <a:xfrm>
              <a:off x="5843950" y="1673850"/>
              <a:ext cx="6925" cy="11100"/>
            </a:xfrm>
            <a:custGeom>
              <a:avLst/>
              <a:gdLst/>
              <a:ahLst/>
              <a:cxnLst/>
              <a:rect l="l" t="t" r="r" b="b"/>
              <a:pathLst>
                <a:path w="277" h="444" extrusionOk="0">
                  <a:moveTo>
                    <a:pt x="240" y="1"/>
                  </a:moveTo>
                  <a:cubicBezTo>
                    <a:pt x="222" y="1"/>
                    <a:pt x="185" y="1"/>
                    <a:pt x="185" y="19"/>
                  </a:cubicBezTo>
                  <a:lnTo>
                    <a:pt x="19" y="370"/>
                  </a:lnTo>
                  <a:cubicBezTo>
                    <a:pt x="0" y="388"/>
                    <a:pt x="0" y="425"/>
                    <a:pt x="37" y="444"/>
                  </a:cubicBezTo>
                  <a:lnTo>
                    <a:pt x="74" y="444"/>
                  </a:lnTo>
                  <a:cubicBezTo>
                    <a:pt x="93" y="425"/>
                    <a:pt x="93" y="425"/>
                    <a:pt x="111" y="407"/>
                  </a:cubicBezTo>
                  <a:lnTo>
                    <a:pt x="277" y="75"/>
                  </a:lnTo>
                  <a:cubicBezTo>
                    <a:pt x="277" y="56"/>
                    <a:pt x="277" y="19"/>
                    <a:pt x="240"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66"/>
            <p:cNvSpPr/>
            <p:nvPr/>
          </p:nvSpPr>
          <p:spPr>
            <a:xfrm>
              <a:off x="5490825" y="1676450"/>
              <a:ext cx="297825" cy="207600"/>
            </a:xfrm>
            <a:custGeom>
              <a:avLst/>
              <a:gdLst/>
              <a:ahLst/>
              <a:cxnLst/>
              <a:rect l="l" t="t" r="r" b="b"/>
              <a:pathLst>
                <a:path w="11913" h="8304" extrusionOk="0">
                  <a:moveTo>
                    <a:pt x="8866" y="1"/>
                  </a:moveTo>
                  <a:cubicBezTo>
                    <a:pt x="8780" y="1"/>
                    <a:pt x="8692" y="28"/>
                    <a:pt x="8612" y="81"/>
                  </a:cubicBezTo>
                  <a:lnTo>
                    <a:pt x="5274" y="2294"/>
                  </a:lnTo>
                  <a:lnTo>
                    <a:pt x="5256" y="1280"/>
                  </a:lnTo>
                  <a:lnTo>
                    <a:pt x="0" y="1225"/>
                  </a:lnTo>
                  <a:lnTo>
                    <a:pt x="590" y="5650"/>
                  </a:lnTo>
                  <a:cubicBezTo>
                    <a:pt x="876" y="7291"/>
                    <a:pt x="2285" y="8303"/>
                    <a:pt x="3754" y="8303"/>
                  </a:cubicBezTo>
                  <a:cubicBezTo>
                    <a:pt x="4465" y="8303"/>
                    <a:pt x="5190" y="8067"/>
                    <a:pt x="5809" y="7550"/>
                  </a:cubicBezTo>
                  <a:lnTo>
                    <a:pt x="11673" y="2903"/>
                  </a:lnTo>
                  <a:cubicBezTo>
                    <a:pt x="11913" y="2718"/>
                    <a:pt x="11913" y="2349"/>
                    <a:pt x="11673" y="2165"/>
                  </a:cubicBezTo>
                  <a:lnTo>
                    <a:pt x="9128" y="100"/>
                  </a:lnTo>
                  <a:cubicBezTo>
                    <a:pt x="9051" y="33"/>
                    <a:pt x="8960" y="1"/>
                    <a:pt x="88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66"/>
            <p:cNvSpPr/>
            <p:nvPr/>
          </p:nvSpPr>
          <p:spPr>
            <a:xfrm>
              <a:off x="5689050" y="1687350"/>
              <a:ext cx="85300" cy="70900"/>
            </a:xfrm>
            <a:custGeom>
              <a:avLst/>
              <a:gdLst/>
              <a:ahLst/>
              <a:cxnLst/>
              <a:rect l="l" t="t" r="r" b="b"/>
              <a:pathLst>
                <a:path w="3412" h="2836" extrusionOk="0">
                  <a:moveTo>
                    <a:pt x="56" y="0"/>
                  </a:moveTo>
                  <a:cubicBezTo>
                    <a:pt x="42" y="0"/>
                    <a:pt x="28" y="5"/>
                    <a:pt x="19" y="14"/>
                  </a:cubicBezTo>
                  <a:cubicBezTo>
                    <a:pt x="0" y="33"/>
                    <a:pt x="19" y="69"/>
                    <a:pt x="37" y="88"/>
                  </a:cubicBezTo>
                  <a:lnTo>
                    <a:pt x="3320" y="2817"/>
                  </a:lnTo>
                  <a:cubicBezTo>
                    <a:pt x="3338" y="2817"/>
                    <a:pt x="3357" y="2835"/>
                    <a:pt x="3357" y="2835"/>
                  </a:cubicBezTo>
                  <a:cubicBezTo>
                    <a:pt x="3375" y="2835"/>
                    <a:pt x="3393" y="2817"/>
                    <a:pt x="3393" y="2817"/>
                  </a:cubicBezTo>
                  <a:cubicBezTo>
                    <a:pt x="3412" y="2780"/>
                    <a:pt x="3412" y="2743"/>
                    <a:pt x="3393" y="2725"/>
                  </a:cubicBezTo>
                  <a:lnTo>
                    <a:pt x="93" y="14"/>
                  </a:lnTo>
                  <a:cubicBezTo>
                    <a:pt x="83" y="5"/>
                    <a:pt x="70" y="0"/>
                    <a:pt x="56"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66"/>
            <p:cNvSpPr/>
            <p:nvPr/>
          </p:nvSpPr>
          <p:spPr>
            <a:xfrm>
              <a:off x="5728700" y="1740825"/>
              <a:ext cx="32750" cy="27100"/>
            </a:xfrm>
            <a:custGeom>
              <a:avLst/>
              <a:gdLst/>
              <a:ahLst/>
              <a:cxnLst/>
              <a:rect l="l" t="t" r="r" b="b"/>
              <a:pathLst>
                <a:path w="1310" h="1084" extrusionOk="0">
                  <a:moveTo>
                    <a:pt x="49" y="0"/>
                  </a:moveTo>
                  <a:cubicBezTo>
                    <a:pt x="37" y="0"/>
                    <a:pt x="28" y="5"/>
                    <a:pt x="19" y="14"/>
                  </a:cubicBezTo>
                  <a:cubicBezTo>
                    <a:pt x="0" y="33"/>
                    <a:pt x="0" y="70"/>
                    <a:pt x="19" y="88"/>
                  </a:cubicBezTo>
                  <a:lnTo>
                    <a:pt x="1217" y="1084"/>
                  </a:lnTo>
                  <a:lnTo>
                    <a:pt x="1254" y="1084"/>
                  </a:lnTo>
                  <a:cubicBezTo>
                    <a:pt x="1273" y="1084"/>
                    <a:pt x="1273" y="1084"/>
                    <a:pt x="1291" y="1065"/>
                  </a:cubicBezTo>
                  <a:cubicBezTo>
                    <a:pt x="1310" y="1047"/>
                    <a:pt x="1310" y="1010"/>
                    <a:pt x="1291" y="992"/>
                  </a:cubicBezTo>
                  <a:lnTo>
                    <a:pt x="92" y="14"/>
                  </a:lnTo>
                  <a:cubicBezTo>
                    <a:pt x="74" y="5"/>
                    <a:pt x="60" y="0"/>
                    <a:pt x="49"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66"/>
            <p:cNvSpPr/>
            <p:nvPr/>
          </p:nvSpPr>
          <p:spPr>
            <a:xfrm>
              <a:off x="5599625" y="1649900"/>
              <a:ext cx="50725" cy="60875"/>
            </a:xfrm>
            <a:custGeom>
              <a:avLst/>
              <a:gdLst/>
              <a:ahLst/>
              <a:cxnLst/>
              <a:rect l="l" t="t" r="r" b="b"/>
              <a:pathLst>
                <a:path w="2029" h="2435" extrusionOk="0">
                  <a:moveTo>
                    <a:pt x="1973" y="0"/>
                  </a:moveTo>
                  <a:cubicBezTo>
                    <a:pt x="1936" y="0"/>
                    <a:pt x="1918" y="19"/>
                    <a:pt x="1918" y="55"/>
                  </a:cubicBezTo>
                  <a:lnTo>
                    <a:pt x="1789" y="1881"/>
                  </a:lnTo>
                  <a:cubicBezTo>
                    <a:pt x="1770" y="2102"/>
                    <a:pt x="1586" y="2305"/>
                    <a:pt x="1346" y="2305"/>
                  </a:cubicBezTo>
                  <a:lnTo>
                    <a:pt x="55" y="2324"/>
                  </a:lnTo>
                  <a:cubicBezTo>
                    <a:pt x="18" y="2324"/>
                    <a:pt x="0" y="2342"/>
                    <a:pt x="0" y="2379"/>
                  </a:cubicBezTo>
                  <a:cubicBezTo>
                    <a:pt x="0" y="2397"/>
                    <a:pt x="18" y="2434"/>
                    <a:pt x="55" y="2434"/>
                  </a:cubicBezTo>
                  <a:lnTo>
                    <a:pt x="1346" y="2416"/>
                  </a:lnTo>
                  <a:cubicBezTo>
                    <a:pt x="1641" y="2416"/>
                    <a:pt x="1881" y="2176"/>
                    <a:pt x="1881" y="1881"/>
                  </a:cubicBezTo>
                  <a:lnTo>
                    <a:pt x="2028" y="55"/>
                  </a:lnTo>
                  <a:cubicBezTo>
                    <a:pt x="2028" y="37"/>
                    <a:pt x="2010" y="0"/>
                    <a:pt x="197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66"/>
            <p:cNvSpPr/>
            <p:nvPr/>
          </p:nvSpPr>
          <p:spPr>
            <a:xfrm>
              <a:off x="5594550" y="1723775"/>
              <a:ext cx="42900" cy="29875"/>
            </a:xfrm>
            <a:custGeom>
              <a:avLst/>
              <a:gdLst/>
              <a:ahLst/>
              <a:cxnLst/>
              <a:rect l="l" t="t" r="r" b="b"/>
              <a:pathLst>
                <a:path w="1716" h="1195" extrusionOk="0">
                  <a:moveTo>
                    <a:pt x="1660" y="0"/>
                  </a:moveTo>
                  <a:cubicBezTo>
                    <a:pt x="1646" y="0"/>
                    <a:pt x="1632" y="5"/>
                    <a:pt x="1623" y="14"/>
                  </a:cubicBezTo>
                  <a:lnTo>
                    <a:pt x="37" y="1083"/>
                  </a:lnTo>
                  <a:cubicBezTo>
                    <a:pt x="0" y="1102"/>
                    <a:pt x="0" y="1139"/>
                    <a:pt x="19" y="1157"/>
                  </a:cubicBezTo>
                  <a:cubicBezTo>
                    <a:pt x="19" y="1176"/>
                    <a:pt x="37" y="1194"/>
                    <a:pt x="56" y="1194"/>
                  </a:cubicBezTo>
                  <a:cubicBezTo>
                    <a:pt x="74" y="1194"/>
                    <a:pt x="74" y="1176"/>
                    <a:pt x="92" y="1176"/>
                  </a:cubicBezTo>
                  <a:lnTo>
                    <a:pt x="1678" y="88"/>
                  </a:lnTo>
                  <a:cubicBezTo>
                    <a:pt x="1715" y="88"/>
                    <a:pt x="1715" y="51"/>
                    <a:pt x="1697" y="14"/>
                  </a:cubicBezTo>
                  <a:cubicBezTo>
                    <a:pt x="1687" y="5"/>
                    <a:pt x="1674" y="0"/>
                    <a:pt x="166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22">
          <a:extLst>
            <a:ext uri="{FF2B5EF4-FFF2-40B4-BE49-F238E27FC236}">
              <a16:creationId xmlns:a16="http://schemas.microsoft.com/office/drawing/2014/main" id="{1FDBCED7-59A3-286D-7229-00691157584E}"/>
            </a:ext>
          </a:extLst>
        </p:cNvPr>
        <p:cNvGrpSpPr/>
        <p:nvPr/>
      </p:nvGrpSpPr>
      <p:grpSpPr>
        <a:xfrm>
          <a:off x="0" y="0"/>
          <a:ext cx="0" cy="0"/>
          <a:chOff x="0" y="0"/>
          <a:chExt cx="0" cy="0"/>
        </a:xfrm>
      </p:grpSpPr>
      <p:sp>
        <p:nvSpPr>
          <p:cNvPr id="3823" name="Google Shape;3823;p67">
            <a:extLst>
              <a:ext uri="{FF2B5EF4-FFF2-40B4-BE49-F238E27FC236}">
                <a16:creationId xmlns:a16="http://schemas.microsoft.com/office/drawing/2014/main" id="{ACB9E3AC-ED3C-EFA0-2E6E-A5A2E5B68F67}"/>
              </a:ext>
            </a:extLst>
          </p:cNvPr>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latin typeface="Montserrat"/>
                <a:ea typeface="Montserrat"/>
                <a:cs typeface="Montserrat"/>
                <a:sym typeface="Montserrat"/>
              </a:rPr>
              <a:t>Problem description</a:t>
            </a:r>
            <a:endParaRPr dirty="0"/>
          </a:p>
        </p:txBody>
      </p:sp>
      <p:sp>
        <p:nvSpPr>
          <p:cNvPr id="3824" name="Google Shape;3824;p67">
            <a:extLst>
              <a:ext uri="{FF2B5EF4-FFF2-40B4-BE49-F238E27FC236}">
                <a16:creationId xmlns:a16="http://schemas.microsoft.com/office/drawing/2014/main" id="{EC85CA54-D6E8-811A-2FF0-D178554F291F}"/>
              </a:ext>
            </a:extLst>
          </p:cNvPr>
          <p:cNvSpPr txBox="1">
            <a:spLocks noGrp="1"/>
          </p:cNvSpPr>
          <p:nvPr>
            <p:ph type="subTitle" idx="1"/>
          </p:nvPr>
        </p:nvSpPr>
        <p:spPr>
          <a:xfrm>
            <a:off x="713225" y="2571750"/>
            <a:ext cx="5106000" cy="1472400"/>
          </a:xfrm>
          <a:prstGeom prst="rect">
            <a:avLst/>
          </a:prstGeom>
        </p:spPr>
        <p:txBody>
          <a:bodyPr spcFirstLastPara="1" wrap="square" lIns="91425" tIns="91425" rIns="91425" bIns="91425" anchor="t" anchorCtr="0">
            <a:noAutofit/>
          </a:bodyPr>
          <a:lstStyle/>
          <a:p>
            <a:pPr marL="0" lvl="0" indent="0"/>
            <a:r>
              <a:rPr lang="en-US" dirty="0"/>
              <a:t>Understand unemployment trends in Finland</a:t>
            </a:r>
          </a:p>
          <a:p>
            <a:pPr marL="0" lvl="0" indent="0"/>
            <a:r>
              <a:rPr lang="en-US" dirty="0"/>
              <a:t>Analyze historical unemployment data</a:t>
            </a:r>
          </a:p>
          <a:p>
            <a:pPr marL="0" lvl="0" indent="0"/>
            <a:r>
              <a:rPr lang="en-US" dirty="0"/>
              <a:t>Explore whether machine learning can help predict unemployment patterns</a:t>
            </a:r>
          </a:p>
          <a:p>
            <a:pPr marL="0" lvl="0" indent="0"/>
            <a:r>
              <a:rPr lang="en-US" dirty="0"/>
              <a:t>Present the results in a clear dashboard</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0585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56"/>
        <p:cNvGrpSpPr/>
        <p:nvPr/>
      </p:nvGrpSpPr>
      <p:grpSpPr>
        <a:xfrm>
          <a:off x="0" y="0"/>
          <a:ext cx="0" cy="0"/>
          <a:chOff x="0" y="0"/>
          <a:chExt cx="0" cy="0"/>
        </a:xfrm>
      </p:grpSpPr>
      <p:sp>
        <p:nvSpPr>
          <p:cNvPr id="4857" name="Google Shape;4857;p10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description</a:t>
            </a:r>
            <a:endParaRPr b="1" dirty="0"/>
          </a:p>
        </p:txBody>
      </p:sp>
      <p:sp>
        <p:nvSpPr>
          <p:cNvPr id="4862" name="Google Shape;4862;p104"/>
          <p:cNvSpPr/>
          <p:nvPr/>
        </p:nvSpPr>
        <p:spPr>
          <a:xfrm>
            <a:off x="1923394" y="1573050"/>
            <a:ext cx="5136000" cy="455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lt1"/>
                </a:solidFill>
                <a:latin typeface="Space Grotesk Medium"/>
                <a:ea typeface="Space Grotesk Medium"/>
                <a:cs typeface="Space Grotesk Medium"/>
                <a:sym typeface="Space Grotesk Medium"/>
              </a:rPr>
              <a:t>Why did You choose this topic? </a:t>
            </a:r>
            <a:endParaRPr sz="1800" dirty="0">
              <a:solidFill>
                <a:schemeClr val="lt1"/>
              </a:solidFill>
              <a:latin typeface="Space Grotesk Medium"/>
              <a:ea typeface="Space Grotesk Medium"/>
              <a:cs typeface="Space Grotesk Medium"/>
              <a:sym typeface="Space Grotesk Medium"/>
            </a:endParaRPr>
          </a:p>
        </p:txBody>
      </p:sp>
      <p:cxnSp>
        <p:nvCxnSpPr>
          <p:cNvPr id="4869" name="Google Shape;4869;p104"/>
          <p:cNvCxnSpPr>
            <a:cxnSpLocks/>
            <a:stCxn id="4862" idx="2"/>
          </p:cNvCxnSpPr>
          <p:nvPr/>
        </p:nvCxnSpPr>
        <p:spPr>
          <a:xfrm rot="5400000">
            <a:off x="4158844" y="2359800"/>
            <a:ext cx="663900" cy="1200"/>
          </a:xfrm>
          <a:prstGeom prst="bentConnector3">
            <a:avLst>
              <a:gd name="adj1" fmla="val 49992"/>
            </a:avLst>
          </a:prstGeom>
          <a:noFill/>
          <a:ln w="9525" cap="flat" cmpd="sng">
            <a:solidFill>
              <a:schemeClr val="dk1"/>
            </a:solidFill>
            <a:prstDash val="solid"/>
            <a:round/>
            <a:headEnd type="none" w="med" len="med"/>
            <a:tailEnd type="none" w="med" len="med"/>
          </a:ln>
        </p:spPr>
      </p:cxnSp>
      <p:sp>
        <p:nvSpPr>
          <p:cNvPr id="4" name="Google Shape;4861;p104">
            <a:extLst>
              <a:ext uri="{FF2B5EF4-FFF2-40B4-BE49-F238E27FC236}">
                <a16:creationId xmlns:a16="http://schemas.microsoft.com/office/drawing/2014/main" id="{CE9050AB-8011-C9E5-20C9-E8896091F272}"/>
              </a:ext>
            </a:extLst>
          </p:cNvPr>
          <p:cNvSpPr/>
          <p:nvPr/>
        </p:nvSpPr>
        <p:spPr>
          <a:xfrm>
            <a:off x="2004000" y="2659651"/>
            <a:ext cx="5136000" cy="4554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lt1"/>
                </a:solidFill>
                <a:latin typeface="Space Grotesk Medium"/>
                <a:ea typeface="Space Grotesk Medium"/>
                <a:cs typeface="Space Grotesk Medium"/>
                <a:sym typeface="Space Grotesk Medium"/>
              </a:rPr>
              <a:t>Did You achive your goal?</a:t>
            </a:r>
            <a:endParaRPr sz="1800" dirty="0">
              <a:solidFill>
                <a:schemeClr val="lt1"/>
              </a:solidFill>
              <a:latin typeface="Space Grotesk Medium"/>
              <a:ea typeface="Space Grotesk Medium"/>
              <a:cs typeface="Space Grotesk Medium"/>
              <a:sym typeface="Space Grotesk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39"/>
        <p:cNvGrpSpPr/>
        <p:nvPr/>
      </p:nvGrpSpPr>
      <p:grpSpPr>
        <a:xfrm>
          <a:off x="0" y="0"/>
          <a:ext cx="0" cy="0"/>
          <a:chOff x="0" y="0"/>
          <a:chExt cx="0" cy="0"/>
        </a:xfrm>
      </p:grpSpPr>
      <p:grpSp>
        <p:nvGrpSpPr>
          <p:cNvPr id="4240" name="Google Shape;4240;p84"/>
          <p:cNvGrpSpPr/>
          <p:nvPr/>
        </p:nvGrpSpPr>
        <p:grpSpPr>
          <a:xfrm>
            <a:off x="6256860" y="962980"/>
            <a:ext cx="1941295" cy="5471785"/>
            <a:chOff x="6256860" y="962980"/>
            <a:chExt cx="1941295" cy="5471785"/>
          </a:xfrm>
        </p:grpSpPr>
        <p:grpSp>
          <p:nvGrpSpPr>
            <p:cNvPr id="4241" name="Google Shape;4241;p84"/>
            <p:cNvGrpSpPr/>
            <p:nvPr/>
          </p:nvGrpSpPr>
          <p:grpSpPr>
            <a:xfrm>
              <a:off x="6256860" y="962980"/>
              <a:ext cx="1941295" cy="5471785"/>
              <a:chOff x="4930225" y="2184175"/>
              <a:chExt cx="465650" cy="1312525"/>
            </a:xfrm>
          </p:grpSpPr>
          <p:sp>
            <p:nvSpPr>
              <p:cNvPr id="4242" name="Google Shape;4242;p84"/>
              <p:cNvSpPr/>
              <p:nvPr/>
            </p:nvSpPr>
            <p:spPr>
              <a:xfrm>
                <a:off x="4995225" y="2873400"/>
                <a:ext cx="328725" cy="623300"/>
              </a:xfrm>
              <a:custGeom>
                <a:avLst/>
                <a:gdLst/>
                <a:ahLst/>
                <a:cxnLst/>
                <a:rect l="l" t="t" r="r" b="b"/>
                <a:pathLst>
                  <a:path w="13149" h="24932" extrusionOk="0">
                    <a:moveTo>
                      <a:pt x="11286" y="0"/>
                    </a:moveTo>
                    <a:lnTo>
                      <a:pt x="1771" y="166"/>
                    </a:lnTo>
                    <a:cubicBezTo>
                      <a:pt x="1" y="5477"/>
                      <a:pt x="148" y="24931"/>
                      <a:pt x="148" y="24931"/>
                    </a:cubicBezTo>
                    <a:lnTo>
                      <a:pt x="5920" y="24673"/>
                    </a:lnTo>
                    <a:lnTo>
                      <a:pt x="6012" y="7321"/>
                    </a:lnTo>
                    <a:lnTo>
                      <a:pt x="7174" y="24599"/>
                    </a:lnTo>
                    <a:lnTo>
                      <a:pt x="13149" y="24341"/>
                    </a:lnTo>
                    <a:cubicBezTo>
                      <a:pt x="12817" y="5624"/>
                      <a:pt x="11286" y="0"/>
                      <a:pt x="11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84"/>
              <p:cNvSpPr/>
              <p:nvPr/>
            </p:nvSpPr>
            <p:spPr>
              <a:xfrm>
                <a:off x="5245100" y="2873850"/>
                <a:ext cx="23075" cy="185350"/>
              </a:xfrm>
              <a:custGeom>
                <a:avLst/>
                <a:gdLst/>
                <a:ahLst/>
                <a:cxnLst/>
                <a:rect l="l" t="t" r="r" b="b"/>
                <a:pathLst>
                  <a:path w="923" h="7414" fill="none" extrusionOk="0">
                    <a:moveTo>
                      <a:pt x="0" y="1"/>
                    </a:moveTo>
                    <a:cubicBezTo>
                      <a:pt x="0" y="1"/>
                      <a:pt x="922" y="5754"/>
                      <a:pt x="886" y="7414"/>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84"/>
              <p:cNvSpPr/>
              <p:nvPr/>
            </p:nvSpPr>
            <p:spPr>
              <a:xfrm>
                <a:off x="5222975" y="3057325"/>
                <a:ext cx="96375" cy="162775"/>
              </a:xfrm>
              <a:custGeom>
                <a:avLst/>
                <a:gdLst/>
                <a:ahLst/>
                <a:cxnLst/>
                <a:rect l="l" t="t" r="r" b="b"/>
                <a:pathLst>
                  <a:path w="3855" h="6511" fill="none" extrusionOk="0">
                    <a:moveTo>
                      <a:pt x="3393" y="1"/>
                    </a:moveTo>
                    <a:lnTo>
                      <a:pt x="19" y="148"/>
                    </a:lnTo>
                    <a:cubicBezTo>
                      <a:pt x="19" y="148"/>
                      <a:pt x="0" y="6307"/>
                      <a:pt x="978" y="6418"/>
                    </a:cubicBezTo>
                    <a:cubicBezTo>
                      <a:pt x="1937" y="6510"/>
                      <a:pt x="3301" y="6510"/>
                      <a:pt x="3854" y="6012"/>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84"/>
              <p:cNvSpPr/>
              <p:nvPr/>
            </p:nvSpPr>
            <p:spPr>
              <a:xfrm>
                <a:off x="5223900" y="3074400"/>
                <a:ext cx="84850" cy="4175"/>
              </a:xfrm>
              <a:custGeom>
                <a:avLst/>
                <a:gdLst/>
                <a:ahLst/>
                <a:cxnLst/>
                <a:rect l="l" t="t" r="r" b="b"/>
                <a:pathLst>
                  <a:path w="3394" h="167" fill="none" extrusionOk="0">
                    <a:moveTo>
                      <a:pt x="3393" y="0"/>
                    </a:moveTo>
                    <a:lnTo>
                      <a:pt x="0" y="166"/>
                    </a:ln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84"/>
              <p:cNvSpPr/>
              <p:nvPr/>
            </p:nvSpPr>
            <p:spPr>
              <a:xfrm>
                <a:off x="5281525" y="3218675"/>
                <a:ext cx="12000" cy="264650"/>
              </a:xfrm>
              <a:custGeom>
                <a:avLst/>
                <a:gdLst/>
                <a:ahLst/>
                <a:cxnLst/>
                <a:rect l="l" t="t" r="r" b="b"/>
                <a:pathLst>
                  <a:path w="480" h="10586" fill="none" extrusionOk="0">
                    <a:moveTo>
                      <a:pt x="0" y="1"/>
                    </a:moveTo>
                    <a:cubicBezTo>
                      <a:pt x="0" y="1"/>
                      <a:pt x="461" y="7672"/>
                      <a:pt x="480" y="10585"/>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84"/>
              <p:cNvSpPr/>
              <p:nvPr/>
            </p:nvSpPr>
            <p:spPr>
              <a:xfrm>
                <a:off x="5111875" y="3020925"/>
                <a:ext cx="33675" cy="35500"/>
              </a:xfrm>
              <a:custGeom>
                <a:avLst/>
                <a:gdLst/>
                <a:ahLst/>
                <a:cxnLst/>
                <a:rect l="l" t="t" r="r" b="b"/>
                <a:pathLst>
                  <a:path w="1347" h="1420" extrusionOk="0">
                    <a:moveTo>
                      <a:pt x="0" y="0"/>
                    </a:moveTo>
                    <a:lnTo>
                      <a:pt x="0" y="0"/>
                    </a:lnTo>
                    <a:cubicBezTo>
                      <a:pt x="129" y="664"/>
                      <a:pt x="793" y="1125"/>
                      <a:pt x="1346" y="1420"/>
                    </a:cubicBezTo>
                    <a:cubicBezTo>
                      <a:pt x="904" y="940"/>
                      <a:pt x="332" y="572"/>
                      <a:pt x="0" y="0"/>
                    </a:cubicBezTo>
                    <a:close/>
                  </a:path>
                </a:pathLst>
              </a:custGeom>
              <a:solidFill>
                <a:srgbClr val="0065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84"/>
              <p:cNvSpPr/>
              <p:nvPr/>
            </p:nvSpPr>
            <p:spPr>
              <a:xfrm>
                <a:off x="5224825" y="2874775"/>
                <a:ext cx="38750" cy="147550"/>
              </a:xfrm>
              <a:custGeom>
                <a:avLst/>
                <a:gdLst/>
                <a:ahLst/>
                <a:cxnLst/>
                <a:rect l="l" t="t" r="r" b="b"/>
                <a:pathLst>
                  <a:path w="1550" h="5902" fill="none" extrusionOk="0">
                    <a:moveTo>
                      <a:pt x="0" y="1"/>
                    </a:moveTo>
                    <a:cubicBezTo>
                      <a:pt x="0" y="1"/>
                      <a:pt x="498" y="5901"/>
                      <a:pt x="1549" y="5864"/>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84"/>
              <p:cNvSpPr/>
              <p:nvPr/>
            </p:nvSpPr>
            <p:spPr>
              <a:xfrm>
                <a:off x="5110950" y="2393950"/>
                <a:ext cx="108350" cy="123100"/>
              </a:xfrm>
              <a:custGeom>
                <a:avLst/>
                <a:gdLst/>
                <a:ahLst/>
                <a:cxnLst/>
                <a:rect l="l" t="t" r="r" b="b"/>
                <a:pathLst>
                  <a:path w="4334" h="4924" extrusionOk="0">
                    <a:moveTo>
                      <a:pt x="4168" y="0"/>
                    </a:moveTo>
                    <a:lnTo>
                      <a:pt x="867" y="166"/>
                    </a:lnTo>
                    <a:lnTo>
                      <a:pt x="0" y="3928"/>
                    </a:lnTo>
                    <a:cubicBezTo>
                      <a:pt x="0" y="3928"/>
                      <a:pt x="480" y="4740"/>
                      <a:pt x="1973" y="4906"/>
                    </a:cubicBezTo>
                    <a:cubicBezTo>
                      <a:pt x="2084" y="4918"/>
                      <a:pt x="2191" y="4923"/>
                      <a:pt x="2295" y="4923"/>
                    </a:cubicBezTo>
                    <a:cubicBezTo>
                      <a:pt x="3605" y="4923"/>
                      <a:pt x="4334" y="4020"/>
                      <a:pt x="4334" y="4020"/>
                    </a:cubicBezTo>
                    <a:lnTo>
                      <a:pt x="4168"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84"/>
              <p:cNvSpPr/>
              <p:nvPr/>
            </p:nvSpPr>
            <p:spPr>
              <a:xfrm>
                <a:off x="5122000" y="2393950"/>
                <a:ext cx="95000" cy="62950"/>
              </a:xfrm>
              <a:custGeom>
                <a:avLst/>
                <a:gdLst/>
                <a:ahLst/>
                <a:cxnLst/>
                <a:rect l="l" t="t" r="r" b="b"/>
                <a:pathLst>
                  <a:path w="3800" h="2518" extrusionOk="0">
                    <a:moveTo>
                      <a:pt x="3726" y="0"/>
                    </a:moveTo>
                    <a:lnTo>
                      <a:pt x="425" y="166"/>
                    </a:lnTo>
                    <a:lnTo>
                      <a:pt x="1" y="2010"/>
                    </a:lnTo>
                    <a:cubicBezTo>
                      <a:pt x="462" y="2195"/>
                      <a:pt x="1163" y="2435"/>
                      <a:pt x="1790" y="2508"/>
                    </a:cubicBezTo>
                    <a:cubicBezTo>
                      <a:pt x="1841" y="2515"/>
                      <a:pt x="1895" y="2518"/>
                      <a:pt x="1950" y="2518"/>
                    </a:cubicBezTo>
                    <a:cubicBezTo>
                      <a:pt x="2523" y="2518"/>
                      <a:pt x="3261" y="2184"/>
                      <a:pt x="3800" y="1881"/>
                    </a:cubicBezTo>
                    <a:lnTo>
                      <a:pt x="3726"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84"/>
              <p:cNvSpPr/>
              <p:nvPr/>
            </p:nvSpPr>
            <p:spPr>
              <a:xfrm>
                <a:off x="5097125" y="2235350"/>
                <a:ext cx="43350" cy="88100"/>
              </a:xfrm>
              <a:custGeom>
                <a:avLst/>
                <a:gdLst/>
                <a:ahLst/>
                <a:cxnLst/>
                <a:rect l="l" t="t" r="r" b="b"/>
                <a:pathLst>
                  <a:path w="1734" h="3524" extrusionOk="0">
                    <a:moveTo>
                      <a:pt x="809" y="1"/>
                    </a:moveTo>
                    <a:cubicBezTo>
                      <a:pt x="803" y="1"/>
                      <a:pt x="798" y="1"/>
                      <a:pt x="793" y="1"/>
                    </a:cubicBezTo>
                    <a:cubicBezTo>
                      <a:pt x="332" y="38"/>
                      <a:pt x="0" y="831"/>
                      <a:pt x="55" y="1808"/>
                    </a:cubicBezTo>
                    <a:cubicBezTo>
                      <a:pt x="92" y="2756"/>
                      <a:pt x="489" y="3523"/>
                      <a:pt x="925" y="3523"/>
                    </a:cubicBezTo>
                    <a:cubicBezTo>
                      <a:pt x="930" y="3523"/>
                      <a:pt x="935" y="3523"/>
                      <a:pt x="941" y="3523"/>
                    </a:cubicBezTo>
                    <a:cubicBezTo>
                      <a:pt x="1402" y="3505"/>
                      <a:pt x="1734" y="2693"/>
                      <a:pt x="1678" y="1734"/>
                    </a:cubicBezTo>
                    <a:cubicBezTo>
                      <a:pt x="1642" y="768"/>
                      <a:pt x="1245" y="1"/>
                      <a:pt x="80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84"/>
              <p:cNvSpPr/>
              <p:nvPr/>
            </p:nvSpPr>
            <p:spPr>
              <a:xfrm>
                <a:off x="5070850" y="2220000"/>
                <a:ext cx="200250" cy="206425"/>
              </a:xfrm>
              <a:custGeom>
                <a:avLst/>
                <a:gdLst/>
                <a:ahLst/>
                <a:cxnLst/>
                <a:rect l="l" t="t" r="r" b="b"/>
                <a:pathLst>
                  <a:path w="8010" h="8257" extrusionOk="0">
                    <a:moveTo>
                      <a:pt x="4118" y="1"/>
                    </a:moveTo>
                    <a:cubicBezTo>
                      <a:pt x="2257" y="1"/>
                      <a:pt x="1918" y="1058"/>
                      <a:pt x="1918" y="1058"/>
                    </a:cubicBezTo>
                    <a:cubicBezTo>
                      <a:pt x="1918" y="1058"/>
                      <a:pt x="1291" y="2459"/>
                      <a:pt x="1106" y="3418"/>
                    </a:cubicBezTo>
                    <a:cubicBezTo>
                      <a:pt x="941" y="4358"/>
                      <a:pt x="0" y="7438"/>
                      <a:pt x="2674" y="8120"/>
                    </a:cubicBezTo>
                    <a:cubicBezTo>
                      <a:pt x="3047" y="8215"/>
                      <a:pt x="3394" y="8256"/>
                      <a:pt x="3715" y="8256"/>
                    </a:cubicBezTo>
                    <a:cubicBezTo>
                      <a:pt x="5709" y="8256"/>
                      <a:pt x="6709" y="6657"/>
                      <a:pt x="6915" y="6276"/>
                    </a:cubicBezTo>
                    <a:cubicBezTo>
                      <a:pt x="7173" y="5834"/>
                      <a:pt x="7929" y="5207"/>
                      <a:pt x="7966" y="4432"/>
                    </a:cubicBezTo>
                    <a:cubicBezTo>
                      <a:pt x="8010" y="3809"/>
                      <a:pt x="7757" y="3471"/>
                      <a:pt x="7450" y="3471"/>
                    </a:cubicBezTo>
                    <a:cubicBezTo>
                      <a:pt x="7366" y="3471"/>
                      <a:pt x="7279" y="3496"/>
                      <a:pt x="7192" y="3547"/>
                    </a:cubicBezTo>
                    <a:cubicBezTo>
                      <a:pt x="7192" y="3547"/>
                      <a:pt x="7985" y="560"/>
                      <a:pt x="5182" y="99"/>
                    </a:cubicBezTo>
                    <a:cubicBezTo>
                      <a:pt x="4781" y="30"/>
                      <a:pt x="4429" y="1"/>
                      <a:pt x="411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84"/>
              <p:cNvSpPr/>
              <p:nvPr/>
            </p:nvSpPr>
            <p:spPr>
              <a:xfrm>
                <a:off x="5091800" y="2184175"/>
                <a:ext cx="196125" cy="199075"/>
              </a:xfrm>
              <a:custGeom>
                <a:avLst/>
                <a:gdLst/>
                <a:ahLst/>
                <a:cxnLst/>
                <a:rect l="l" t="t" r="r" b="b"/>
                <a:pathLst>
                  <a:path w="7845" h="7963" extrusionOk="0">
                    <a:moveTo>
                      <a:pt x="2763" y="1"/>
                    </a:moveTo>
                    <a:cubicBezTo>
                      <a:pt x="2755" y="1"/>
                      <a:pt x="2747" y="1"/>
                      <a:pt x="2739" y="1"/>
                    </a:cubicBezTo>
                    <a:cubicBezTo>
                      <a:pt x="2076" y="1"/>
                      <a:pt x="2113" y="647"/>
                      <a:pt x="2113" y="647"/>
                    </a:cubicBezTo>
                    <a:cubicBezTo>
                      <a:pt x="1934" y="513"/>
                      <a:pt x="1695" y="448"/>
                      <a:pt x="1444" y="448"/>
                    </a:cubicBezTo>
                    <a:cubicBezTo>
                      <a:pt x="763" y="448"/>
                      <a:pt x="1" y="927"/>
                      <a:pt x="176" y="1790"/>
                    </a:cubicBezTo>
                    <a:cubicBezTo>
                      <a:pt x="378" y="2711"/>
                      <a:pt x="972" y="2812"/>
                      <a:pt x="1224" y="2812"/>
                    </a:cubicBezTo>
                    <a:cubicBezTo>
                      <a:pt x="1294" y="2812"/>
                      <a:pt x="1338" y="2804"/>
                      <a:pt x="1338" y="2804"/>
                    </a:cubicBezTo>
                    <a:cubicBezTo>
                      <a:pt x="2270" y="3668"/>
                      <a:pt x="3284" y="3902"/>
                      <a:pt x="4107" y="3902"/>
                    </a:cubicBezTo>
                    <a:cubicBezTo>
                      <a:pt x="5076" y="3902"/>
                      <a:pt x="5782" y="3579"/>
                      <a:pt x="5782" y="3579"/>
                    </a:cubicBezTo>
                    <a:lnTo>
                      <a:pt x="5782" y="3579"/>
                    </a:lnTo>
                    <a:cubicBezTo>
                      <a:pt x="5506" y="5017"/>
                      <a:pt x="5893" y="6050"/>
                      <a:pt x="5893" y="6050"/>
                    </a:cubicBezTo>
                    <a:lnTo>
                      <a:pt x="6151" y="6160"/>
                    </a:lnTo>
                    <a:cubicBezTo>
                      <a:pt x="6151" y="6160"/>
                      <a:pt x="6367" y="4967"/>
                      <a:pt x="6747" y="4967"/>
                    </a:cubicBezTo>
                    <a:cubicBezTo>
                      <a:pt x="6798" y="4967"/>
                      <a:pt x="6851" y="4988"/>
                      <a:pt x="6907" y="5035"/>
                    </a:cubicBezTo>
                    <a:cubicBezTo>
                      <a:pt x="7386" y="5423"/>
                      <a:pt x="6815" y="6935"/>
                      <a:pt x="6446" y="7211"/>
                    </a:cubicBezTo>
                    <a:cubicBezTo>
                      <a:pt x="6096" y="7488"/>
                      <a:pt x="5930" y="7949"/>
                      <a:pt x="5930" y="7949"/>
                    </a:cubicBezTo>
                    <a:cubicBezTo>
                      <a:pt x="5980" y="7958"/>
                      <a:pt x="6030" y="7962"/>
                      <a:pt x="6078" y="7962"/>
                    </a:cubicBezTo>
                    <a:cubicBezTo>
                      <a:pt x="7318" y="7962"/>
                      <a:pt x="7845" y="5109"/>
                      <a:pt x="7774" y="4169"/>
                    </a:cubicBezTo>
                    <a:cubicBezTo>
                      <a:pt x="7718" y="3173"/>
                      <a:pt x="6778" y="2804"/>
                      <a:pt x="6778" y="2804"/>
                    </a:cubicBezTo>
                    <a:cubicBezTo>
                      <a:pt x="6172" y="1000"/>
                      <a:pt x="5368" y="715"/>
                      <a:pt x="4921" y="715"/>
                    </a:cubicBezTo>
                    <a:cubicBezTo>
                      <a:pt x="4714" y="715"/>
                      <a:pt x="4584" y="776"/>
                      <a:pt x="4584" y="776"/>
                    </a:cubicBezTo>
                    <a:cubicBezTo>
                      <a:pt x="4584" y="776"/>
                      <a:pt x="3430" y="1"/>
                      <a:pt x="2763"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84"/>
              <p:cNvSpPr/>
              <p:nvPr/>
            </p:nvSpPr>
            <p:spPr>
              <a:xfrm>
                <a:off x="5125950" y="2314650"/>
                <a:ext cx="24675" cy="44275"/>
              </a:xfrm>
              <a:custGeom>
                <a:avLst/>
                <a:gdLst/>
                <a:ahLst/>
                <a:cxnLst/>
                <a:rect l="l" t="t" r="r" b="b"/>
                <a:pathLst>
                  <a:path w="987" h="1771" extrusionOk="0">
                    <a:moveTo>
                      <a:pt x="986" y="1"/>
                    </a:moveTo>
                    <a:cubicBezTo>
                      <a:pt x="864" y="264"/>
                      <a:pt x="774" y="510"/>
                      <a:pt x="702" y="771"/>
                    </a:cubicBezTo>
                    <a:lnTo>
                      <a:pt x="702" y="771"/>
                    </a:lnTo>
                    <a:cubicBezTo>
                      <a:pt x="392" y="944"/>
                      <a:pt x="0" y="1319"/>
                      <a:pt x="359" y="1642"/>
                    </a:cubicBezTo>
                    <a:cubicBezTo>
                      <a:pt x="451" y="1734"/>
                      <a:pt x="562" y="1771"/>
                      <a:pt x="691" y="1771"/>
                    </a:cubicBezTo>
                    <a:cubicBezTo>
                      <a:pt x="470" y="1697"/>
                      <a:pt x="304" y="1494"/>
                      <a:pt x="359" y="1310"/>
                    </a:cubicBezTo>
                    <a:cubicBezTo>
                      <a:pt x="433" y="1126"/>
                      <a:pt x="654" y="978"/>
                      <a:pt x="820" y="867"/>
                    </a:cubicBezTo>
                    <a:cubicBezTo>
                      <a:pt x="894" y="591"/>
                      <a:pt x="949" y="296"/>
                      <a:pt x="986"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84"/>
              <p:cNvSpPr/>
              <p:nvPr/>
            </p:nvSpPr>
            <p:spPr>
              <a:xfrm>
                <a:off x="5123400" y="2375500"/>
                <a:ext cx="42900" cy="24475"/>
              </a:xfrm>
              <a:custGeom>
                <a:avLst/>
                <a:gdLst/>
                <a:ahLst/>
                <a:cxnLst/>
                <a:rect l="l" t="t" r="r" b="b"/>
                <a:pathLst>
                  <a:path w="1716" h="979" extrusionOk="0">
                    <a:moveTo>
                      <a:pt x="1715" y="1"/>
                    </a:moveTo>
                    <a:lnTo>
                      <a:pt x="0" y="75"/>
                    </a:lnTo>
                    <a:cubicBezTo>
                      <a:pt x="0" y="75"/>
                      <a:pt x="127" y="978"/>
                      <a:pt x="827" y="978"/>
                    </a:cubicBezTo>
                    <a:cubicBezTo>
                      <a:pt x="834" y="978"/>
                      <a:pt x="841" y="978"/>
                      <a:pt x="849" y="978"/>
                    </a:cubicBezTo>
                    <a:cubicBezTo>
                      <a:pt x="1568" y="978"/>
                      <a:pt x="1715" y="1"/>
                      <a:pt x="17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84"/>
              <p:cNvSpPr/>
              <p:nvPr/>
            </p:nvSpPr>
            <p:spPr>
              <a:xfrm>
                <a:off x="5181475" y="2293425"/>
                <a:ext cx="20775" cy="13425"/>
              </a:xfrm>
              <a:custGeom>
                <a:avLst/>
                <a:gdLst/>
                <a:ahLst/>
                <a:cxnLst/>
                <a:rect l="l" t="t" r="r" b="b"/>
                <a:pathLst>
                  <a:path w="831" h="537" extrusionOk="0">
                    <a:moveTo>
                      <a:pt x="347" y="1"/>
                    </a:moveTo>
                    <a:cubicBezTo>
                      <a:pt x="160" y="1"/>
                      <a:pt x="1" y="131"/>
                      <a:pt x="1" y="131"/>
                    </a:cubicBezTo>
                    <a:lnTo>
                      <a:pt x="831" y="536"/>
                    </a:lnTo>
                    <a:cubicBezTo>
                      <a:pt x="715" y="111"/>
                      <a:pt x="520" y="1"/>
                      <a:pt x="347"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84"/>
              <p:cNvSpPr/>
              <p:nvPr/>
            </p:nvSpPr>
            <p:spPr>
              <a:xfrm>
                <a:off x="5110475" y="2284825"/>
                <a:ext cx="19850" cy="7275"/>
              </a:xfrm>
              <a:custGeom>
                <a:avLst/>
                <a:gdLst/>
                <a:ahLst/>
                <a:cxnLst/>
                <a:rect l="l" t="t" r="r" b="b"/>
                <a:pathLst>
                  <a:path w="794" h="291" extrusionOk="0">
                    <a:moveTo>
                      <a:pt x="455" y="0"/>
                    </a:moveTo>
                    <a:cubicBezTo>
                      <a:pt x="214" y="0"/>
                      <a:pt x="1" y="290"/>
                      <a:pt x="1" y="290"/>
                    </a:cubicBezTo>
                    <a:lnTo>
                      <a:pt x="794" y="253"/>
                    </a:lnTo>
                    <a:cubicBezTo>
                      <a:pt x="688" y="64"/>
                      <a:pt x="568" y="0"/>
                      <a:pt x="455"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84"/>
              <p:cNvSpPr/>
              <p:nvPr/>
            </p:nvSpPr>
            <p:spPr>
              <a:xfrm>
                <a:off x="5249700" y="2315875"/>
                <a:ext cx="15250" cy="26000"/>
              </a:xfrm>
              <a:custGeom>
                <a:avLst/>
                <a:gdLst/>
                <a:ahLst/>
                <a:cxnLst/>
                <a:rect l="l" t="t" r="r" b="b"/>
                <a:pathLst>
                  <a:path w="610" h="1040" extrusionOk="0">
                    <a:moveTo>
                      <a:pt x="416" y="0"/>
                    </a:moveTo>
                    <a:cubicBezTo>
                      <a:pt x="202" y="0"/>
                      <a:pt x="52" y="506"/>
                      <a:pt x="38" y="708"/>
                    </a:cubicBezTo>
                    <a:cubicBezTo>
                      <a:pt x="19" y="818"/>
                      <a:pt x="1" y="929"/>
                      <a:pt x="19" y="1040"/>
                    </a:cubicBezTo>
                    <a:cubicBezTo>
                      <a:pt x="112" y="837"/>
                      <a:pt x="185" y="634"/>
                      <a:pt x="259" y="431"/>
                    </a:cubicBezTo>
                    <a:cubicBezTo>
                      <a:pt x="317" y="300"/>
                      <a:pt x="341" y="87"/>
                      <a:pt x="477" y="87"/>
                    </a:cubicBezTo>
                    <a:cubicBezTo>
                      <a:pt x="513" y="87"/>
                      <a:pt x="556" y="102"/>
                      <a:pt x="609" y="136"/>
                    </a:cubicBezTo>
                    <a:cubicBezTo>
                      <a:pt x="541" y="40"/>
                      <a:pt x="476" y="0"/>
                      <a:pt x="416"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84"/>
              <p:cNvSpPr/>
              <p:nvPr/>
            </p:nvSpPr>
            <p:spPr>
              <a:xfrm>
                <a:off x="4930225" y="2636900"/>
                <a:ext cx="121275" cy="391325"/>
              </a:xfrm>
              <a:custGeom>
                <a:avLst/>
                <a:gdLst/>
                <a:ahLst/>
                <a:cxnLst/>
                <a:rect l="l" t="t" r="r" b="b"/>
                <a:pathLst>
                  <a:path w="4851" h="15653" extrusionOk="0">
                    <a:moveTo>
                      <a:pt x="1955" y="0"/>
                    </a:moveTo>
                    <a:lnTo>
                      <a:pt x="1753" y="2951"/>
                    </a:lnTo>
                    <a:cubicBezTo>
                      <a:pt x="1753" y="2951"/>
                      <a:pt x="978" y="4168"/>
                      <a:pt x="591" y="10899"/>
                    </a:cubicBezTo>
                    <a:cubicBezTo>
                      <a:pt x="591" y="10899"/>
                      <a:pt x="259" y="11378"/>
                      <a:pt x="93" y="11986"/>
                    </a:cubicBezTo>
                    <a:cubicBezTo>
                      <a:pt x="1" y="12392"/>
                      <a:pt x="1" y="12982"/>
                      <a:pt x="1" y="13314"/>
                    </a:cubicBezTo>
                    <a:cubicBezTo>
                      <a:pt x="19" y="13480"/>
                      <a:pt x="1" y="13646"/>
                      <a:pt x="1" y="13812"/>
                    </a:cubicBezTo>
                    <a:cubicBezTo>
                      <a:pt x="1" y="13941"/>
                      <a:pt x="1" y="14107"/>
                      <a:pt x="19" y="14218"/>
                    </a:cubicBezTo>
                    <a:cubicBezTo>
                      <a:pt x="38" y="14439"/>
                      <a:pt x="148" y="14642"/>
                      <a:pt x="333" y="14753"/>
                    </a:cubicBezTo>
                    <a:cubicBezTo>
                      <a:pt x="351" y="14937"/>
                      <a:pt x="406" y="15195"/>
                      <a:pt x="462" y="15416"/>
                    </a:cubicBezTo>
                    <a:cubicBezTo>
                      <a:pt x="503" y="15555"/>
                      <a:pt x="629" y="15652"/>
                      <a:pt x="767" y="15652"/>
                    </a:cubicBezTo>
                    <a:cubicBezTo>
                      <a:pt x="812" y="15652"/>
                      <a:pt x="859" y="15642"/>
                      <a:pt x="904" y="15619"/>
                    </a:cubicBezTo>
                    <a:cubicBezTo>
                      <a:pt x="1052" y="15564"/>
                      <a:pt x="1126" y="15398"/>
                      <a:pt x="1089" y="15250"/>
                    </a:cubicBezTo>
                    <a:cubicBezTo>
                      <a:pt x="794" y="13960"/>
                      <a:pt x="1328" y="12466"/>
                      <a:pt x="1328" y="12466"/>
                    </a:cubicBezTo>
                    <a:lnTo>
                      <a:pt x="1365" y="13333"/>
                    </a:lnTo>
                    <a:cubicBezTo>
                      <a:pt x="1365" y="13508"/>
                      <a:pt x="1515" y="13666"/>
                      <a:pt x="1656" y="13666"/>
                    </a:cubicBezTo>
                    <a:cubicBezTo>
                      <a:pt x="1664" y="13666"/>
                      <a:pt x="1671" y="13665"/>
                      <a:pt x="1679" y="13665"/>
                    </a:cubicBezTo>
                    <a:cubicBezTo>
                      <a:pt x="1845" y="13665"/>
                      <a:pt x="1974" y="13535"/>
                      <a:pt x="1992" y="13369"/>
                    </a:cubicBezTo>
                    <a:cubicBezTo>
                      <a:pt x="2048" y="13001"/>
                      <a:pt x="2140" y="12374"/>
                      <a:pt x="2195" y="12023"/>
                    </a:cubicBezTo>
                    <a:cubicBezTo>
                      <a:pt x="2269" y="11525"/>
                      <a:pt x="1974" y="11028"/>
                      <a:pt x="1974" y="11028"/>
                    </a:cubicBezTo>
                    <a:cubicBezTo>
                      <a:pt x="1974" y="11028"/>
                      <a:pt x="3818" y="6307"/>
                      <a:pt x="3965" y="3983"/>
                    </a:cubicBezTo>
                    <a:lnTo>
                      <a:pt x="4851" y="941"/>
                    </a:lnTo>
                    <a:lnTo>
                      <a:pt x="1955"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84"/>
              <p:cNvSpPr/>
              <p:nvPr/>
            </p:nvSpPr>
            <p:spPr>
              <a:xfrm>
                <a:off x="5037175" y="2474625"/>
                <a:ext cx="210725" cy="425800"/>
              </a:xfrm>
              <a:custGeom>
                <a:avLst/>
                <a:gdLst/>
                <a:ahLst/>
                <a:cxnLst/>
                <a:rect l="l" t="t" r="r" b="b"/>
                <a:pathLst>
                  <a:path w="8429" h="17032" extrusionOk="0">
                    <a:moveTo>
                      <a:pt x="3117" y="0"/>
                    </a:moveTo>
                    <a:lnTo>
                      <a:pt x="2177" y="37"/>
                    </a:lnTo>
                    <a:lnTo>
                      <a:pt x="1" y="16117"/>
                    </a:lnTo>
                    <a:cubicBezTo>
                      <a:pt x="1" y="16117"/>
                      <a:pt x="1373" y="17032"/>
                      <a:pt x="3948" y="17032"/>
                    </a:cubicBezTo>
                    <a:cubicBezTo>
                      <a:pt x="4109" y="17032"/>
                      <a:pt x="4275" y="17028"/>
                      <a:pt x="4445" y="17021"/>
                    </a:cubicBezTo>
                    <a:cubicBezTo>
                      <a:pt x="7359" y="16892"/>
                      <a:pt x="8428" y="16209"/>
                      <a:pt x="8428" y="16209"/>
                    </a:cubicBezTo>
                    <a:lnTo>
                      <a:pt x="7691" y="185"/>
                    </a:lnTo>
                    <a:lnTo>
                      <a:pt x="7266" y="111"/>
                    </a:lnTo>
                    <a:cubicBezTo>
                      <a:pt x="7266" y="111"/>
                      <a:pt x="6399" y="960"/>
                      <a:pt x="5203" y="960"/>
                    </a:cubicBezTo>
                    <a:cubicBezTo>
                      <a:pt x="5178" y="960"/>
                      <a:pt x="5153" y="960"/>
                      <a:pt x="5127" y="959"/>
                    </a:cubicBezTo>
                    <a:cubicBezTo>
                      <a:pt x="3910" y="941"/>
                      <a:pt x="3117" y="0"/>
                      <a:pt x="31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84"/>
              <p:cNvSpPr/>
              <p:nvPr/>
            </p:nvSpPr>
            <p:spPr>
              <a:xfrm>
                <a:off x="5098500" y="2474625"/>
                <a:ext cx="130950" cy="42550"/>
              </a:xfrm>
              <a:custGeom>
                <a:avLst/>
                <a:gdLst/>
                <a:ahLst/>
                <a:cxnLst/>
                <a:rect l="l" t="t" r="r" b="b"/>
                <a:pathLst>
                  <a:path w="5238" h="1702" extrusionOk="0">
                    <a:moveTo>
                      <a:pt x="664" y="0"/>
                    </a:moveTo>
                    <a:lnTo>
                      <a:pt x="0" y="19"/>
                    </a:lnTo>
                    <a:cubicBezTo>
                      <a:pt x="0" y="19"/>
                      <a:pt x="351" y="1439"/>
                      <a:pt x="2471" y="1679"/>
                    </a:cubicBezTo>
                    <a:cubicBezTo>
                      <a:pt x="2609" y="1694"/>
                      <a:pt x="2740" y="1701"/>
                      <a:pt x="2865" y="1701"/>
                    </a:cubicBezTo>
                    <a:cubicBezTo>
                      <a:pt x="4673" y="1701"/>
                      <a:pt x="5238" y="185"/>
                      <a:pt x="5238" y="185"/>
                    </a:cubicBezTo>
                    <a:lnTo>
                      <a:pt x="4813" y="111"/>
                    </a:lnTo>
                    <a:cubicBezTo>
                      <a:pt x="4813" y="111"/>
                      <a:pt x="4002" y="904"/>
                      <a:pt x="2674" y="959"/>
                    </a:cubicBezTo>
                    <a:cubicBezTo>
                      <a:pt x="2647" y="961"/>
                      <a:pt x="2620" y="962"/>
                      <a:pt x="2594" y="962"/>
                    </a:cubicBezTo>
                    <a:cubicBezTo>
                      <a:pt x="1608" y="962"/>
                      <a:pt x="664" y="0"/>
                      <a:pt x="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84"/>
              <p:cNvSpPr/>
              <p:nvPr/>
            </p:nvSpPr>
            <p:spPr>
              <a:xfrm>
                <a:off x="4970800" y="2474600"/>
                <a:ext cx="144325" cy="465675"/>
              </a:xfrm>
              <a:custGeom>
                <a:avLst/>
                <a:gdLst/>
                <a:ahLst/>
                <a:cxnLst/>
                <a:rect l="l" t="t" r="r" b="b"/>
                <a:pathLst>
                  <a:path w="5773" h="18627" extrusionOk="0">
                    <a:moveTo>
                      <a:pt x="5690" y="0"/>
                    </a:moveTo>
                    <a:cubicBezTo>
                      <a:pt x="5235" y="0"/>
                      <a:pt x="3012" y="74"/>
                      <a:pt x="1808" y="1477"/>
                    </a:cubicBezTo>
                    <a:cubicBezTo>
                      <a:pt x="462" y="3044"/>
                      <a:pt x="1" y="6640"/>
                      <a:pt x="1" y="6640"/>
                    </a:cubicBezTo>
                    <a:lnTo>
                      <a:pt x="2914" y="7709"/>
                    </a:lnTo>
                    <a:lnTo>
                      <a:pt x="1808" y="17649"/>
                    </a:lnTo>
                    <a:cubicBezTo>
                      <a:pt x="1808" y="17649"/>
                      <a:pt x="1955" y="18349"/>
                      <a:pt x="3670" y="18626"/>
                    </a:cubicBezTo>
                    <a:lnTo>
                      <a:pt x="3984" y="12006"/>
                    </a:lnTo>
                    <a:cubicBezTo>
                      <a:pt x="4021" y="9517"/>
                      <a:pt x="4279" y="7046"/>
                      <a:pt x="4795" y="4612"/>
                    </a:cubicBezTo>
                    <a:lnTo>
                      <a:pt x="5772" y="1"/>
                    </a:lnTo>
                    <a:cubicBezTo>
                      <a:pt x="5772" y="1"/>
                      <a:pt x="5743" y="0"/>
                      <a:pt x="56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84"/>
              <p:cNvSpPr/>
              <p:nvPr/>
            </p:nvSpPr>
            <p:spPr>
              <a:xfrm>
                <a:off x="5199925" y="2477400"/>
                <a:ext cx="148925" cy="465175"/>
              </a:xfrm>
              <a:custGeom>
                <a:avLst/>
                <a:gdLst/>
                <a:ahLst/>
                <a:cxnLst/>
                <a:rect l="l" t="t" r="r" b="b"/>
                <a:pathLst>
                  <a:path w="5957" h="18607" extrusionOk="0">
                    <a:moveTo>
                      <a:pt x="756" y="0"/>
                    </a:moveTo>
                    <a:cubicBezTo>
                      <a:pt x="756" y="0"/>
                      <a:pt x="480" y="2176"/>
                      <a:pt x="240" y="5403"/>
                    </a:cubicBezTo>
                    <a:cubicBezTo>
                      <a:pt x="0" y="8649"/>
                      <a:pt x="314" y="18606"/>
                      <a:pt x="314" y="18606"/>
                    </a:cubicBezTo>
                    <a:cubicBezTo>
                      <a:pt x="314" y="18606"/>
                      <a:pt x="330" y="18606"/>
                      <a:pt x="361" y="18606"/>
                    </a:cubicBezTo>
                    <a:cubicBezTo>
                      <a:pt x="751" y="18606"/>
                      <a:pt x="3474" y="18575"/>
                      <a:pt x="4500" y="17703"/>
                    </a:cubicBezTo>
                    <a:lnTo>
                      <a:pt x="4020" y="7007"/>
                    </a:lnTo>
                    <a:cubicBezTo>
                      <a:pt x="4020" y="7007"/>
                      <a:pt x="4758" y="6805"/>
                      <a:pt x="4961" y="6048"/>
                    </a:cubicBezTo>
                    <a:cubicBezTo>
                      <a:pt x="5164" y="5274"/>
                      <a:pt x="5957" y="811"/>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84"/>
              <p:cNvSpPr/>
              <p:nvPr/>
            </p:nvSpPr>
            <p:spPr>
              <a:xfrm>
                <a:off x="5209600" y="2477400"/>
                <a:ext cx="57475" cy="90825"/>
              </a:xfrm>
              <a:custGeom>
                <a:avLst/>
                <a:gdLst/>
                <a:ahLst/>
                <a:cxnLst/>
                <a:rect l="l" t="t" r="r" b="b"/>
                <a:pathLst>
                  <a:path w="2299" h="3633" extrusionOk="0">
                    <a:moveTo>
                      <a:pt x="369" y="0"/>
                    </a:moveTo>
                    <a:lnTo>
                      <a:pt x="1" y="3633"/>
                    </a:lnTo>
                    <a:cubicBezTo>
                      <a:pt x="7" y="3633"/>
                      <a:pt x="12" y="3633"/>
                      <a:pt x="18" y="3633"/>
                    </a:cubicBezTo>
                    <a:cubicBezTo>
                      <a:pt x="2299" y="3633"/>
                      <a:pt x="996" y="92"/>
                      <a:pt x="996" y="92"/>
                    </a:cubicBezTo>
                    <a:lnTo>
                      <a:pt x="369"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84"/>
              <p:cNvSpPr/>
              <p:nvPr/>
            </p:nvSpPr>
            <p:spPr>
              <a:xfrm>
                <a:off x="5043175" y="2474625"/>
                <a:ext cx="71950" cy="91300"/>
              </a:xfrm>
              <a:custGeom>
                <a:avLst/>
                <a:gdLst/>
                <a:ahLst/>
                <a:cxnLst/>
                <a:rect l="l" t="t" r="r" b="b"/>
                <a:pathLst>
                  <a:path w="2878" h="3652" extrusionOk="0">
                    <a:moveTo>
                      <a:pt x="2877" y="0"/>
                    </a:moveTo>
                    <a:lnTo>
                      <a:pt x="2213" y="19"/>
                    </a:lnTo>
                    <a:cubicBezTo>
                      <a:pt x="2213" y="19"/>
                      <a:pt x="1" y="2693"/>
                      <a:pt x="2103" y="3652"/>
                    </a:cubicBezTo>
                    <a:lnTo>
                      <a:pt x="2877"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84"/>
              <p:cNvSpPr/>
              <p:nvPr/>
            </p:nvSpPr>
            <p:spPr>
              <a:xfrm>
                <a:off x="5043650" y="2590800"/>
                <a:ext cx="12925" cy="76550"/>
              </a:xfrm>
              <a:custGeom>
                <a:avLst/>
                <a:gdLst/>
                <a:ahLst/>
                <a:cxnLst/>
                <a:rect l="l" t="t" r="r" b="b"/>
                <a:pathLst>
                  <a:path w="517" h="3062" extrusionOk="0">
                    <a:moveTo>
                      <a:pt x="516" y="0"/>
                    </a:moveTo>
                    <a:lnTo>
                      <a:pt x="516" y="0"/>
                    </a:lnTo>
                    <a:cubicBezTo>
                      <a:pt x="240" y="1181"/>
                      <a:pt x="0" y="3061"/>
                      <a:pt x="0" y="3061"/>
                    </a:cubicBezTo>
                    <a:lnTo>
                      <a:pt x="516"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84"/>
              <p:cNvSpPr/>
              <p:nvPr/>
            </p:nvSpPr>
            <p:spPr>
              <a:xfrm>
                <a:off x="4970800" y="2626750"/>
                <a:ext cx="74700" cy="41525"/>
              </a:xfrm>
              <a:custGeom>
                <a:avLst/>
                <a:gdLst/>
                <a:ahLst/>
                <a:cxnLst/>
                <a:rect l="l" t="t" r="r" b="b"/>
                <a:pathLst>
                  <a:path w="2988" h="1661" extrusionOk="0">
                    <a:moveTo>
                      <a:pt x="93" y="1"/>
                    </a:moveTo>
                    <a:lnTo>
                      <a:pt x="1" y="554"/>
                    </a:lnTo>
                    <a:lnTo>
                      <a:pt x="2914" y="1660"/>
                    </a:lnTo>
                    <a:lnTo>
                      <a:pt x="2988" y="1089"/>
                    </a:lnTo>
                    <a:lnTo>
                      <a:pt x="93" y="1"/>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84"/>
              <p:cNvSpPr/>
              <p:nvPr/>
            </p:nvSpPr>
            <p:spPr>
              <a:xfrm>
                <a:off x="5191150" y="2319800"/>
                <a:ext cx="108375" cy="151250"/>
              </a:xfrm>
              <a:custGeom>
                <a:avLst/>
                <a:gdLst/>
                <a:ahLst/>
                <a:cxnLst/>
                <a:rect l="l" t="t" r="r" b="b"/>
                <a:pathLst>
                  <a:path w="4335" h="6050" extrusionOk="0">
                    <a:moveTo>
                      <a:pt x="2300" y="1"/>
                    </a:moveTo>
                    <a:cubicBezTo>
                      <a:pt x="2224" y="1"/>
                      <a:pt x="2147" y="51"/>
                      <a:pt x="2122" y="127"/>
                    </a:cubicBezTo>
                    <a:lnTo>
                      <a:pt x="56" y="4829"/>
                    </a:lnTo>
                    <a:cubicBezTo>
                      <a:pt x="1" y="4940"/>
                      <a:pt x="56" y="5069"/>
                      <a:pt x="148" y="5124"/>
                    </a:cubicBezTo>
                    <a:lnTo>
                      <a:pt x="2103" y="6028"/>
                    </a:lnTo>
                    <a:cubicBezTo>
                      <a:pt x="2133" y="6042"/>
                      <a:pt x="2164" y="6049"/>
                      <a:pt x="2194" y="6049"/>
                    </a:cubicBezTo>
                    <a:cubicBezTo>
                      <a:pt x="2278" y="6049"/>
                      <a:pt x="2358" y="5998"/>
                      <a:pt x="2398" y="5917"/>
                    </a:cubicBezTo>
                    <a:lnTo>
                      <a:pt x="4298" y="1215"/>
                    </a:lnTo>
                    <a:cubicBezTo>
                      <a:pt x="4334" y="1104"/>
                      <a:pt x="4298" y="993"/>
                      <a:pt x="4205" y="938"/>
                    </a:cubicBezTo>
                    <a:lnTo>
                      <a:pt x="2398" y="34"/>
                    </a:lnTo>
                    <a:cubicBezTo>
                      <a:pt x="2369" y="11"/>
                      <a:pt x="2335" y="1"/>
                      <a:pt x="2300"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84"/>
              <p:cNvSpPr/>
              <p:nvPr/>
            </p:nvSpPr>
            <p:spPr>
              <a:xfrm>
                <a:off x="5226200" y="2363600"/>
                <a:ext cx="169675" cy="372400"/>
              </a:xfrm>
              <a:custGeom>
                <a:avLst/>
                <a:gdLst/>
                <a:ahLst/>
                <a:cxnLst/>
                <a:rect l="l" t="t" r="r" b="b"/>
                <a:pathLst>
                  <a:path w="6787" h="14896" extrusionOk="0">
                    <a:moveTo>
                      <a:pt x="880" y="0"/>
                    </a:moveTo>
                    <a:cubicBezTo>
                      <a:pt x="784" y="0"/>
                      <a:pt x="691" y="42"/>
                      <a:pt x="627" y="126"/>
                    </a:cubicBezTo>
                    <a:cubicBezTo>
                      <a:pt x="535" y="256"/>
                      <a:pt x="535" y="440"/>
                      <a:pt x="664" y="569"/>
                    </a:cubicBezTo>
                    <a:lnTo>
                      <a:pt x="2379" y="2395"/>
                    </a:lnTo>
                    <a:lnTo>
                      <a:pt x="720" y="1030"/>
                    </a:lnTo>
                    <a:cubicBezTo>
                      <a:pt x="667" y="991"/>
                      <a:pt x="608" y="972"/>
                      <a:pt x="550" y="972"/>
                    </a:cubicBezTo>
                    <a:cubicBezTo>
                      <a:pt x="445" y="972"/>
                      <a:pt x="343" y="1034"/>
                      <a:pt x="295" y="1141"/>
                    </a:cubicBezTo>
                    <a:cubicBezTo>
                      <a:pt x="222" y="1251"/>
                      <a:pt x="259" y="1417"/>
                      <a:pt x="369" y="1491"/>
                    </a:cubicBezTo>
                    <a:lnTo>
                      <a:pt x="1955" y="3003"/>
                    </a:lnTo>
                    <a:lnTo>
                      <a:pt x="1955" y="3003"/>
                    </a:lnTo>
                    <a:lnTo>
                      <a:pt x="480" y="1897"/>
                    </a:lnTo>
                    <a:cubicBezTo>
                      <a:pt x="431" y="1869"/>
                      <a:pt x="378" y="1857"/>
                      <a:pt x="326" y="1857"/>
                    </a:cubicBezTo>
                    <a:cubicBezTo>
                      <a:pt x="205" y="1857"/>
                      <a:pt x="89" y="1928"/>
                      <a:pt x="37" y="2044"/>
                    </a:cubicBezTo>
                    <a:cubicBezTo>
                      <a:pt x="0" y="2155"/>
                      <a:pt x="19" y="2266"/>
                      <a:pt x="111" y="2358"/>
                    </a:cubicBezTo>
                    <a:lnTo>
                      <a:pt x="683" y="3132"/>
                    </a:lnTo>
                    <a:cubicBezTo>
                      <a:pt x="775" y="3483"/>
                      <a:pt x="941" y="3796"/>
                      <a:pt x="1181" y="4073"/>
                    </a:cubicBezTo>
                    <a:lnTo>
                      <a:pt x="1771" y="4718"/>
                    </a:lnTo>
                    <a:cubicBezTo>
                      <a:pt x="1594" y="8294"/>
                      <a:pt x="1230" y="14895"/>
                      <a:pt x="3681" y="14895"/>
                    </a:cubicBezTo>
                    <a:cubicBezTo>
                      <a:pt x="3783" y="14895"/>
                      <a:pt x="3890" y="14884"/>
                      <a:pt x="4002" y="14860"/>
                    </a:cubicBezTo>
                    <a:cubicBezTo>
                      <a:pt x="6786" y="14270"/>
                      <a:pt x="3264" y="4589"/>
                      <a:pt x="3264" y="4589"/>
                    </a:cubicBezTo>
                    <a:cubicBezTo>
                      <a:pt x="3264" y="4589"/>
                      <a:pt x="3725" y="3390"/>
                      <a:pt x="3375" y="2561"/>
                    </a:cubicBezTo>
                    <a:cubicBezTo>
                      <a:pt x="3098" y="1915"/>
                      <a:pt x="1678" y="551"/>
                      <a:pt x="1088" y="71"/>
                    </a:cubicBezTo>
                    <a:cubicBezTo>
                      <a:pt x="1025" y="24"/>
                      <a:pt x="952" y="0"/>
                      <a:pt x="880"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84"/>
              <p:cNvSpPr/>
              <p:nvPr/>
            </p:nvSpPr>
            <p:spPr>
              <a:xfrm>
                <a:off x="5281050" y="2382875"/>
                <a:ext cx="29525" cy="44750"/>
              </a:xfrm>
              <a:custGeom>
                <a:avLst/>
                <a:gdLst/>
                <a:ahLst/>
                <a:cxnLst/>
                <a:rect l="l" t="t" r="r" b="b"/>
                <a:pathLst>
                  <a:path w="1181" h="1790" extrusionOk="0">
                    <a:moveTo>
                      <a:pt x="167" y="1"/>
                    </a:moveTo>
                    <a:lnTo>
                      <a:pt x="1" y="425"/>
                    </a:lnTo>
                    <a:lnTo>
                      <a:pt x="1181" y="1790"/>
                    </a:lnTo>
                    <a:cubicBezTo>
                      <a:pt x="1144" y="1734"/>
                      <a:pt x="886" y="628"/>
                      <a:pt x="167" y="1"/>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1" name="Google Shape;4271;p84"/>
            <p:cNvGrpSpPr/>
            <p:nvPr/>
          </p:nvGrpSpPr>
          <p:grpSpPr>
            <a:xfrm rot="-360252">
              <a:off x="7026846" y="1473952"/>
              <a:ext cx="302997" cy="108112"/>
              <a:chOff x="1519640" y="1716399"/>
              <a:chExt cx="303002" cy="108113"/>
            </a:xfrm>
          </p:grpSpPr>
          <p:sp>
            <p:nvSpPr>
              <p:cNvPr id="4272" name="Google Shape;4272;p84"/>
              <p:cNvSpPr/>
              <p:nvPr/>
            </p:nvSpPr>
            <p:spPr>
              <a:xfrm rot="637013">
                <a:off x="1523069" y="1720043"/>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84"/>
              <p:cNvSpPr/>
              <p:nvPr/>
            </p:nvSpPr>
            <p:spPr>
              <a:xfrm rot="637013">
                <a:off x="1775821" y="1779582"/>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76" name="Google Shape;4276;p84"/>
          <p:cNvSpPr txBox="1">
            <a:spLocks noGrp="1"/>
          </p:cNvSpPr>
          <p:nvPr>
            <p:ph type="title" idx="2"/>
          </p:nvPr>
        </p:nvSpPr>
        <p:spPr>
          <a:xfrm>
            <a:off x="2424450" y="694300"/>
            <a:ext cx="2161500" cy="140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 name="Google Shape;4452;p90">
            <a:extLst>
              <a:ext uri="{FF2B5EF4-FFF2-40B4-BE49-F238E27FC236}">
                <a16:creationId xmlns:a16="http://schemas.microsoft.com/office/drawing/2014/main" id="{C7BA8890-0C12-5014-E273-D7D3AA0CFE20}"/>
              </a:ext>
            </a:extLst>
          </p:cNvPr>
          <p:cNvSpPr txBox="1">
            <a:spLocks/>
          </p:cNvSpPr>
          <p:nvPr/>
        </p:nvSpPr>
        <p:spPr>
          <a:xfrm>
            <a:off x="940763" y="2556483"/>
            <a:ext cx="5773489" cy="14139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200"/>
              <a:buFont typeface="Space Grotesk"/>
              <a:buNone/>
              <a:defRPr sz="4200" b="0" i="0" u="none" strike="noStrike" cap="none">
                <a:solidFill>
                  <a:schemeClr val="lt1"/>
                </a:solidFill>
                <a:latin typeface="Space Grotesk"/>
                <a:ea typeface="Space Grotesk"/>
                <a:cs typeface="Space Grotesk"/>
                <a:sym typeface="Space Grotesk"/>
              </a:defRPr>
            </a:lvl1pPr>
            <a:lvl2pPr marR="0" lvl="1"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2pPr>
            <a:lvl3pPr marR="0" lvl="2"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3pPr>
            <a:lvl4pPr marR="0" lvl="3"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4pPr>
            <a:lvl5pPr marR="0" lvl="4"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5pPr>
            <a:lvl6pPr marR="0" lvl="5"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6pPr>
            <a:lvl7pPr marR="0" lvl="6"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7pPr>
            <a:lvl8pPr marR="0" lvl="7"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8pPr>
            <a:lvl9pPr marR="0" lvl="8"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9pPr>
          </a:lstStyle>
          <a:p>
            <a:r>
              <a:rPr lang="en-US" b="1" dirty="0"/>
              <a:t>Project environment, process and Technologies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3823" name="Google Shape;3823;p67"/>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latin typeface="Montserrat"/>
                <a:ea typeface="Montserrat"/>
                <a:cs typeface="Montserrat"/>
                <a:sym typeface="Montserrat"/>
              </a:rPr>
              <a:t>Project environment</a:t>
            </a:r>
            <a:endParaRPr dirty="0"/>
          </a:p>
        </p:txBody>
      </p:sp>
      <p:sp>
        <p:nvSpPr>
          <p:cNvPr id="3824" name="Google Shape;3824;p67"/>
          <p:cNvSpPr txBox="1">
            <a:spLocks noGrp="1"/>
          </p:cNvSpPr>
          <p:nvPr>
            <p:ph type="subTitle" idx="1"/>
          </p:nvPr>
        </p:nvSpPr>
        <p:spPr>
          <a:xfrm>
            <a:off x="713225" y="2571750"/>
            <a:ext cx="5106000" cy="14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-Personal laptop</a:t>
            </a:r>
          </a:p>
          <a:p>
            <a:pPr marL="0" lvl="0" indent="0" algn="l" rtl="0">
              <a:spcBef>
                <a:spcPts val="0"/>
              </a:spcBef>
              <a:spcAft>
                <a:spcPts val="0"/>
              </a:spcAft>
              <a:buNone/>
            </a:pPr>
            <a:r>
              <a:rPr lang="en" dirty="0"/>
              <a:t>-Python (Visual Studio Code)  </a:t>
            </a:r>
          </a:p>
          <a:p>
            <a:pPr marL="0" lvl="0" indent="0" algn="l" rtl="0">
              <a:spcBef>
                <a:spcPts val="0"/>
              </a:spcBef>
              <a:spcAft>
                <a:spcPts val="0"/>
              </a:spcAft>
              <a:buNone/>
            </a:pPr>
            <a:r>
              <a:rPr lang="en" dirty="0"/>
              <a:t>-Power Bi Desktop</a:t>
            </a:r>
          </a:p>
          <a:p>
            <a:pPr marL="0" lvl="0" indent="0" algn="l" rtl="0">
              <a:spcBef>
                <a:spcPts val="0"/>
              </a:spcBef>
              <a:spcAft>
                <a:spcPts val="0"/>
              </a:spcAft>
              <a:buNone/>
            </a:pPr>
            <a:r>
              <a:rPr lang="en" dirty="0"/>
              <a:t>-Excel</a:t>
            </a:r>
          </a:p>
          <a:p>
            <a:pPr marL="0" lvl="0" indent="0" algn="l" rtl="0">
              <a:spcBef>
                <a:spcPts val="0"/>
              </a:spcBef>
              <a:spcAft>
                <a:spcPts val="0"/>
              </a:spcAft>
              <a:buNone/>
            </a:pPr>
            <a:r>
              <a:rPr lang="en" dirty="0"/>
              <a:t>-Power Point</a:t>
            </a:r>
          </a:p>
          <a:p>
            <a:pPr marL="0" lvl="0" indent="0" algn="l" rtl="0">
              <a:spcBef>
                <a:spcPts val="0"/>
              </a:spcBef>
              <a:spcAft>
                <a:spcPts val="0"/>
              </a:spcAft>
              <a:buNone/>
            </a:pPr>
            <a:r>
              <a:rPr lang="en" dirty="0"/>
              <a:t>-ChatGTP</a:t>
            </a:r>
          </a:p>
          <a:p>
            <a:pPr marL="0" lvl="0" indent="0" algn="l" rtl="0">
              <a:spcBef>
                <a:spcPts val="0"/>
              </a:spcBef>
              <a:spcAft>
                <a:spcPts val="0"/>
              </a:spcAft>
              <a:buNone/>
            </a:pPr>
            <a:endParaRPr dirty="0"/>
          </a:p>
        </p:txBody>
      </p:sp>
      <p:pic>
        <p:nvPicPr>
          <p:cNvPr id="2" name="Graphic 1" descr="Monitor with solid fill">
            <a:extLst>
              <a:ext uri="{FF2B5EF4-FFF2-40B4-BE49-F238E27FC236}">
                <a16:creationId xmlns:a16="http://schemas.microsoft.com/office/drawing/2014/main" id="{62C5AB4F-743C-A47E-057D-8F79E8B85F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7427" y="2579656"/>
            <a:ext cx="914400" cy="914400"/>
          </a:xfrm>
          <a:prstGeom prst="rect">
            <a:avLst/>
          </a:prstGeom>
        </p:spPr>
      </p:pic>
      <p:pic>
        <p:nvPicPr>
          <p:cNvPr id="3" name="Picture 2">
            <a:extLst>
              <a:ext uri="{FF2B5EF4-FFF2-40B4-BE49-F238E27FC236}">
                <a16:creationId xmlns:a16="http://schemas.microsoft.com/office/drawing/2014/main" id="{1C0850A3-CDE2-0DE7-85A2-4A801CF038C8}"/>
              </a:ext>
            </a:extLst>
          </p:cNvPr>
          <p:cNvPicPr>
            <a:picLocks noChangeAspect="1"/>
          </p:cNvPicPr>
          <p:nvPr/>
        </p:nvPicPr>
        <p:blipFill>
          <a:blip r:embed="rId4"/>
          <a:stretch>
            <a:fillRect/>
          </a:stretch>
        </p:blipFill>
        <p:spPr>
          <a:xfrm>
            <a:off x="6314764" y="2920886"/>
            <a:ext cx="591527" cy="685914"/>
          </a:xfrm>
          <a:prstGeom prst="rect">
            <a:avLst/>
          </a:prstGeom>
        </p:spPr>
      </p:pic>
      <p:pic>
        <p:nvPicPr>
          <p:cNvPr id="4" name="Picture 3">
            <a:extLst>
              <a:ext uri="{FF2B5EF4-FFF2-40B4-BE49-F238E27FC236}">
                <a16:creationId xmlns:a16="http://schemas.microsoft.com/office/drawing/2014/main" id="{4B69FA3C-4E29-797E-EA2E-54E4652F0EFC}"/>
              </a:ext>
            </a:extLst>
          </p:cNvPr>
          <p:cNvPicPr>
            <a:picLocks noChangeAspect="1"/>
          </p:cNvPicPr>
          <p:nvPr/>
        </p:nvPicPr>
        <p:blipFill>
          <a:blip r:embed="rId5"/>
          <a:stretch>
            <a:fillRect/>
          </a:stretch>
        </p:blipFill>
        <p:spPr>
          <a:xfrm>
            <a:off x="5007427" y="3826191"/>
            <a:ext cx="719088" cy="721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80"/>
        <p:cNvGrpSpPr/>
        <p:nvPr/>
      </p:nvGrpSpPr>
      <p:grpSpPr>
        <a:xfrm>
          <a:off x="0" y="0"/>
          <a:ext cx="0" cy="0"/>
          <a:chOff x="0" y="0"/>
          <a:chExt cx="0" cy="0"/>
        </a:xfrm>
      </p:grpSpPr>
      <p:sp>
        <p:nvSpPr>
          <p:cNvPr id="4231" name="Google Shape;4286;p85">
            <a:extLst>
              <a:ext uri="{FF2B5EF4-FFF2-40B4-BE49-F238E27FC236}">
                <a16:creationId xmlns:a16="http://schemas.microsoft.com/office/drawing/2014/main" id="{F9024DC0-EBA5-1A09-7AA3-8B36F66B293D}"/>
              </a:ext>
            </a:extLst>
          </p:cNvPr>
          <p:cNvSpPr/>
          <p:nvPr/>
        </p:nvSpPr>
        <p:spPr>
          <a:xfrm>
            <a:off x="6942475" y="307261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81;p85">
            <a:extLst>
              <a:ext uri="{FF2B5EF4-FFF2-40B4-BE49-F238E27FC236}">
                <a16:creationId xmlns:a16="http://schemas.microsoft.com/office/drawing/2014/main" id="{B67672AC-14C4-8ECA-911F-DC57B6CBC970}"/>
              </a:ext>
            </a:extLst>
          </p:cNvPr>
          <p:cNvSpPr/>
          <p:nvPr/>
        </p:nvSpPr>
        <p:spPr>
          <a:xfrm>
            <a:off x="3079066" y="140554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81;p85">
            <a:extLst>
              <a:ext uri="{FF2B5EF4-FFF2-40B4-BE49-F238E27FC236}">
                <a16:creationId xmlns:a16="http://schemas.microsoft.com/office/drawing/2014/main" id="{ECFA31F3-9289-E847-4367-C88AA59DA4CB}"/>
              </a:ext>
            </a:extLst>
          </p:cNvPr>
          <p:cNvSpPr/>
          <p:nvPr/>
        </p:nvSpPr>
        <p:spPr>
          <a:xfrm>
            <a:off x="4327685" y="1386023"/>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85"/>
          <p:cNvSpPr/>
          <p:nvPr/>
        </p:nvSpPr>
        <p:spPr>
          <a:xfrm>
            <a:off x="1024326" y="141770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85"/>
          <p:cNvSpPr/>
          <p:nvPr/>
        </p:nvSpPr>
        <p:spPr>
          <a:xfrm>
            <a:off x="3236026" y="337762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85"/>
          <p:cNvSpPr/>
          <p:nvPr/>
        </p:nvSpPr>
        <p:spPr>
          <a:xfrm>
            <a:off x="4571975" y="3953302"/>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85"/>
          <p:cNvSpPr/>
          <p:nvPr/>
        </p:nvSpPr>
        <p:spPr>
          <a:xfrm>
            <a:off x="6716474" y="139439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85"/>
          <p:cNvSpPr/>
          <p:nvPr/>
        </p:nvSpPr>
        <p:spPr>
          <a:xfrm>
            <a:off x="5141513" y="3063442"/>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85"/>
          <p:cNvSpPr txBox="1">
            <a:spLocks noGrp="1"/>
          </p:cNvSpPr>
          <p:nvPr>
            <p:ph type="title" idx="15"/>
          </p:nvPr>
        </p:nvSpPr>
        <p:spPr>
          <a:xfrm>
            <a:off x="697895" y="240967"/>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Project process</a:t>
            </a:r>
            <a:endParaRPr b="1" dirty="0"/>
          </a:p>
        </p:txBody>
      </p:sp>
      <p:pic>
        <p:nvPicPr>
          <p:cNvPr id="5" name="Graphic 4" descr="World outline">
            <a:extLst>
              <a:ext uri="{FF2B5EF4-FFF2-40B4-BE49-F238E27FC236}">
                <a16:creationId xmlns:a16="http://schemas.microsoft.com/office/drawing/2014/main" id="{124D15A8-36F4-42B7-468B-F6DF3615AF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36135" y="1391486"/>
            <a:ext cx="527700" cy="527700"/>
          </a:xfrm>
          <a:prstGeom prst="rect">
            <a:avLst/>
          </a:prstGeom>
        </p:spPr>
      </p:pic>
      <p:pic>
        <p:nvPicPr>
          <p:cNvPr id="6" name="Graphic 5" descr="World outline">
            <a:extLst>
              <a:ext uri="{FF2B5EF4-FFF2-40B4-BE49-F238E27FC236}">
                <a16:creationId xmlns:a16="http://schemas.microsoft.com/office/drawing/2014/main" id="{6FE65CEF-35D8-006E-B1CD-24A62E765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7516" y="1417708"/>
            <a:ext cx="527700" cy="527700"/>
          </a:xfrm>
          <a:prstGeom prst="rect">
            <a:avLst/>
          </a:prstGeom>
        </p:spPr>
      </p:pic>
      <p:pic>
        <p:nvPicPr>
          <p:cNvPr id="7" name="Graphic 6" descr="World outline">
            <a:extLst>
              <a:ext uri="{FF2B5EF4-FFF2-40B4-BE49-F238E27FC236}">
                <a16:creationId xmlns:a16="http://schemas.microsoft.com/office/drawing/2014/main" id="{19C823F2-76D4-46E0-A4DF-BE5B6D1AA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2776" y="1434590"/>
            <a:ext cx="527700" cy="527700"/>
          </a:xfrm>
          <a:prstGeom prst="rect">
            <a:avLst/>
          </a:prstGeom>
        </p:spPr>
      </p:pic>
      <p:pic>
        <p:nvPicPr>
          <p:cNvPr id="14" name="Picture 13">
            <a:extLst>
              <a:ext uri="{FF2B5EF4-FFF2-40B4-BE49-F238E27FC236}">
                <a16:creationId xmlns:a16="http://schemas.microsoft.com/office/drawing/2014/main" id="{8C709C48-8974-5BFB-742A-537DCBC98005}"/>
              </a:ext>
            </a:extLst>
          </p:cNvPr>
          <p:cNvPicPr>
            <a:picLocks noChangeAspect="1"/>
          </p:cNvPicPr>
          <p:nvPr/>
        </p:nvPicPr>
        <p:blipFill>
          <a:blip r:embed="rId4"/>
          <a:stretch>
            <a:fillRect/>
          </a:stretch>
        </p:blipFill>
        <p:spPr>
          <a:xfrm>
            <a:off x="3416963" y="3473991"/>
            <a:ext cx="382725" cy="384262"/>
          </a:xfrm>
          <a:prstGeom prst="rect">
            <a:avLst/>
          </a:prstGeom>
        </p:spPr>
      </p:pic>
      <p:pic>
        <p:nvPicPr>
          <p:cNvPr id="23" name="Picture 22">
            <a:extLst>
              <a:ext uri="{FF2B5EF4-FFF2-40B4-BE49-F238E27FC236}">
                <a16:creationId xmlns:a16="http://schemas.microsoft.com/office/drawing/2014/main" id="{0B0AC297-3E12-22D1-60FC-55BD14A14C7B}"/>
              </a:ext>
            </a:extLst>
          </p:cNvPr>
          <p:cNvPicPr>
            <a:picLocks noChangeAspect="1"/>
          </p:cNvPicPr>
          <p:nvPr/>
        </p:nvPicPr>
        <p:blipFill>
          <a:blip r:embed="rId5"/>
          <a:stretch>
            <a:fillRect/>
          </a:stretch>
        </p:blipFill>
        <p:spPr>
          <a:xfrm>
            <a:off x="4747037" y="4022198"/>
            <a:ext cx="394476" cy="389907"/>
          </a:xfrm>
          <a:prstGeom prst="rect">
            <a:avLst/>
          </a:prstGeom>
        </p:spPr>
      </p:pic>
      <p:sp>
        <p:nvSpPr>
          <p:cNvPr id="36" name="Google Shape;4282;p85">
            <a:extLst>
              <a:ext uri="{FF2B5EF4-FFF2-40B4-BE49-F238E27FC236}">
                <a16:creationId xmlns:a16="http://schemas.microsoft.com/office/drawing/2014/main" id="{F564BD67-1BB3-89C9-2C68-AA6F12C4EB4C}"/>
              </a:ext>
            </a:extLst>
          </p:cNvPr>
          <p:cNvSpPr/>
          <p:nvPr/>
        </p:nvSpPr>
        <p:spPr>
          <a:xfrm>
            <a:off x="3025825" y="235587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raphic 36" descr="Monitor with solid fill">
            <a:extLst>
              <a:ext uri="{FF2B5EF4-FFF2-40B4-BE49-F238E27FC236}">
                <a16:creationId xmlns:a16="http://schemas.microsoft.com/office/drawing/2014/main" id="{74E7BA75-15F7-CF42-7785-3169117631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06093" y="2382576"/>
            <a:ext cx="440650" cy="440650"/>
          </a:xfrm>
          <a:prstGeom prst="rect">
            <a:avLst/>
          </a:prstGeom>
        </p:spPr>
      </p:pic>
      <p:pic>
        <p:nvPicPr>
          <p:cNvPr id="38" name="Graphic 37" descr="Document with solid fill">
            <a:extLst>
              <a:ext uri="{FF2B5EF4-FFF2-40B4-BE49-F238E27FC236}">
                <a16:creationId xmlns:a16="http://schemas.microsoft.com/office/drawing/2014/main" id="{B11A0C56-CB88-5CDA-36D8-D649214AB2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9127" y="2567190"/>
            <a:ext cx="279571" cy="279571"/>
          </a:xfrm>
          <a:prstGeom prst="rect">
            <a:avLst/>
          </a:prstGeom>
        </p:spPr>
      </p:pic>
      <p:pic>
        <p:nvPicPr>
          <p:cNvPr id="39" name="Picture 38">
            <a:extLst>
              <a:ext uri="{FF2B5EF4-FFF2-40B4-BE49-F238E27FC236}">
                <a16:creationId xmlns:a16="http://schemas.microsoft.com/office/drawing/2014/main" id="{3EA78711-9945-7B5D-27F9-2D30287C5BF9}"/>
              </a:ext>
            </a:extLst>
          </p:cNvPr>
          <p:cNvPicPr>
            <a:picLocks noChangeAspect="1"/>
          </p:cNvPicPr>
          <p:nvPr/>
        </p:nvPicPr>
        <p:blipFill>
          <a:blip r:embed="rId8"/>
          <a:stretch>
            <a:fillRect/>
          </a:stretch>
        </p:blipFill>
        <p:spPr>
          <a:xfrm>
            <a:off x="7169223" y="3140953"/>
            <a:ext cx="337220" cy="391028"/>
          </a:xfrm>
          <a:prstGeom prst="rect">
            <a:avLst/>
          </a:prstGeom>
        </p:spPr>
      </p:pic>
      <p:pic>
        <p:nvPicPr>
          <p:cNvPr id="40" name="Picture 39">
            <a:extLst>
              <a:ext uri="{FF2B5EF4-FFF2-40B4-BE49-F238E27FC236}">
                <a16:creationId xmlns:a16="http://schemas.microsoft.com/office/drawing/2014/main" id="{3C505AC4-E25D-9818-2ED8-8FC196033A64}"/>
              </a:ext>
            </a:extLst>
          </p:cNvPr>
          <p:cNvPicPr>
            <a:picLocks noChangeAspect="1"/>
          </p:cNvPicPr>
          <p:nvPr/>
        </p:nvPicPr>
        <p:blipFill>
          <a:blip r:embed="rId9"/>
          <a:stretch>
            <a:fillRect/>
          </a:stretch>
        </p:blipFill>
        <p:spPr>
          <a:xfrm>
            <a:off x="6897861" y="1478527"/>
            <a:ext cx="381826" cy="365368"/>
          </a:xfrm>
          <a:prstGeom prst="rect">
            <a:avLst/>
          </a:prstGeom>
        </p:spPr>
      </p:pic>
      <p:cxnSp>
        <p:nvCxnSpPr>
          <p:cNvPr id="45" name="Straight Connector 44">
            <a:extLst>
              <a:ext uri="{FF2B5EF4-FFF2-40B4-BE49-F238E27FC236}">
                <a16:creationId xmlns:a16="http://schemas.microsoft.com/office/drawing/2014/main" id="{DA5E1172-7486-8E7D-4513-E9D030C8B3D3}"/>
              </a:ext>
            </a:extLst>
          </p:cNvPr>
          <p:cNvCxnSpPr>
            <a:cxnSpLocks/>
            <a:stCxn id="7" idx="2"/>
          </p:cNvCxnSpPr>
          <p:nvPr/>
        </p:nvCxnSpPr>
        <p:spPr>
          <a:xfrm>
            <a:off x="1396626" y="1962290"/>
            <a:ext cx="0" cy="1679184"/>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423A094D-7292-2E2C-2C8C-17F60E641DDA}"/>
              </a:ext>
            </a:extLst>
          </p:cNvPr>
          <p:cNvCxnSpPr>
            <a:cxnSpLocks/>
          </p:cNvCxnSpPr>
          <p:nvPr/>
        </p:nvCxnSpPr>
        <p:spPr>
          <a:xfrm flipH="1">
            <a:off x="1380304" y="3605358"/>
            <a:ext cx="1839400" cy="24648"/>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2E824AE0-25C7-51A2-8B28-55FC5E5062A8}"/>
              </a:ext>
            </a:extLst>
          </p:cNvPr>
          <p:cNvCxnSpPr>
            <a:stCxn id="36" idx="0"/>
            <a:endCxn id="36" idx="0"/>
          </p:cNvCxnSpPr>
          <p:nvPr/>
        </p:nvCxnSpPr>
        <p:spPr>
          <a:xfrm>
            <a:off x="3398125" y="235587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24" name="Straight Connector 4223">
            <a:extLst>
              <a:ext uri="{FF2B5EF4-FFF2-40B4-BE49-F238E27FC236}">
                <a16:creationId xmlns:a16="http://schemas.microsoft.com/office/drawing/2014/main" id="{EC5BA585-D295-E04E-EA44-B46B76431DDE}"/>
              </a:ext>
            </a:extLst>
          </p:cNvPr>
          <p:cNvCxnSpPr>
            <a:stCxn id="8" idx="2"/>
          </p:cNvCxnSpPr>
          <p:nvPr/>
        </p:nvCxnSpPr>
        <p:spPr>
          <a:xfrm>
            <a:off x="3451366" y="1933240"/>
            <a:ext cx="0" cy="422638"/>
          </a:xfrm>
          <a:prstGeom prst="line">
            <a:avLst/>
          </a:prstGeom>
        </p:spPr>
        <p:style>
          <a:lnRef idx="1">
            <a:schemeClr val="dk1"/>
          </a:lnRef>
          <a:fillRef idx="0">
            <a:schemeClr val="dk1"/>
          </a:fillRef>
          <a:effectRef idx="0">
            <a:schemeClr val="dk1"/>
          </a:effectRef>
          <a:fontRef idx="minor">
            <a:schemeClr val="tx1"/>
          </a:fontRef>
        </p:style>
      </p:cxnSp>
      <p:cxnSp>
        <p:nvCxnSpPr>
          <p:cNvPr id="4226" name="Straight Connector 4225">
            <a:extLst>
              <a:ext uri="{FF2B5EF4-FFF2-40B4-BE49-F238E27FC236}">
                <a16:creationId xmlns:a16="http://schemas.microsoft.com/office/drawing/2014/main" id="{31846178-CB04-4952-0D41-F9619198E392}"/>
              </a:ext>
            </a:extLst>
          </p:cNvPr>
          <p:cNvCxnSpPr>
            <a:cxnSpLocks/>
            <a:stCxn id="36" idx="3"/>
          </p:cNvCxnSpPr>
          <p:nvPr/>
        </p:nvCxnSpPr>
        <p:spPr>
          <a:xfrm>
            <a:off x="3770425" y="2619728"/>
            <a:ext cx="929560" cy="0"/>
          </a:xfrm>
          <a:prstGeom prst="line">
            <a:avLst/>
          </a:prstGeom>
        </p:spPr>
        <p:style>
          <a:lnRef idx="1">
            <a:schemeClr val="dk1"/>
          </a:lnRef>
          <a:fillRef idx="0">
            <a:schemeClr val="dk1"/>
          </a:fillRef>
          <a:effectRef idx="0">
            <a:schemeClr val="dk1"/>
          </a:effectRef>
          <a:fontRef idx="minor">
            <a:schemeClr val="tx1"/>
          </a:fontRef>
        </p:style>
      </p:cxnSp>
      <p:cxnSp>
        <p:nvCxnSpPr>
          <p:cNvPr id="4228" name="Straight Connector 4227">
            <a:extLst>
              <a:ext uri="{FF2B5EF4-FFF2-40B4-BE49-F238E27FC236}">
                <a16:creationId xmlns:a16="http://schemas.microsoft.com/office/drawing/2014/main" id="{23146C23-22FD-1189-98BB-0C3FC802257D}"/>
              </a:ext>
            </a:extLst>
          </p:cNvPr>
          <p:cNvCxnSpPr>
            <a:cxnSpLocks/>
          </p:cNvCxnSpPr>
          <p:nvPr/>
        </p:nvCxnSpPr>
        <p:spPr>
          <a:xfrm>
            <a:off x="4686132" y="1922098"/>
            <a:ext cx="0" cy="689178"/>
          </a:xfrm>
          <a:prstGeom prst="line">
            <a:avLst/>
          </a:prstGeom>
        </p:spPr>
        <p:style>
          <a:lnRef idx="1">
            <a:schemeClr val="dk1"/>
          </a:lnRef>
          <a:fillRef idx="0">
            <a:schemeClr val="dk1"/>
          </a:fillRef>
          <a:effectRef idx="0">
            <a:schemeClr val="dk1"/>
          </a:effectRef>
          <a:fontRef idx="minor">
            <a:schemeClr val="tx1"/>
          </a:fontRef>
        </p:style>
      </p:cxnSp>
      <p:cxnSp>
        <p:nvCxnSpPr>
          <p:cNvPr id="4230" name="Straight Connector 4229">
            <a:extLst>
              <a:ext uri="{FF2B5EF4-FFF2-40B4-BE49-F238E27FC236}">
                <a16:creationId xmlns:a16="http://schemas.microsoft.com/office/drawing/2014/main" id="{4FD954EE-5A2E-3DDC-8759-0FA2FA5B7359}"/>
              </a:ext>
            </a:extLst>
          </p:cNvPr>
          <p:cNvCxnSpPr>
            <a:cxnSpLocks/>
            <a:endCxn id="4231" idx="1"/>
          </p:cNvCxnSpPr>
          <p:nvPr/>
        </p:nvCxnSpPr>
        <p:spPr>
          <a:xfrm flipV="1">
            <a:off x="5886113" y="3336467"/>
            <a:ext cx="1056362" cy="10335"/>
          </a:xfrm>
          <a:prstGeom prst="line">
            <a:avLst/>
          </a:prstGeom>
        </p:spPr>
        <p:style>
          <a:lnRef idx="1">
            <a:schemeClr val="dk1"/>
          </a:lnRef>
          <a:fillRef idx="0">
            <a:schemeClr val="dk1"/>
          </a:fillRef>
          <a:effectRef idx="0">
            <a:schemeClr val="dk1"/>
          </a:effectRef>
          <a:fontRef idx="minor">
            <a:schemeClr val="tx1"/>
          </a:fontRef>
        </p:style>
      </p:cxnSp>
      <p:cxnSp>
        <p:nvCxnSpPr>
          <p:cNvPr id="4234" name="Straight Connector 4233">
            <a:extLst>
              <a:ext uri="{FF2B5EF4-FFF2-40B4-BE49-F238E27FC236}">
                <a16:creationId xmlns:a16="http://schemas.microsoft.com/office/drawing/2014/main" id="{2D17F0B7-54BE-C9A2-1C3D-ABA5C8B24C08}"/>
              </a:ext>
            </a:extLst>
          </p:cNvPr>
          <p:cNvCxnSpPr>
            <a:stCxn id="4285" idx="2"/>
          </p:cNvCxnSpPr>
          <p:nvPr/>
        </p:nvCxnSpPr>
        <p:spPr>
          <a:xfrm>
            <a:off x="7088774" y="1922098"/>
            <a:ext cx="0" cy="1141344"/>
          </a:xfrm>
          <a:prstGeom prst="line">
            <a:avLst/>
          </a:prstGeom>
        </p:spPr>
        <p:style>
          <a:lnRef idx="1">
            <a:schemeClr val="dk1"/>
          </a:lnRef>
          <a:fillRef idx="0">
            <a:schemeClr val="dk1"/>
          </a:fillRef>
          <a:effectRef idx="0">
            <a:schemeClr val="dk1"/>
          </a:effectRef>
          <a:fontRef idx="minor">
            <a:schemeClr val="tx1"/>
          </a:fontRef>
        </p:style>
      </p:cxnSp>
      <p:cxnSp>
        <p:nvCxnSpPr>
          <p:cNvPr id="4235" name="Straight Connector 4234">
            <a:extLst>
              <a:ext uri="{FF2B5EF4-FFF2-40B4-BE49-F238E27FC236}">
                <a16:creationId xmlns:a16="http://schemas.microsoft.com/office/drawing/2014/main" id="{ECDC83F7-BBBA-500E-DCAA-3F5BBB14BB1D}"/>
              </a:ext>
            </a:extLst>
          </p:cNvPr>
          <p:cNvCxnSpPr>
            <a:cxnSpLocks/>
          </p:cNvCxnSpPr>
          <p:nvPr/>
        </p:nvCxnSpPr>
        <p:spPr>
          <a:xfrm>
            <a:off x="3971777" y="3473991"/>
            <a:ext cx="1169736" cy="0"/>
          </a:xfrm>
          <a:prstGeom prst="line">
            <a:avLst/>
          </a:prstGeom>
        </p:spPr>
        <p:style>
          <a:lnRef idx="1">
            <a:schemeClr val="dk1"/>
          </a:lnRef>
          <a:fillRef idx="0">
            <a:schemeClr val="dk1"/>
          </a:fillRef>
          <a:effectRef idx="0">
            <a:schemeClr val="dk1"/>
          </a:effectRef>
          <a:fontRef idx="minor">
            <a:schemeClr val="tx1"/>
          </a:fontRef>
        </p:style>
      </p:cxnSp>
      <p:cxnSp>
        <p:nvCxnSpPr>
          <p:cNvPr id="4237" name="Straight Connector 4236">
            <a:extLst>
              <a:ext uri="{FF2B5EF4-FFF2-40B4-BE49-F238E27FC236}">
                <a16:creationId xmlns:a16="http://schemas.microsoft.com/office/drawing/2014/main" id="{547A1D80-1EDC-0885-2A73-ED8802A6EABE}"/>
              </a:ext>
            </a:extLst>
          </p:cNvPr>
          <p:cNvCxnSpPr>
            <a:cxnSpLocks/>
            <a:endCxn id="4284" idx="1"/>
          </p:cNvCxnSpPr>
          <p:nvPr/>
        </p:nvCxnSpPr>
        <p:spPr>
          <a:xfrm>
            <a:off x="3568912" y="4217152"/>
            <a:ext cx="1003063" cy="0"/>
          </a:xfrm>
          <a:prstGeom prst="line">
            <a:avLst/>
          </a:prstGeom>
        </p:spPr>
        <p:style>
          <a:lnRef idx="1">
            <a:schemeClr val="dk1"/>
          </a:lnRef>
          <a:fillRef idx="0">
            <a:schemeClr val="dk1"/>
          </a:fillRef>
          <a:effectRef idx="0">
            <a:schemeClr val="dk1"/>
          </a:effectRef>
          <a:fontRef idx="minor">
            <a:schemeClr val="tx1"/>
          </a:fontRef>
        </p:style>
      </p:cxnSp>
      <p:cxnSp>
        <p:nvCxnSpPr>
          <p:cNvPr id="4239" name="Straight Connector 4238">
            <a:extLst>
              <a:ext uri="{FF2B5EF4-FFF2-40B4-BE49-F238E27FC236}">
                <a16:creationId xmlns:a16="http://schemas.microsoft.com/office/drawing/2014/main" id="{052AF27B-69EE-3D92-4107-3779407567A0}"/>
              </a:ext>
            </a:extLst>
          </p:cNvPr>
          <p:cNvCxnSpPr>
            <a:cxnSpLocks/>
          </p:cNvCxnSpPr>
          <p:nvPr/>
        </p:nvCxnSpPr>
        <p:spPr>
          <a:xfrm>
            <a:off x="3577525" y="3905324"/>
            <a:ext cx="0" cy="311827"/>
          </a:xfrm>
          <a:prstGeom prst="line">
            <a:avLst/>
          </a:prstGeom>
        </p:spPr>
        <p:style>
          <a:lnRef idx="1">
            <a:schemeClr val="dk1"/>
          </a:lnRef>
          <a:fillRef idx="0">
            <a:schemeClr val="dk1"/>
          </a:fillRef>
          <a:effectRef idx="0">
            <a:schemeClr val="dk1"/>
          </a:effectRef>
          <a:fontRef idx="minor">
            <a:schemeClr val="tx1"/>
          </a:fontRef>
        </p:style>
      </p:cxnSp>
      <p:pic>
        <p:nvPicPr>
          <p:cNvPr id="4246" name="Graphic 4245" descr="Database outline">
            <a:extLst>
              <a:ext uri="{FF2B5EF4-FFF2-40B4-BE49-F238E27FC236}">
                <a16:creationId xmlns:a16="http://schemas.microsoft.com/office/drawing/2014/main" id="{DA2B8E35-5980-2C0F-C68F-53E1A21B06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23191" y="3024578"/>
            <a:ext cx="605428" cy="605428"/>
          </a:xfrm>
          <a:prstGeom prst="rect">
            <a:avLst/>
          </a:prstGeom>
        </p:spPr>
      </p:pic>
      <p:grpSp>
        <p:nvGrpSpPr>
          <p:cNvPr id="4247" name="Group 4246">
            <a:extLst>
              <a:ext uri="{FF2B5EF4-FFF2-40B4-BE49-F238E27FC236}">
                <a16:creationId xmlns:a16="http://schemas.microsoft.com/office/drawing/2014/main" id="{82B189B4-234A-C573-77B4-097C0822F8B7}"/>
              </a:ext>
            </a:extLst>
          </p:cNvPr>
          <p:cNvGrpSpPr/>
          <p:nvPr/>
        </p:nvGrpSpPr>
        <p:grpSpPr>
          <a:xfrm>
            <a:off x="1160349" y="3140954"/>
            <a:ext cx="833101" cy="807182"/>
            <a:chOff x="1093182" y="5142835"/>
            <a:chExt cx="1221579" cy="914400"/>
          </a:xfrm>
        </p:grpSpPr>
        <p:pic>
          <p:nvPicPr>
            <p:cNvPr id="4248" name="Graphic 4247" descr="Cloud with solid fill">
              <a:extLst>
                <a:ext uri="{FF2B5EF4-FFF2-40B4-BE49-F238E27FC236}">
                  <a16:creationId xmlns:a16="http://schemas.microsoft.com/office/drawing/2014/main" id="{99505076-6D5F-59E5-BF01-CAD513B3AE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93182" y="5142835"/>
              <a:ext cx="1101377" cy="914400"/>
            </a:xfrm>
            <a:prstGeom prst="rect">
              <a:avLst/>
            </a:prstGeom>
          </p:spPr>
        </p:pic>
        <p:sp>
          <p:nvSpPr>
            <p:cNvPr id="4249" name="TextBox 4248">
              <a:extLst>
                <a:ext uri="{FF2B5EF4-FFF2-40B4-BE49-F238E27FC236}">
                  <a16:creationId xmlns:a16="http://schemas.microsoft.com/office/drawing/2014/main" id="{BE19FEFB-59A3-F82F-C6DD-DB8B82B5E42C}"/>
                </a:ext>
              </a:extLst>
            </p:cNvPr>
            <p:cNvSpPr txBox="1"/>
            <p:nvPr/>
          </p:nvSpPr>
          <p:spPr>
            <a:xfrm>
              <a:off x="1183794" y="5491915"/>
              <a:ext cx="1130967" cy="261493"/>
            </a:xfrm>
            <a:prstGeom prst="rect">
              <a:avLst/>
            </a:prstGeom>
            <a:noFill/>
          </p:spPr>
          <p:txBody>
            <a:bodyPr wrap="square" rtlCol="0">
              <a:spAutoFit/>
            </a:bodyPr>
            <a:lstStyle/>
            <a:p>
              <a:r>
                <a:rPr lang="en-US" sz="900" b="1" dirty="0" err="1">
                  <a:solidFill>
                    <a:srgbClr val="351C75"/>
                  </a:solidFill>
                </a:rPr>
                <a:t>PxWeb</a:t>
              </a:r>
              <a:endParaRPr lang="en-FI" sz="900" b="1" dirty="0">
                <a:solidFill>
                  <a:srgbClr val="351C75"/>
                </a:solidFill>
              </a:endParaRPr>
            </a:p>
          </p:txBody>
        </p:sp>
      </p:grpSp>
      <p:cxnSp>
        <p:nvCxnSpPr>
          <p:cNvPr id="4251" name="Straight Connector 4250">
            <a:extLst>
              <a:ext uri="{FF2B5EF4-FFF2-40B4-BE49-F238E27FC236}">
                <a16:creationId xmlns:a16="http://schemas.microsoft.com/office/drawing/2014/main" id="{1FD0029A-43FB-B7E4-57BF-A655DDBC77E5}"/>
              </a:ext>
            </a:extLst>
          </p:cNvPr>
          <p:cNvCxnSpPr>
            <a:cxnSpLocks/>
            <a:stCxn id="36" idx="2"/>
          </p:cNvCxnSpPr>
          <p:nvPr/>
        </p:nvCxnSpPr>
        <p:spPr>
          <a:xfrm>
            <a:off x="3398125" y="2883578"/>
            <a:ext cx="1" cy="494046"/>
          </a:xfrm>
          <a:prstGeom prst="line">
            <a:avLst/>
          </a:prstGeom>
        </p:spPr>
        <p:style>
          <a:lnRef idx="1">
            <a:schemeClr val="dk1"/>
          </a:lnRef>
          <a:fillRef idx="0">
            <a:schemeClr val="dk1"/>
          </a:fillRef>
          <a:effectRef idx="0">
            <a:schemeClr val="dk1"/>
          </a:effectRef>
          <a:fontRef idx="minor">
            <a:schemeClr val="tx1"/>
          </a:fontRef>
        </p:style>
      </p:cxnSp>
      <p:sp>
        <p:nvSpPr>
          <p:cNvPr id="4253" name="TextBox 4252">
            <a:extLst>
              <a:ext uri="{FF2B5EF4-FFF2-40B4-BE49-F238E27FC236}">
                <a16:creationId xmlns:a16="http://schemas.microsoft.com/office/drawing/2014/main" id="{726B5A1C-981E-7E06-7E13-57A28918B38E}"/>
              </a:ext>
            </a:extLst>
          </p:cNvPr>
          <p:cNvSpPr txBox="1"/>
          <p:nvPr/>
        </p:nvSpPr>
        <p:spPr>
          <a:xfrm>
            <a:off x="746806" y="1172980"/>
            <a:ext cx="1550720" cy="261610"/>
          </a:xfrm>
          <a:prstGeom prst="rect">
            <a:avLst/>
          </a:prstGeom>
          <a:noFill/>
        </p:spPr>
        <p:txBody>
          <a:bodyPr wrap="square" rtlCol="0">
            <a:spAutoFit/>
          </a:bodyPr>
          <a:lstStyle/>
          <a:p>
            <a:r>
              <a:rPr lang="en-US" sz="1100" dirty="0">
                <a:solidFill>
                  <a:schemeClr val="bg1"/>
                </a:solidFill>
              </a:rPr>
              <a:t>TILASTOKESKUS</a:t>
            </a:r>
            <a:endParaRPr lang="en-FI" sz="1100" dirty="0">
              <a:solidFill>
                <a:schemeClr val="bg1"/>
              </a:solidFill>
            </a:endParaRPr>
          </a:p>
        </p:txBody>
      </p:sp>
      <p:sp>
        <p:nvSpPr>
          <p:cNvPr id="4254" name="TextBox 4253">
            <a:extLst>
              <a:ext uri="{FF2B5EF4-FFF2-40B4-BE49-F238E27FC236}">
                <a16:creationId xmlns:a16="http://schemas.microsoft.com/office/drawing/2014/main" id="{5CB6F3E4-84EB-B8F5-A93E-904E01F42E72}"/>
              </a:ext>
            </a:extLst>
          </p:cNvPr>
          <p:cNvSpPr txBox="1"/>
          <p:nvPr/>
        </p:nvSpPr>
        <p:spPr>
          <a:xfrm>
            <a:off x="2995065" y="1176533"/>
            <a:ext cx="1550720" cy="430887"/>
          </a:xfrm>
          <a:prstGeom prst="rect">
            <a:avLst/>
          </a:prstGeom>
          <a:noFill/>
        </p:spPr>
        <p:txBody>
          <a:bodyPr wrap="square" rtlCol="0">
            <a:spAutoFit/>
          </a:bodyPr>
          <a:lstStyle/>
          <a:p>
            <a:r>
              <a:rPr lang="en-US" sz="1100" dirty="0">
                <a:solidFill>
                  <a:schemeClr val="bg1"/>
                </a:solidFill>
              </a:rPr>
              <a:t>EUROSTAT</a:t>
            </a:r>
          </a:p>
          <a:p>
            <a:endParaRPr lang="en-FI" sz="1100" dirty="0">
              <a:solidFill>
                <a:schemeClr val="bg1"/>
              </a:solidFill>
            </a:endParaRPr>
          </a:p>
        </p:txBody>
      </p:sp>
      <p:sp>
        <p:nvSpPr>
          <p:cNvPr id="4255" name="TextBox 4254">
            <a:extLst>
              <a:ext uri="{FF2B5EF4-FFF2-40B4-BE49-F238E27FC236}">
                <a16:creationId xmlns:a16="http://schemas.microsoft.com/office/drawing/2014/main" id="{DFA53A39-3BC0-BFFC-DBC8-39F4B9920C1E}"/>
              </a:ext>
            </a:extLst>
          </p:cNvPr>
          <p:cNvSpPr txBox="1"/>
          <p:nvPr/>
        </p:nvSpPr>
        <p:spPr>
          <a:xfrm>
            <a:off x="4335393" y="1149835"/>
            <a:ext cx="1550720" cy="261610"/>
          </a:xfrm>
          <a:prstGeom prst="rect">
            <a:avLst/>
          </a:prstGeom>
          <a:noFill/>
        </p:spPr>
        <p:txBody>
          <a:bodyPr wrap="square" rtlCol="0">
            <a:spAutoFit/>
          </a:bodyPr>
          <a:lstStyle/>
          <a:p>
            <a:r>
              <a:rPr lang="en-US" sz="1100" dirty="0">
                <a:solidFill>
                  <a:schemeClr val="bg1"/>
                </a:solidFill>
              </a:rPr>
              <a:t>FRED</a:t>
            </a:r>
            <a:endParaRPr lang="en-FI" sz="1100" dirty="0">
              <a:solidFill>
                <a:schemeClr val="bg1"/>
              </a:solidFill>
            </a:endParaRPr>
          </a:p>
        </p:txBody>
      </p:sp>
      <p:sp>
        <p:nvSpPr>
          <p:cNvPr id="4256" name="TextBox 4255">
            <a:extLst>
              <a:ext uri="{FF2B5EF4-FFF2-40B4-BE49-F238E27FC236}">
                <a16:creationId xmlns:a16="http://schemas.microsoft.com/office/drawing/2014/main" id="{232002E1-20C7-0951-7BB5-2E716C2C0D56}"/>
              </a:ext>
            </a:extLst>
          </p:cNvPr>
          <p:cNvSpPr txBox="1"/>
          <p:nvPr/>
        </p:nvSpPr>
        <p:spPr>
          <a:xfrm>
            <a:off x="5218619" y="2846761"/>
            <a:ext cx="1550720" cy="261610"/>
          </a:xfrm>
          <a:prstGeom prst="rect">
            <a:avLst/>
          </a:prstGeom>
          <a:noFill/>
        </p:spPr>
        <p:txBody>
          <a:bodyPr wrap="square" rtlCol="0">
            <a:spAutoFit/>
          </a:bodyPr>
          <a:lstStyle/>
          <a:p>
            <a:r>
              <a:rPr lang="en-US" sz="1100" dirty="0">
                <a:solidFill>
                  <a:schemeClr val="bg1"/>
                </a:solidFill>
              </a:rPr>
              <a:t>SQLite</a:t>
            </a:r>
            <a:endParaRPr lang="en-FI" sz="11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74"/>
        <p:cNvGrpSpPr/>
        <p:nvPr/>
      </p:nvGrpSpPr>
      <p:grpSpPr>
        <a:xfrm>
          <a:off x="0" y="0"/>
          <a:ext cx="0" cy="0"/>
          <a:chOff x="0" y="0"/>
          <a:chExt cx="0" cy="0"/>
        </a:xfrm>
      </p:grpSpPr>
      <p:sp>
        <p:nvSpPr>
          <p:cNvPr id="4675" name="Google Shape;4675;p98"/>
          <p:cNvSpPr txBox="1">
            <a:spLocks noGrp="1"/>
          </p:cNvSpPr>
          <p:nvPr>
            <p:ph type="title"/>
          </p:nvPr>
        </p:nvSpPr>
        <p:spPr>
          <a:xfrm>
            <a:off x="575548" y="5624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6" name="Google Shape;4676;p98"/>
          <p:cNvSpPr txBox="1"/>
          <p:nvPr/>
        </p:nvSpPr>
        <p:spPr>
          <a:xfrm>
            <a:off x="3534088" y="1324882"/>
            <a:ext cx="2493736" cy="517902"/>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CollectInformation.ipynb</a:t>
            </a:r>
            <a:endParaRPr dirty="0">
              <a:solidFill>
                <a:schemeClr val="lt1"/>
              </a:solidFill>
              <a:latin typeface="Space Grotesk Medium"/>
              <a:ea typeface="Space Grotesk Medium"/>
              <a:cs typeface="Space Grotesk Medium"/>
              <a:sym typeface="Space Grotesk Medium"/>
            </a:endParaRPr>
          </a:p>
        </p:txBody>
      </p:sp>
      <p:sp>
        <p:nvSpPr>
          <p:cNvPr id="4677" name="Google Shape;4677;p98"/>
          <p:cNvSpPr txBox="1"/>
          <p:nvPr/>
        </p:nvSpPr>
        <p:spPr>
          <a:xfrm>
            <a:off x="4428606" y="573378"/>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1</a:t>
            </a:r>
            <a:endParaRPr sz="3300">
              <a:solidFill>
                <a:schemeClr val="lt1"/>
              </a:solidFill>
              <a:latin typeface="Space Grotesk Medium"/>
              <a:ea typeface="Space Grotesk Medium"/>
              <a:cs typeface="Space Grotesk Medium"/>
              <a:sym typeface="Space Grotesk Medium"/>
            </a:endParaRPr>
          </a:p>
        </p:txBody>
      </p:sp>
      <p:sp>
        <p:nvSpPr>
          <p:cNvPr id="4678" name="Google Shape;4678;p98"/>
          <p:cNvSpPr txBox="1"/>
          <p:nvPr/>
        </p:nvSpPr>
        <p:spPr>
          <a:xfrm>
            <a:off x="6356957" y="1315084"/>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PrepareDataset.ipynb</a:t>
            </a:r>
            <a:endParaRPr dirty="0">
              <a:solidFill>
                <a:schemeClr val="lt1"/>
              </a:solidFill>
              <a:latin typeface="Space Grotesk Medium"/>
              <a:ea typeface="Space Grotesk Medium"/>
              <a:cs typeface="Space Grotesk Medium"/>
              <a:sym typeface="Space Grotesk Medium"/>
            </a:endParaRPr>
          </a:p>
        </p:txBody>
      </p:sp>
      <p:sp>
        <p:nvSpPr>
          <p:cNvPr id="4679" name="Google Shape;4679;p98"/>
          <p:cNvSpPr txBox="1"/>
          <p:nvPr/>
        </p:nvSpPr>
        <p:spPr>
          <a:xfrm>
            <a:off x="6785103" y="3210042"/>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Model.ipynb</a:t>
            </a:r>
            <a:endParaRPr dirty="0">
              <a:solidFill>
                <a:schemeClr val="lt1"/>
              </a:solidFill>
              <a:latin typeface="Space Grotesk Medium"/>
              <a:ea typeface="Space Grotesk Medium"/>
              <a:cs typeface="Space Grotesk Medium"/>
              <a:sym typeface="Space Grotesk Medium"/>
            </a:endParaRPr>
          </a:p>
        </p:txBody>
      </p:sp>
      <p:sp>
        <p:nvSpPr>
          <p:cNvPr id="4680" name="Google Shape;4680;p98"/>
          <p:cNvSpPr txBox="1"/>
          <p:nvPr/>
        </p:nvSpPr>
        <p:spPr>
          <a:xfrm>
            <a:off x="2967422" y="4185013"/>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Data visualization</a:t>
            </a:r>
            <a:endParaRPr dirty="0">
              <a:solidFill>
                <a:schemeClr val="lt1"/>
              </a:solidFill>
              <a:latin typeface="Space Grotesk Medium"/>
              <a:ea typeface="Space Grotesk Medium"/>
              <a:cs typeface="Space Grotesk Medium"/>
              <a:sym typeface="Space Grotesk Medium"/>
            </a:endParaRPr>
          </a:p>
        </p:txBody>
      </p:sp>
      <p:sp>
        <p:nvSpPr>
          <p:cNvPr id="4682" name="Google Shape;4682;p98"/>
          <p:cNvSpPr txBox="1"/>
          <p:nvPr/>
        </p:nvSpPr>
        <p:spPr>
          <a:xfrm>
            <a:off x="6996563" y="623840"/>
            <a:ext cx="704701" cy="415071"/>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2</a:t>
            </a:r>
            <a:endParaRPr sz="3300" dirty="0">
              <a:solidFill>
                <a:schemeClr val="lt1"/>
              </a:solidFill>
              <a:latin typeface="Space Grotesk Medium"/>
              <a:ea typeface="Space Grotesk Medium"/>
              <a:cs typeface="Space Grotesk Medium"/>
              <a:sym typeface="Space Grotesk Medium"/>
            </a:endParaRPr>
          </a:p>
        </p:txBody>
      </p:sp>
      <p:sp>
        <p:nvSpPr>
          <p:cNvPr id="4683" name="Google Shape;4683;p98"/>
          <p:cNvSpPr txBox="1"/>
          <p:nvPr/>
        </p:nvSpPr>
        <p:spPr>
          <a:xfrm>
            <a:off x="7492353" y="2481433"/>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3</a:t>
            </a:r>
            <a:endParaRPr sz="3300" dirty="0">
              <a:solidFill>
                <a:schemeClr val="lt1"/>
              </a:solidFill>
              <a:latin typeface="Space Grotesk Medium"/>
              <a:ea typeface="Space Grotesk Medium"/>
              <a:cs typeface="Space Grotesk Medium"/>
              <a:sym typeface="Space Grotesk Medium"/>
            </a:endParaRPr>
          </a:p>
        </p:txBody>
      </p:sp>
      <p:sp>
        <p:nvSpPr>
          <p:cNvPr id="4684" name="Google Shape;4684;p98"/>
          <p:cNvSpPr txBox="1"/>
          <p:nvPr/>
        </p:nvSpPr>
        <p:spPr>
          <a:xfrm>
            <a:off x="3499511" y="3357612"/>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4</a:t>
            </a:r>
            <a:endParaRPr sz="3300">
              <a:solidFill>
                <a:schemeClr val="lt1"/>
              </a:solidFill>
              <a:latin typeface="Space Grotesk Medium"/>
              <a:ea typeface="Space Grotesk Medium"/>
              <a:cs typeface="Space Grotesk Medium"/>
              <a:sym typeface="Space Grotesk Medium"/>
            </a:endParaRPr>
          </a:p>
        </p:txBody>
      </p:sp>
      <p:cxnSp>
        <p:nvCxnSpPr>
          <p:cNvPr id="4686" name="Google Shape;4686;p98"/>
          <p:cNvCxnSpPr>
            <a:cxnSpLocks/>
            <a:endCxn id="4678" idx="1"/>
          </p:cNvCxnSpPr>
          <p:nvPr/>
        </p:nvCxnSpPr>
        <p:spPr>
          <a:xfrm flipV="1">
            <a:off x="6051711" y="1578934"/>
            <a:ext cx="305246" cy="12700"/>
          </a:xfrm>
          <a:prstGeom prst="bentConnector3">
            <a:avLst>
              <a:gd name="adj1" fmla="val -9080"/>
            </a:avLst>
          </a:prstGeom>
          <a:noFill/>
          <a:ln w="9525" cap="flat" cmpd="sng">
            <a:solidFill>
              <a:schemeClr val="accent1"/>
            </a:solidFill>
            <a:prstDash val="solid"/>
            <a:round/>
            <a:headEnd type="none" w="med" len="med"/>
            <a:tailEnd type="none" w="med" len="med"/>
          </a:ln>
        </p:spPr>
      </p:cxnSp>
      <p:cxnSp>
        <p:nvCxnSpPr>
          <p:cNvPr id="4687" name="Google Shape;4687;p98"/>
          <p:cNvCxnSpPr>
            <a:cxnSpLocks/>
            <a:stCxn id="4678" idx="3"/>
          </p:cNvCxnSpPr>
          <p:nvPr/>
        </p:nvCxnSpPr>
        <p:spPr>
          <a:xfrm>
            <a:off x="8476157" y="1578934"/>
            <a:ext cx="142391" cy="1781989"/>
          </a:xfrm>
          <a:prstGeom prst="bentConnector2">
            <a:avLst/>
          </a:prstGeom>
          <a:noFill/>
          <a:ln w="9525" cap="flat" cmpd="sng">
            <a:solidFill>
              <a:schemeClr val="accent1"/>
            </a:solidFill>
            <a:prstDash val="solid"/>
            <a:round/>
            <a:headEnd type="none" w="med" len="med"/>
            <a:tailEnd type="none" w="med" len="med"/>
          </a:ln>
        </p:spPr>
      </p:cxnSp>
      <p:cxnSp>
        <p:nvCxnSpPr>
          <p:cNvPr id="4688" name="Google Shape;4688;p98"/>
          <p:cNvCxnSpPr>
            <a:cxnSpLocks/>
            <a:stCxn id="4679" idx="3"/>
            <a:endCxn id="4680" idx="3"/>
          </p:cNvCxnSpPr>
          <p:nvPr/>
        </p:nvCxnSpPr>
        <p:spPr>
          <a:xfrm flipH="1">
            <a:off x="5086622" y="3473892"/>
            <a:ext cx="3817681" cy="974971"/>
          </a:xfrm>
          <a:prstGeom prst="bentConnector3">
            <a:avLst>
              <a:gd name="adj1" fmla="val -5988"/>
            </a:avLst>
          </a:prstGeom>
          <a:noFill/>
          <a:ln w="9525" cap="flat" cmpd="sng">
            <a:solidFill>
              <a:schemeClr val="accent1"/>
            </a:solidFill>
            <a:prstDash val="solid"/>
            <a:round/>
            <a:headEnd type="none" w="med" len="med"/>
            <a:tailEnd type="none" w="med" len="med"/>
          </a:ln>
        </p:spPr>
      </p:cxnSp>
      <p:cxnSp>
        <p:nvCxnSpPr>
          <p:cNvPr id="4691" name="Google Shape;4691;p98"/>
          <p:cNvCxnSpPr>
            <a:cxnSpLocks/>
            <a:stCxn id="4677" idx="2"/>
            <a:endCxn id="4676" idx="0"/>
          </p:cNvCxnSpPr>
          <p:nvPr/>
        </p:nvCxnSpPr>
        <p:spPr>
          <a:xfrm rot="5400000">
            <a:off x="4669054" y="1212980"/>
            <a:ext cx="223804" cy="1270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2" name="Google Shape;4692;p98"/>
          <p:cNvCxnSpPr>
            <a:cxnSpLocks/>
            <a:endCxn id="4678" idx="0"/>
          </p:cNvCxnSpPr>
          <p:nvPr/>
        </p:nvCxnSpPr>
        <p:spPr>
          <a:xfrm rot="16200000" flipH="1">
            <a:off x="7278922" y="1177449"/>
            <a:ext cx="238910" cy="3636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3" name="Google Shape;4693;p98"/>
          <p:cNvCxnSpPr>
            <a:cxnSpLocks/>
            <a:stCxn id="4683" idx="2"/>
            <a:endCxn id="4679" idx="0"/>
          </p:cNvCxnSpPr>
          <p:nvPr/>
        </p:nvCxnSpPr>
        <p:spPr>
          <a:xfrm rot="5400000">
            <a:off x="7744249" y="3109587"/>
            <a:ext cx="200909" cy="1270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5" name="Google Shape;4695;p98"/>
          <p:cNvCxnSpPr>
            <a:cxnSpLocks/>
          </p:cNvCxnSpPr>
          <p:nvPr/>
        </p:nvCxnSpPr>
        <p:spPr>
          <a:xfrm rot="-5400000" flipH="1">
            <a:off x="3645459" y="4017056"/>
            <a:ext cx="237600" cy="600"/>
          </a:xfrm>
          <a:prstGeom prst="bentConnector3">
            <a:avLst>
              <a:gd name="adj1" fmla="val 49989"/>
            </a:avLst>
          </a:prstGeom>
          <a:noFill/>
          <a:ln w="9525" cap="flat" cmpd="sng">
            <a:solidFill>
              <a:schemeClr val="accent1"/>
            </a:solidFill>
            <a:prstDash val="solid"/>
            <a:round/>
            <a:headEnd type="oval" w="med" len="med"/>
            <a:tailEnd type="none" w="med" len="med"/>
          </a:ln>
        </p:spPr>
      </p:cxnSp>
      <p:sp>
        <p:nvSpPr>
          <p:cNvPr id="2" name="Google Shape;3851;p69">
            <a:extLst>
              <a:ext uri="{FF2B5EF4-FFF2-40B4-BE49-F238E27FC236}">
                <a16:creationId xmlns:a16="http://schemas.microsoft.com/office/drawing/2014/main" id="{636B4745-BDEF-1EF5-76CA-CB16C66E4436}"/>
              </a:ext>
            </a:extLst>
          </p:cNvPr>
          <p:cNvSpPr txBox="1">
            <a:spLocks/>
          </p:cNvSpPr>
          <p:nvPr/>
        </p:nvSpPr>
        <p:spPr>
          <a:xfrm>
            <a:off x="3675953" y="1956127"/>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rPr>
              <a:t>-</a:t>
            </a:r>
            <a:r>
              <a:rPr lang="en-US" sz="1000" dirty="0">
                <a:solidFill>
                  <a:schemeClr val="bg1"/>
                </a:solidFill>
                <a:latin typeface="Dosis" pitchFamily="2" charset="0"/>
              </a:rPr>
              <a:t>Web Data Scraping</a:t>
            </a:r>
          </a:p>
          <a:p>
            <a:r>
              <a:rPr lang="en-US" sz="1000" dirty="0">
                <a:solidFill>
                  <a:schemeClr val="bg1"/>
                </a:solidFill>
                <a:latin typeface="Dosis" pitchFamily="2" charset="0"/>
              </a:rPr>
              <a:t>-Exploratory Data Analysis </a:t>
            </a:r>
          </a:p>
          <a:p>
            <a:r>
              <a:rPr lang="en-US" sz="1000" dirty="0">
                <a:solidFill>
                  <a:schemeClr val="bg1"/>
                </a:solidFill>
                <a:latin typeface="Dosis" pitchFamily="2" charset="0"/>
              </a:rPr>
              <a:t>-Data Cleaning</a:t>
            </a:r>
          </a:p>
          <a:p>
            <a:r>
              <a:rPr lang="en-US" sz="1000" dirty="0">
                <a:solidFill>
                  <a:schemeClr val="bg1"/>
                </a:solidFill>
                <a:latin typeface="Dosis" pitchFamily="2" charset="0"/>
              </a:rPr>
              <a:t>-Create Excel file for every indicator</a:t>
            </a:r>
          </a:p>
          <a:p>
            <a:r>
              <a:rPr lang="en-US" sz="1000" dirty="0">
                <a:solidFill>
                  <a:schemeClr val="bg1"/>
                </a:solidFill>
                <a:latin typeface="Dosis" pitchFamily="2" charset="0"/>
              </a:rPr>
              <a:t>-Stores Data in the Database</a:t>
            </a:r>
          </a:p>
        </p:txBody>
      </p:sp>
      <p:sp>
        <p:nvSpPr>
          <p:cNvPr id="3" name="Google Shape;3851;p69">
            <a:extLst>
              <a:ext uri="{FF2B5EF4-FFF2-40B4-BE49-F238E27FC236}">
                <a16:creationId xmlns:a16="http://schemas.microsoft.com/office/drawing/2014/main" id="{9A14DA5E-98C2-DFCE-22FB-A29A20C6247B}"/>
              </a:ext>
            </a:extLst>
          </p:cNvPr>
          <p:cNvSpPr txBox="1">
            <a:spLocks/>
          </p:cNvSpPr>
          <p:nvPr/>
        </p:nvSpPr>
        <p:spPr>
          <a:xfrm>
            <a:off x="6196381" y="1860677"/>
            <a:ext cx="2783149" cy="90909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latin typeface="Dosis" pitchFamily="2" charset="0"/>
              </a:rPr>
              <a:t>- Read  data from the excel files</a:t>
            </a:r>
          </a:p>
          <a:p>
            <a:r>
              <a:rPr lang="en-US" sz="1000" dirty="0">
                <a:solidFill>
                  <a:schemeClr val="bg1"/>
                </a:solidFill>
                <a:latin typeface="Dosis" pitchFamily="2" charset="0"/>
              </a:rPr>
              <a:t>-Structure economic indicator data (1995–2025)</a:t>
            </a:r>
          </a:p>
          <a:p>
            <a:r>
              <a:rPr lang="en-US" sz="1000" dirty="0">
                <a:solidFill>
                  <a:schemeClr val="bg1"/>
                </a:solidFill>
                <a:latin typeface="Dosis" pitchFamily="2" charset="0"/>
              </a:rPr>
              <a:t>-Create the dataset for the machine learning model</a:t>
            </a:r>
          </a:p>
        </p:txBody>
      </p:sp>
      <p:sp>
        <p:nvSpPr>
          <p:cNvPr id="12" name="Google Shape;3851;p69">
            <a:extLst>
              <a:ext uri="{FF2B5EF4-FFF2-40B4-BE49-F238E27FC236}">
                <a16:creationId xmlns:a16="http://schemas.microsoft.com/office/drawing/2014/main" id="{3F15DC49-0BE5-F4F9-FBB9-E778967C2177}"/>
              </a:ext>
            </a:extLst>
          </p:cNvPr>
          <p:cNvSpPr txBox="1">
            <a:spLocks/>
          </p:cNvSpPr>
          <p:nvPr/>
        </p:nvSpPr>
        <p:spPr>
          <a:xfrm>
            <a:off x="6867040" y="3725042"/>
            <a:ext cx="2519387" cy="10063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bg1"/>
                </a:solidFill>
                <a:latin typeface="Dosis" pitchFamily="2" charset="0"/>
              </a:rPr>
              <a:t>-Load the data set </a:t>
            </a:r>
          </a:p>
          <a:p>
            <a:r>
              <a:rPr lang="en-US" sz="1200" dirty="0">
                <a:solidFill>
                  <a:schemeClr val="bg1"/>
                </a:solidFill>
                <a:latin typeface="Dosis" pitchFamily="2" charset="0"/>
              </a:rPr>
              <a:t>-Check the data </a:t>
            </a:r>
          </a:p>
          <a:p>
            <a:r>
              <a:rPr lang="en-US" sz="1200" dirty="0">
                <a:solidFill>
                  <a:schemeClr val="bg1"/>
                </a:solidFill>
                <a:latin typeface="Dosis" pitchFamily="2" charset="0"/>
              </a:rPr>
              <a:t>-Build Several Models</a:t>
            </a:r>
          </a:p>
        </p:txBody>
      </p:sp>
      <p:sp>
        <p:nvSpPr>
          <p:cNvPr id="13" name="Google Shape;3851;p69">
            <a:extLst>
              <a:ext uri="{FF2B5EF4-FFF2-40B4-BE49-F238E27FC236}">
                <a16:creationId xmlns:a16="http://schemas.microsoft.com/office/drawing/2014/main" id="{B9F3150E-F149-DC59-C75C-D9939E329153}"/>
              </a:ext>
            </a:extLst>
          </p:cNvPr>
          <p:cNvSpPr txBox="1">
            <a:spLocks/>
          </p:cNvSpPr>
          <p:nvPr/>
        </p:nvSpPr>
        <p:spPr>
          <a:xfrm>
            <a:off x="1234581" y="3796831"/>
            <a:ext cx="2519387" cy="10063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bg1"/>
                </a:solidFill>
              </a:rPr>
              <a:t>-</a:t>
            </a:r>
            <a:r>
              <a:rPr lang="en-US" sz="1200" dirty="0">
                <a:solidFill>
                  <a:schemeClr val="bg1"/>
                </a:solidFill>
                <a:latin typeface="Dosis" pitchFamily="2" charset="0"/>
              </a:rPr>
              <a:t>Create the Dashboard in</a:t>
            </a:r>
          </a:p>
          <a:p>
            <a:r>
              <a:rPr lang="en-US" sz="1200" dirty="0">
                <a:solidFill>
                  <a:schemeClr val="bg1"/>
                </a:solidFill>
                <a:latin typeface="Dosis" pitchFamily="2" charset="0"/>
              </a:rPr>
              <a:t> </a:t>
            </a:r>
            <a:r>
              <a:rPr lang="en-US" sz="1200" dirty="0" err="1">
                <a:solidFill>
                  <a:schemeClr val="bg1"/>
                </a:solidFill>
                <a:latin typeface="Dosis" pitchFamily="2" charset="0"/>
              </a:rPr>
              <a:t>PowerBI</a:t>
            </a:r>
            <a:endParaRPr lang="en-US" sz="1200" dirty="0">
              <a:solidFill>
                <a:schemeClr val="bg1"/>
              </a:solidFill>
              <a:latin typeface="Dosis" pitchFamily="2" charset="0"/>
            </a:endParaRPr>
          </a:p>
        </p:txBody>
      </p:sp>
      <p:pic>
        <p:nvPicPr>
          <p:cNvPr id="14" name="Picture 13">
            <a:extLst>
              <a:ext uri="{FF2B5EF4-FFF2-40B4-BE49-F238E27FC236}">
                <a16:creationId xmlns:a16="http://schemas.microsoft.com/office/drawing/2014/main" id="{A1CB36AA-7D0D-96F5-DFF4-34A999DD1C55}"/>
              </a:ext>
            </a:extLst>
          </p:cNvPr>
          <p:cNvPicPr>
            <a:picLocks noChangeAspect="1"/>
          </p:cNvPicPr>
          <p:nvPr/>
        </p:nvPicPr>
        <p:blipFill>
          <a:blip r:embed="rId3"/>
          <a:stretch>
            <a:fillRect/>
          </a:stretch>
        </p:blipFill>
        <p:spPr>
          <a:xfrm>
            <a:off x="5589465" y="1211539"/>
            <a:ext cx="255872" cy="256900"/>
          </a:xfrm>
          <a:prstGeom prst="rect">
            <a:avLst/>
          </a:prstGeom>
        </p:spPr>
      </p:pic>
      <p:pic>
        <p:nvPicPr>
          <p:cNvPr id="15" name="Picture 14">
            <a:extLst>
              <a:ext uri="{FF2B5EF4-FFF2-40B4-BE49-F238E27FC236}">
                <a16:creationId xmlns:a16="http://schemas.microsoft.com/office/drawing/2014/main" id="{57D3ADBB-6584-9A78-0AC1-94AD25EBAF85}"/>
              </a:ext>
            </a:extLst>
          </p:cNvPr>
          <p:cNvPicPr>
            <a:picLocks noChangeAspect="1"/>
          </p:cNvPicPr>
          <p:nvPr/>
        </p:nvPicPr>
        <p:blipFill>
          <a:blip r:embed="rId3"/>
          <a:stretch>
            <a:fillRect/>
          </a:stretch>
        </p:blipFill>
        <p:spPr>
          <a:xfrm>
            <a:off x="8126733" y="1154954"/>
            <a:ext cx="255872" cy="256900"/>
          </a:xfrm>
          <a:prstGeom prst="rect">
            <a:avLst/>
          </a:prstGeom>
        </p:spPr>
      </p:pic>
      <p:pic>
        <p:nvPicPr>
          <p:cNvPr id="16" name="Picture 15">
            <a:extLst>
              <a:ext uri="{FF2B5EF4-FFF2-40B4-BE49-F238E27FC236}">
                <a16:creationId xmlns:a16="http://schemas.microsoft.com/office/drawing/2014/main" id="{8ADBB575-D1A5-89F9-7366-D55E7C6AA76E}"/>
              </a:ext>
            </a:extLst>
          </p:cNvPr>
          <p:cNvPicPr>
            <a:picLocks noChangeAspect="1"/>
          </p:cNvPicPr>
          <p:nvPr/>
        </p:nvPicPr>
        <p:blipFill>
          <a:blip r:embed="rId3"/>
          <a:stretch>
            <a:fillRect/>
          </a:stretch>
        </p:blipFill>
        <p:spPr>
          <a:xfrm>
            <a:off x="8490612" y="3115937"/>
            <a:ext cx="255872" cy="256900"/>
          </a:xfrm>
          <a:prstGeom prst="rect">
            <a:avLst/>
          </a:prstGeom>
        </p:spPr>
      </p:pic>
      <p:pic>
        <p:nvPicPr>
          <p:cNvPr id="17" name="Picture 16">
            <a:extLst>
              <a:ext uri="{FF2B5EF4-FFF2-40B4-BE49-F238E27FC236}">
                <a16:creationId xmlns:a16="http://schemas.microsoft.com/office/drawing/2014/main" id="{4B64A78E-CB94-DA5E-CEB3-96F48EAF2926}"/>
              </a:ext>
            </a:extLst>
          </p:cNvPr>
          <p:cNvPicPr>
            <a:picLocks noChangeAspect="1"/>
          </p:cNvPicPr>
          <p:nvPr/>
        </p:nvPicPr>
        <p:blipFill>
          <a:blip r:embed="rId4"/>
          <a:stretch>
            <a:fillRect/>
          </a:stretch>
        </p:blipFill>
        <p:spPr>
          <a:xfrm>
            <a:off x="4648424" y="3984193"/>
            <a:ext cx="277764" cy="322085"/>
          </a:xfrm>
          <a:prstGeom prst="rect">
            <a:avLst/>
          </a:prstGeom>
        </p:spPr>
      </p:pic>
      <p:sp>
        <p:nvSpPr>
          <p:cNvPr id="43" name="Google Shape;4679;p98">
            <a:extLst>
              <a:ext uri="{FF2B5EF4-FFF2-40B4-BE49-F238E27FC236}">
                <a16:creationId xmlns:a16="http://schemas.microsoft.com/office/drawing/2014/main" id="{18DCCB05-3646-57BA-0EDE-2973449A073B}"/>
              </a:ext>
            </a:extLst>
          </p:cNvPr>
          <p:cNvSpPr txBox="1"/>
          <p:nvPr/>
        </p:nvSpPr>
        <p:spPr>
          <a:xfrm>
            <a:off x="941196" y="1292760"/>
            <a:ext cx="2231909" cy="52769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Define the indicators</a:t>
            </a:r>
            <a:endParaRPr dirty="0">
              <a:solidFill>
                <a:schemeClr val="lt1"/>
              </a:solidFill>
              <a:latin typeface="Space Grotesk Medium"/>
              <a:ea typeface="Space Grotesk Medium"/>
              <a:cs typeface="Space Grotesk Medium"/>
              <a:sym typeface="Space Grotesk Medium"/>
            </a:endParaRPr>
          </a:p>
        </p:txBody>
      </p:sp>
      <p:sp>
        <p:nvSpPr>
          <p:cNvPr id="44" name="Google Shape;4683;p98">
            <a:extLst>
              <a:ext uri="{FF2B5EF4-FFF2-40B4-BE49-F238E27FC236}">
                <a16:creationId xmlns:a16="http://schemas.microsoft.com/office/drawing/2014/main" id="{1543A063-E317-51E3-941E-1FA134DBE82A}"/>
              </a:ext>
            </a:extLst>
          </p:cNvPr>
          <p:cNvSpPr txBox="1"/>
          <p:nvPr/>
        </p:nvSpPr>
        <p:spPr>
          <a:xfrm>
            <a:off x="1602079" y="62384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0</a:t>
            </a:r>
            <a:endParaRPr sz="3300" dirty="0">
              <a:solidFill>
                <a:schemeClr val="lt1"/>
              </a:solidFill>
              <a:latin typeface="Space Grotesk Medium"/>
              <a:ea typeface="Space Grotesk Medium"/>
              <a:cs typeface="Space Grotesk Medium"/>
              <a:sym typeface="Space Grotesk Medium"/>
            </a:endParaRPr>
          </a:p>
        </p:txBody>
      </p:sp>
      <p:cxnSp>
        <p:nvCxnSpPr>
          <p:cNvPr id="45" name="Google Shape;4693;p98">
            <a:extLst>
              <a:ext uri="{FF2B5EF4-FFF2-40B4-BE49-F238E27FC236}">
                <a16:creationId xmlns:a16="http://schemas.microsoft.com/office/drawing/2014/main" id="{897980EA-3BD2-E2FC-150F-9241E9A4C530}"/>
              </a:ext>
            </a:extLst>
          </p:cNvPr>
          <p:cNvCxnSpPr>
            <a:cxnSpLocks/>
            <a:stCxn id="44" idx="2"/>
            <a:endCxn id="43" idx="0"/>
          </p:cNvCxnSpPr>
          <p:nvPr/>
        </p:nvCxnSpPr>
        <p:spPr>
          <a:xfrm rot="16200000" flipH="1">
            <a:off x="1935180" y="1170789"/>
            <a:ext cx="141220" cy="102722"/>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63" name="Google Shape;4686;p98">
            <a:extLst>
              <a:ext uri="{FF2B5EF4-FFF2-40B4-BE49-F238E27FC236}">
                <a16:creationId xmlns:a16="http://schemas.microsoft.com/office/drawing/2014/main" id="{EA22C343-0FBD-92A7-817D-0AD1BB9F0561}"/>
              </a:ext>
            </a:extLst>
          </p:cNvPr>
          <p:cNvCxnSpPr>
            <a:cxnSpLocks/>
            <a:stCxn id="43" idx="3"/>
          </p:cNvCxnSpPr>
          <p:nvPr/>
        </p:nvCxnSpPr>
        <p:spPr>
          <a:xfrm>
            <a:off x="3173105" y="1556610"/>
            <a:ext cx="345058" cy="1209"/>
          </a:xfrm>
          <a:prstGeom prst="bentConnector3">
            <a:avLst>
              <a:gd name="adj1" fmla="val 50000"/>
            </a:avLst>
          </a:prstGeom>
          <a:noFill/>
          <a:ln w="9525" cap="flat" cmpd="sng">
            <a:solidFill>
              <a:schemeClr val="accent1"/>
            </a:solidFill>
            <a:prstDash val="solid"/>
            <a:round/>
            <a:headEnd type="none" w="med" len="med"/>
            <a:tailEnd type="none" w="med" len="med"/>
          </a:ln>
        </p:spPr>
      </p:cxnSp>
      <p:sp>
        <p:nvSpPr>
          <p:cNvPr id="4674" name="Google Shape;3851;p69">
            <a:extLst>
              <a:ext uri="{FF2B5EF4-FFF2-40B4-BE49-F238E27FC236}">
                <a16:creationId xmlns:a16="http://schemas.microsoft.com/office/drawing/2014/main" id="{CF3FC493-EEC9-CF34-6947-018C924CA27B}"/>
              </a:ext>
            </a:extLst>
          </p:cNvPr>
          <p:cNvSpPr txBox="1">
            <a:spLocks/>
          </p:cNvSpPr>
          <p:nvPr/>
        </p:nvSpPr>
        <p:spPr>
          <a:xfrm>
            <a:off x="1114143" y="1903235"/>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latin typeface="Dosis" pitchFamily="2" charset="0"/>
              </a:rPr>
              <a:t>-Define the economic indicators related to</a:t>
            </a:r>
          </a:p>
          <a:p>
            <a:r>
              <a:rPr lang="en-US" sz="1000" dirty="0">
                <a:solidFill>
                  <a:schemeClr val="bg1"/>
                </a:solidFill>
                <a:latin typeface="Dosis" pitchFamily="2" charset="0"/>
              </a:rPr>
              <a:t>   The unemployment.</a:t>
            </a:r>
          </a:p>
          <a:p>
            <a:r>
              <a:rPr lang="en-US" sz="1000" dirty="0">
                <a:solidFill>
                  <a:schemeClr val="bg1"/>
                </a:solidFill>
                <a:latin typeface="Dosis" pitchFamily="2" charset="0"/>
              </a:rPr>
              <a:t>- Search the place where the data can be found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B3B91EC1-DE56-9107-4C66-1D91E6A7B9B5}"/>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C1BE1304-98C4-E7B1-670D-219D2559820E}"/>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9" name="Google Shape;4679;p98">
            <a:extLst>
              <a:ext uri="{FF2B5EF4-FFF2-40B4-BE49-F238E27FC236}">
                <a16:creationId xmlns:a16="http://schemas.microsoft.com/office/drawing/2014/main" id="{05F0B4C2-7CD2-A721-01FD-7F0837C15588}"/>
              </a:ext>
            </a:extLst>
          </p:cNvPr>
          <p:cNvSpPr txBox="1"/>
          <p:nvPr/>
        </p:nvSpPr>
        <p:spPr>
          <a:xfrm>
            <a:off x="3509480" y="707151"/>
            <a:ext cx="2437356" cy="52527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Search for the information</a:t>
            </a:r>
            <a:endParaRPr dirty="0">
              <a:solidFill>
                <a:schemeClr val="lt1"/>
              </a:solidFill>
              <a:latin typeface="Space Grotesk Medium"/>
              <a:ea typeface="Space Grotesk Medium"/>
              <a:cs typeface="Space Grotesk Medium"/>
              <a:sym typeface="Space Grotesk Medium"/>
            </a:endParaRPr>
          </a:p>
        </p:txBody>
      </p:sp>
      <p:sp>
        <p:nvSpPr>
          <p:cNvPr id="4683" name="Google Shape;4683;p98">
            <a:extLst>
              <a:ext uri="{FF2B5EF4-FFF2-40B4-BE49-F238E27FC236}">
                <a16:creationId xmlns:a16="http://schemas.microsoft.com/office/drawing/2014/main" id="{7309D93F-F498-FEDC-822A-CCE5C0919673}"/>
              </a:ext>
            </a:extLst>
          </p:cNvPr>
          <p:cNvSpPr txBox="1"/>
          <p:nvPr/>
        </p:nvSpPr>
        <p:spPr>
          <a:xfrm>
            <a:off x="6509919" y="183533"/>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0</a:t>
            </a:r>
            <a:endParaRPr sz="3300" dirty="0">
              <a:solidFill>
                <a:schemeClr val="lt1"/>
              </a:solidFill>
              <a:latin typeface="Space Grotesk Medium"/>
              <a:ea typeface="Space Grotesk Medium"/>
              <a:cs typeface="Space Grotesk Medium"/>
              <a:sym typeface="Space Grotesk Medium"/>
            </a:endParaRPr>
          </a:p>
        </p:txBody>
      </p:sp>
      <p:cxnSp>
        <p:nvCxnSpPr>
          <p:cNvPr id="4693" name="Google Shape;4693;p98">
            <a:extLst>
              <a:ext uri="{FF2B5EF4-FFF2-40B4-BE49-F238E27FC236}">
                <a16:creationId xmlns:a16="http://schemas.microsoft.com/office/drawing/2014/main" id="{B92A4F3B-25E6-E9FB-DA8A-8F63D6C99B27}"/>
              </a:ext>
            </a:extLst>
          </p:cNvPr>
          <p:cNvCxnSpPr>
            <a:cxnSpLocks/>
            <a:stCxn id="4683" idx="2"/>
            <a:endCxn id="4679" idx="0"/>
          </p:cNvCxnSpPr>
          <p:nvPr/>
        </p:nvCxnSpPr>
        <p:spPr>
          <a:xfrm rot="5400000" flipH="1">
            <a:off x="5793173" y="-357863"/>
            <a:ext cx="4082" cy="2134111"/>
          </a:xfrm>
          <a:prstGeom prst="bentConnector5">
            <a:avLst>
              <a:gd name="adj1" fmla="val -5600196"/>
              <a:gd name="adj2" fmla="val 29703"/>
              <a:gd name="adj3" fmla="val 5700196"/>
            </a:avLst>
          </a:prstGeom>
          <a:noFill/>
          <a:ln w="9525" cap="flat" cmpd="sng">
            <a:solidFill>
              <a:schemeClr val="accent1"/>
            </a:solidFill>
            <a:prstDash val="solid"/>
            <a:round/>
            <a:headEnd type="oval" w="med" len="med"/>
            <a:tailEnd type="none" w="med" len="med"/>
          </a:ln>
        </p:spPr>
      </p:cxnSp>
      <p:graphicFrame>
        <p:nvGraphicFramePr>
          <p:cNvPr id="20" name="Table 19">
            <a:extLst>
              <a:ext uri="{FF2B5EF4-FFF2-40B4-BE49-F238E27FC236}">
                <a16:creationId xmlns:a16="http://schemas.microsoft.com/office/drawing/2014/main" id="{4FCD85AD-93B3-80DF-D8C7-FE961B5F6DBD}"/>
              </a:ext>
            </a:extLst>
          </p:cNvPr>
          <p:cNvGraphicFramePr>
            <a:graphicFrameLocks noGrp="1"/>
          </p:cNvGraphicFramePr>
          <p:nvPr>
            <p:extLst>
              <p:ext uri="{D42A27DB-BD31-4B8C-83A1-F6EECF244321}">
                <p14:modId xmlns:p14="http://schemas.microsoft.com/office/powerpoint/2010/main" val="375867881"/>
              </p:ext>
            </p:extLst>
          </p:nvPr>
        </p:nvGraphicFramePr>
        <p:xfrm>
          <a:off x="1285592" y="1444912"/>
          <a:ext cx="6692485" cy="3500316"/>
        </p:xfrm>
        <a:graphic>
          <a:graphicData uri="http://schemas.openxmlformats.org/drawingml/2006/table">
            <a:tbl>
              <a:tblPr>
                <a:tableStyleId>{173A8681-B681-46DC-9964-C7716726F91B}</a:tableStyleId>
              </a:tblPr>
              <a:tblGrid>
                <a:gridCol w="1390458">
                  <a:extLst>
                    <a:ext uri="{9D8B030D-6E8A-4147-A177-3AD203B41FA5}">
                      <a16:colId xmlns:a16="http://schemas.microsoft.com/office/drawing/2014/main" val="1508575082"/>
                    </a:ext>
                  </a:extLst>
                </a:gridCol>
                <a:gridCol w="5302027">
                  <a:extLst>
                    <a:ext uri="{9D8B030D-6E8A-4147-A177-3AD203B41FA5}">
                      <a16:colId xmlns:a16="http://schemas.microsoft.com/office/drawing/2014/main" val="4219115249"/>
                    </a:ext>
                  </a:extLst>
                </a:gridCol>
              </a:tblGrid>
              <a:tr h="428798">
                <a:tc>
                  <a:txBody>
                    <a:bodyPr/>
                    <a:lstStyle/>
                    <a:p>
                      <a:pPr algn="ctr" fontAlgn="ctr">
                        <a:buNone/>
                      </a:pPr>
                      <a:r>
                        <a:rPr lang="en-US" sz="900" b="1" u="none" strike="noStrike" dirty="0">
                          <a:solidFill>
                            <a:srgbClr val="351C75"/>
                          </a:solidFill>
                          <a:effectLst/>
                          <a:latin typeface="Dosis" pitchFamily="2" charset="0"/>
                        </a:rPr>
                        <a:t>GDP growth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 Measures the percentage change in the country’s total economic output  (Gross Domestic Product) compared to the previous period. Shows overall economic growth or contraction.</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986109312"/>
                  </a:ext>
                </a:extLst>
              </a:tr>
              <a:tr h="348478">
                <a:tc>
                  <a:txBody>
                    <a:bodyPr/>
                    <a:lstStyle/>
                    <a:p>
                      <a:pPr algn="ctr" fontAlgn="ctr">
                        <a:buNone/>
                      </a:pPr>
                      <a:r>
                        <a:rPr lang="en-US" sz="900" b="1" u="none" strike="noStrike" dirty="0">
                          <a:solidFill>
                            <a:srgbClr val="351C75"/>
                          </a:solidFill>
                          <a:effectLst/>
                          <a:latin typeface="Dosis" pitchFamily="2" charset="0"/>
                        </a:rPr>
                        <a:t>Volume Index growth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Represents the percentage change in production or sales volumes over time. Indicates the activity level in the economy.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655556716"/>
                  </a:ext>
                </a:extLst>
              </a:tr>
              <a:tr h="348478">
                <a:tc>
                  <a:txBody>
                    <a:bodyPr/>
                    <a:lstStyle/>
                    <a:p>
                      <a:pPr algn="ctr" fontAlgn="ctr">
                        <a:buNone/>
                      </a:pPr>
                      <a:r>
                        <a:rPr lang="en-US" sz="900" b="1" u="none" strike="noStrike" dirty="0">
                          <a:solidFill>
                            <a:srgbClr val="351C75"/>
                          </a:solidFill>
                          <a:effectLst/>
                          <a:latin typeface="Dosis" pitchFamily="2" charset="0"/>
                        </a:rPr>
                        <a:t>Average weekly hours</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average number of hours worked per week by employed people. Can indicate labor utilization and workforce intensity.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765682858"/>
                  </a:ext>
                </a:extLst>
              </a:tr>
              <a:tr h="430786">
                <a:tc>
                  <a:txBody>
                    <a:bodyPr/>
                    <a:lstStyle/>
                    <a:p>
                      <a:pPr algn="ctr" fontAlgn="ctr">
                        <a:buNone/>
                      </a:pPr>
                      <a:r>
                        <a:rPr lang="en-US" sz="900" b="1" u="none" strike="noStrike" dirty="0">
                          <a:solidFill>
                            <a:srgbClr val="351C75"/>
                          </a:solidFill>
                          <a:effectLst/>
                          <a:latin typeface="Dosis" pitchFamily="2" charset="0"/>
                        </a:rPr>
                        <a:t>Activity rate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Also called the labor force participation rate; shows the percentage of the working-age population that is actively </a:t>
                      </a:r>
                      <a:br>
                        <a:rPr lang="en-US" sz="800" u="none" strike="noStrike" dirty="0">
                          <a:solidFill>
                            <a:schemeClr val="bg1"/>
                          </a:solidFill>
                          <a:effectLst/>
                          <a:latin typeface="Dosis" pitchFamily="2" charset="0"/>
                        </a:rPr>
                      </a:br>
                      <a:r>
                        <a:rPr lang="en-US" sz="800" u="none" strike="noStrike" dirty="0">
                          <a:solidFill>
                            <a:schemeClr val="bg1"/>
                          </a:solidFill>
                          <a:effectLst/>
                          <a:latin typeface="Dosis" pitchFamily="2" charset="0"/>
                        </a:rPr>
                        <a:t>employed or looking for work.</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071891464"/>
                  </a:ext>
                </a:extLst>
              </a:tr>
              <a:tr h="347295">
                <a:tc>
                  <a:txBody>
                    <a:bodyPr/>
                    <a:lstStyle/>
                    <a:p>
                      <a:pPr algn="ctr" fontAlgn="ctr">
                        <a:buNone/>
                      </a:pPr>
                      <a:r>
                        <a:rPr lang="en-US" sz="900" b="1" u="none" strike="noStrike" dirty="0">
                          <a:solidFill>
                            <a:srgbClr val="351C75"/>
                          </a:solidFill>
                          <a:effectLst/>
                          <a:latin typeface="Dosis" pitchFamily="2" charset="0"/>
                        </a:rPr>
                        <a:t>Inflation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Measures the rate at which prices of goods and services increase over time. High inflation can affect purchasing power and </a:t>
                      </a:r>
                      <a:br>
                        <a:rPr lang="en-US" sz="800" u="none" strike="noStrike" dirty="0">
                          <a:solidFill>
                            <a:schemeClr val="bg1"/>
                          </a:solidFill>
                          <a:effectLst/>
                          <a:latin typeface="Dosis" pitchFamily="2" charset="0"/>
                        </a:rPr>
                      </a:br>
                      <a:r>
                        <a:rPr lang="en-US" sz="800" u="none" strike="noStrike" dirty="0">
                          <a:solidFill>
                            <a:schemeClr val="bg1"/>
                          </a:solidFill>
                          <a:effectLst/>
                          <a:latin typeface="Dosis" pitchFamily="2" charset="0"/>
                        </a:rPr>
                        <a:t>employment.</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165798861"/>
                  </a:ext>
                </a:extLst>
              </a:tr>
              <a:tr h="348478">
                <a:tc>
                  <a:txBody>
                    <a:bodyPr/>
                    <a:lstStyle/>
                    <a:p>
                      <a:pPr algn="ctr" fontAlgn="ctr">
                        <a:buNone/>
                      </a:pPr>
                      <a:r>
                        <a:rPr lang="en-US" sz="900" b="1" u="none" strike="noStrike" dirty="0">
                          <a:solidFill>
                            <a:srgbClr val="351C75"/>
                          </a:solidFill>
                          <a:effectLst/>
                          <a:latin typeface="Dosis" pitchFamily="2" charset="0"/>
                        </a:rPr>
                        <a:t>Index Of Wage</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Tracks changes in wages over time, showing how average income  evolves in the economy.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1378538601"/>
                  </a:ext>
                </a:extLst>
              </a:tr>
              <a:tr h="348478">
                <a:tc>
                  <a:txBody>
                    <a:bodyPr/>
                    <a:lstStyle/>
                    <a:p>
                      <a:pPr algn="ctr" fontAlgn="ctr">
                        <a:buNone/>
                      </a:pPr>
                      <a:r>
                        <a:rPr lang="en-US" sz="900" b="1" u="none" strike="noStrike" dirty="0">
                          <a:solidFill>
                            <a:srgbClr val="351C75"/>
                          </a:solidFill>
                          <a:effectLst/>
                          <a:latin typeface="Dosis" pitchFamily="2" charset="0"/>
                        </a:rPr>
                        <a:t>Unemployment rate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percentage of the labor force that is actively looking for work but is unemployed. Core indicator for labor market health.</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200765527"/>
                  </a:ext>
                </a:extLst>
              </a:tr>
              <a:tr h="249682">
                <a:tc>
                  <a:txBody>
                    <a:bodyPr/>
                    <a:lstStyle/>
                    <a:p>
                      <a:pPr algn="ctr" fontAlgn="ctr">
                        <a:buNone/>
                      </a:pPr>
                      <a:r>
                        <a:rPr lang="en-US" sz="900" b="1" u="none" strike="noStrike" dirty="0">
                          <a:solidFill>
                            <a:srgbClr val="351C75"/>
                          </a:solidFill>
                          <a:effectLst/>
                          <a:latin typeface="Dosis" pitchFamily="2" charset="0"/>
                        </a:rPr>
                        <a:t>Economic sentiment</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A survey-based index reflecting business and consumer confidence in the economy. Higher values indicate optimism.</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90027554"/>
                  </a:ext>
                </a:extLst>
              </a:tr>
              <a:tr h="278692">
                <a:tc>
                  <a:txBody>
                    <a:bodyPr/>
                    <a:lstStyle/>
                    <a:p>
                      <a:pPr algn="ctr" fontAlgn="ctr">
                        <a:buNone/>
                      </a:pPr>
                      <a:r>
                        <a:rPr lang="en-US" sz="900" b="1" u="none" strike="noStrike" dirty="0">
                          <a:solidFill>
                            <a:srgbClr val="351C75"/>
                          </a:solidFill>
                          <a:effectLst/>
                          <a:latin typeface="Dosis" pitchFamily="2" charset="0"/>
                        </a:rPr>
                        <a:t>Interest</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benchmark rate set by the central bank. Influences borrowing  costs, investment, and consumption.</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597971364"/>
                  </a:ext>
                </a:extLst>
              </a:tr>
              <a:tr h="174068">
                <a:tc>
                  <a:txBody>
                    <a:bodyPr/>
                    <a:lstStyle/>
                    <a:p>
                      <a:pPr algn="ctr" fontAlgn="ctr">
                        <a:buNone/>
                      </a:pPr>
                      <a:r>
                        <a:rPr lang="en-US" sz="900" b="1" u="none" strike="noStrike" dirty="0">
                          <a:solidFill>
                            <a:srgbClr val="351C75"/>
                          </a:solidFill>
                          <a:effectLst/>
                          <a:latin typeface="Dosis" pitchFamily="2" charset="0"/>
                        </a:rPr>
                        <a:t>Oil Price</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endParaRPr lang="en-US" sz="800" u="none" strike="noStrike" dirty="0">
                        <a:solidFill>
                          <a:schemeClr val="bg1"/>
                        </a:solidFill>
                        <a:effectLst/>
                        <a:latin typeface="Dosis" pitchFamily="2" charset="0"/>
                      </a:endParaRPr>
                    </a:p>
                    <a:p>
                      <a:pPr algn="ctr" fontAlgn="ctr">
                        <a:buNone/>
                      </a:pPr>
                      <a:r>
                        <a:rPr lang="en-US" sz="800" u="none" strike="noStrike" dirty="0">
                          <a:solidFill>
                            <a:schemeClr val="bg1"/>
                          </a:solidFill>
                          <a:effectLst/>
                          <a:latin typeface="Dosis" pitchFamily="2" charset="0"/>
                        </a:rPr>
                        <a:t>The market price of crude oil. Influences production costs,  energy prices, and inflation.</a:t>
                      </a:r>
                    </a:p>
                    <a:p>
                      <a:pPr algn="ctr" fontAlgn="ctr">
                        <a:buNone/>
                      </a:pP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396151206"/>
                  </a:ext>
                </a:extLst>
              </a:tr>
            </a:tbl>
          </a:graphicData>
        </a:graphic>
      </p:graphicFrame>
      <p:grpSp>
        <p:nvGrpSpPr>
          <p:cNvPr id="26" name="Google Shape;16765;p130">
            <a:extLst>
              <a:ext uri="{FF2B5EF4-FFF2-40B4-BE49-F238E27FC236}">
                <a16:creationId xmlns:a16="http://schemas.microsoft.com/office/drawing/2014/main" id="{87DA015A-19F8-1718-DBA4-5505785C4359}"/>
              </a:ext>
            </a:extLst>
          </p:cNvPr>
          <p:cNvGrpSpPr/>
          <p:nvPr/>
        </p:nvGrpSpPr>
        <p:grpSpPr>
          <a:xfrm>
            <a:off x="5482325" y="785176"/>
            <a:ext cx="312316" cy="368400"/>
            <a:chOff x="859265" y="3348175"/>
            <a:chExt cx="312316" cy="368400"/>
          </a:xfrm>
          <a:solidFill>
            <a:schemeClr val="accent1"/>
          </a:solidFill>
        </p:grpSpPr>
        <p:sp>
          <p:nvSpPr>
            <p:cNvPr id="27" name="Google Shape;16766;p130">
              <a:extLst>
                <a:ext uri="{FF2B5EF4-FFF2-40B4-BE49-F238E27FC236}">
                  <a16:creationId xmlns:a16="http://schemas.microsoft.com/office/drawing/2014/main" id="{CC850FBF-DDB1-41D9-E93D-8C19ADD5DF7D}"/>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67;p130">
              <a:extLst>
                <a:ext uri="{FF2B5EF4-FFF2-40B4-BE49-F238E27FC236}">
                  <a16:creationId xmlns:a16="http://schemas.microsoft.com/office/drawing/2014/main" id="{14F7F62B-7D7D-F07A-A247-305A1FB37DCB}"/>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68;p130">
              <a:extLst>
                <a:ext uri="{FF2B5EF4-FFF2-40B4-BE49-F238E27FC236}">
                  <a16:creationId xmlns:a16="http://schemas.microsoft.com/office/drawing/2014/main" id="{2B7B683A-2854-EE52-FDF0-B0A4BAC9EA5E}"/>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769;p130">
              <a:extLst>
                <a:ext uri="{FF2B5EF4-FFF2-40B4-BE49-F238E27FC236}">
                  <a16:creationId xmlns:a16="http://schemas.microsoft.com/office/drawing/2014/main" id="{CA8D8473-63F6-2A42-6C7D-351A1FFEA863}"/>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70;p130">
              <a:extLst>
                <a:ext uri="{FF2B5EF4-FFF2-40B4-BE49-F238E27FC236}">
                  <a16:creationId xmlns:a16="http://schemas.microsoft.com/office/drawing/2014/main" id="{A3ABAF5C-1C92-0098-445A-D0AF50C40164}"/>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91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ACF843A0-D0CD-ADCA-5FE8-B02D4747799D}"/>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88949367-EAFF-DF2E-E067-BAF292002C24}"/>
              </a:ext>
            </a:extLst>
          </p:cNvPr>
          <p:cNvSpPr txBox="1">
            <a:spLocks noGrp="1"/>
          </p:cNvSpPr>
          <p:nvPr>
            <p:ph type="title"/>
          </p:nvPr>
        </p:nvSpPr>
        <p:spPr>
          <a:xfrm>
            <a:off x="631476" y="98907"/>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6" name="Google Shape;4676;p98">
            <a:extLst>
              <a:ext uri="{FF2B5EF4-FFF2-40B4-BE49-F238E27FC236}">
                <a16:creationId xmlns:a16="http://schemas.microsoft.com/office/drawing/2014/main" id="{D66CAF85-1AD0-BEAD-90E7-E7BD07ECB7B1}"/>
              </a:ext>
            </a:extLst>
          </p:cNvPr>
          <p:cNvSpPr txBox="1"/>
          <p:nvPr/>
        </p:nvSpPr>
        <p:spPr>
          <a:xfrm>
            <a:off x="5829211" y="836590"/>
            <a:ext cx="2595371" cy="527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CollectInformation.ipynb</a:t>
            </a:r>
            <a:endParaRPr dirty="0">
              <a:solidFill>
                <a:schemeClr val="lt1"/>
              </a:solidFill>
              <a:latin typeface="Space Grotesk Medium"/>
              <a:ea typeface="Space Grotesk Medium"/>
              <a:cs typeface="Space Grotesk Medium"/>
              <a:sym typeface="Space Grotesk Medium"/>
            </a:endParaRPr>
          </a:p>
        </p:txBody>
      </p:sp>
      <p:sp>
        <p:nvSpPr>
          <p:cNvPr id="4677" name="Google Shape;4677;p98">
            <a:extLst>
              <a:ext uri="{FF2B5EF4-FFF2-40B4-BE49-F238E27FC236}">
                <a16:creationId xmlns:a16="http://schemas.microsoft.com/office/drawing/2014/main" id="{7FB29B9A-850D-FBA9-7344-61278C78E265}"/>
              </a:ext>
            </a:extLst>
          </p:cNvPr>
          <p:cNvSpPr txBox="1"/>
          <p:nvPr/>
        </p:nvSpPr>
        <p:spPr>
          <a:xfrm>
            <a:off x="6774547" y="98907"/>
            <a:ext cx="704700" cy="532809"/>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1</a:t>
            </a:r>
            <a:endParaRPr sz="3300" dirty="0">
              <a:solidFill>
                <a:schemeClr val="lt1"/>
              </a:solidFill>
              <a:latin typeface="Space Grotesk Medium"/>
              <a:ea typeface="Space Grotesk Medium"/>
              <a:cs typeface="Space Grotesk Medium"/>
              <a:sym typeface="Space Grotesk Medium"/>
            </a:endParaRPr>
          </a:p>
        </p:txBody>
      </p:sp>
      <p:sp>
        <p:nvSpPr>
          <p:cNvPr id="2" name="Google Shape;3851;p69">
            <a:extLst>
              <a:ext uri="{FF2B5EF4-FFF2-40B4-BE49-F238E27FC236}">
                <a16:creationId xmlns:a16="http://schemas.microsoft.com/office/drawing/2014/main" id="{1DD88596-0839-E895-0FF3-6800B0CC9086}"/>
              </a:ext>
            </a:extLst>
          </p:cNvPr>
          <p:cNvSpPr txBox="1">
            <a:spLocks/>
          </p:cNvSpPr>
          <p:nvPr/>
        </p:nvSpPr>
        <p:spPr>
          <a:xfrm>
            <a:off x="5711208" y="1425584"/>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b="1" dirty="0">
                <a:solidFill>
                  <a:schemeClr val="bg1"/>
                </a:solidFill>
                <a:latin typeface="Dosis" pitchFamily="2" charset="0"/>
              </a:rPr>
              <a:t>Excel files created:</a:t>
            </a:r>
          </a:p>
          <a:p>
            <a:r>
              <a:rPr lang="en-US" sz="1000" dirty="0">
                <a:solidFill>
                  <a:schemeClr val="bg1"/>
                </a:solidFill>
                <a:latin typeface="Dosis" pitchFamily="2" charset="0"/>
              </a:rPr>
              <a:t>Population by </a:t>
            </a:r>
            <a:r>
              <a:rPr lang="en-US" sz="1000" dirty="0" err="1">
                <a:solidFill>
                  <a:schemeClr val="bg1"/>
                </a:solidFill>
                <a:latin typeface="Dosis" pitchFamily="2" charset="0"/>
              </a:rPr>
              <a:t>labour</a:t>
            </a:r>
            <a:r>
              <a:rPr lang="en-US" sz="1000" dirty="0">
                <a:solidFill>
                  <a:schemeClr val="bg1"/>
                </a:solidFill>
                <a:latin typeface="Dosis" pitchFamily="2" charset="0"/>
              </a:rPr>
              <a:t> force.xlsx</a:t>
            </a:r>
          </a:p>
          <a:p>
            <a:r>
              <a:rPr lang="en-US" sz="1000" dirty="0">
                <a:solidFill>
                  <a:schemeClr val="bg1"/>
                </a:solidFill>
                <a:latin typeface="Dosis" pitchFamily="2" charset="0"/>
              </a:rPr>
              <a:t>Population by </a:t>
            </a:r>
            <a:r>
              <a:rPr lang="en-US" sz="1000" dirty="0" err="1">
                <a:solidFill>
                  <a:schemeClr val="bg1"/>
                </a:solidFill>
                <a:latin typeface="Dosis" pitchFamily="2" charset="0"/>
              </a:rPr>
              <a:t>labour</a:t>
            </a:r>
            <a:r>
              <a:rPr lang="en-US" sz="1000" dirty="0">
                <a:solidFill>
                  <a:schemeClr val="bg1"/>
                </a:solidFill>
                <a:latin typeface="Dosis" pitchFamily="2" charset="0"/>
              </a:rPr>
              <a:t> force by region.xlsx</a:t>
            </a:r>
          </a:p>
          <a:p>
            <a:r>
              <a:rPr lang="en-US" sz="1000" dirty="0">
                <a:solidFill>
                  <a:schemeClr val="bg1"/>
                </a:solidFill>
                <a:latin typeface="Dosis" pitchFamily="2" charset="0"/>
              </a:rPr>
              <a:t>Volume Index Industrial.xlsx</a:t>
            </a:r>
          </a:p>
          <a:p>
            <a:r>
              <a:rPr lang="en-US" sz="1000" dirty="0">
                <a:solidFill>
                  <a:schemeClr val="bg1"/>
                </a:solidFill>
                <a:latin typeface="Dosis" pitchFamily="2" charset="0"/>
              </a:rPr>
              <a:t>Index of wage.xlsx</a:t>
            </a:r>
          </a:p>
          <a:p>
            <a:r>
              <a:rPr lang="en-US" sz="1000" dirty="0">
                <a:solidFill>
                  <a:schemeClr val="bg1"/>
                </a:solidFill>
                <a:latin typeface="Dosis" pitchFamily="2" charset="0"/>
              </a:rPr>
              <a:t>Employed by Industry.xlsx</a:t>
            </a:r>
          </a:p>
          <a:p>
            <a:r>
              <a:rPr lang="en-US" sz="1000" dirty="0">
                <a:solidFill>
                  <a:schemeClr val="bg1"/>
                </a:solidFill>
                <a:latin typeface="Dosis" pitchFamily="2" charset="0"/>
              </a:rPr>
              <a:t>finland_gdp_quarterly.xlsx</a:t>
            </a:r>
          </a:p>
          <a:p>
            <a:r>
              <a:rPr lang="en-US" sz="1000" dirty="0">
                <a:solidFill>
                  <a:schemeClr val="bg1"/>
                </a:solidFill>
                <a:latin typeface="Dosis" pitchFamily="2" charset="0"/>
              </a:rPr>
              <a:t>Employment_Hours_1995_2025.xlsx</a:t>
            </a:r>
          </a:p>
          <a:p>
            <a:r>
              <a:rPr lang="en-US" sz="1000" dirty="0">
                <a:solidFill>
                  <a:schemeClr val="bg1"/>
                </a:solidFill>
                <a:latin typeface="Dosis" pitchFamily="2" charset="0"/>
              </a:rPr>
              <a:t>activity_rate.xlsx</a:t>
            </a:r>
          </a:p>
          <a:p>
            <a:r>
              <a:rPr lang="en-US" sz="1000" dirty="0">
                <a:solidFill>
                  <a:schemeClr val="bg1"/>
                </a:solidFill>
                <a:latin typeface="Dosis" pitchFamily="2" charset="0"/>
              </a:rPr>
              <a:t>Unemployment_rate.xlsx</a:t>
            </a:r>
          </a:p>
          <a:p>
            <a:r>
              <a:rPr lang="en-US" sz="1000" dirty="0">
                <a:solidFill>
                  <a:schemeClr val="bg1"/>
                </a:solidFill>
                <a:latin typeface="Dosis" pitchFamily="2" charset="0"/>
              </a:rPr>
              <a:t>Inflation.xlsx</a:t>
            </a:r>
          </a:p>
          <a:p>
            <a:r>
              <a:rPr lang="en-US" sz="1200" dirty="0">
                <a:solidFill>
                  <a:schemeClr val="bg1"/>
                </a:solidFill>
                <a:latin typeface="Dosis" pitchFamily="2" charset="0"/>
              </a:rPr>
              <a:t> </a:t>
            </a:r>
          </a:p>
          <a:p>
            <a:r>
              <a:rPr lang="en-US" sz="1200" b="1" dirty="0">
                <a:solidFill>
                  <a:schemeClr val="bg1"/>
                </a:solidFill>
                <a:latin typeface="Dosis" pitchFamily="2" charset="0"/>
              </a:rPr>
              <a:t>Data Base created: </a:t>
            </a:r>
            <a:r>
              <a:rPr lang="en-US" sz="1200" b="1" dirty="0" err="1">
                <a:solidFill>
                  <a:schemeClr val="accent1"/>
                </a:solidFill>
                <a:latin typeface="Dosis" pitchFamily="2" charset="0"/>
              </a:rPr>
              <a:t>ml_database.db</a:t>
            </a:r>
            <a:endParaRPr lang="en-US" sz="1200" b="1" dirty="0">
              <a:solidFill>
                <a:schemeClr val="accent1"/>
              </a:solidFill>
              <a:latin typeface="Dosis" pitchFamily="2" charset="0"/>
            </a:endParaRPr>
          </a:p>
          <a:p>
            <a:r>
              <a:rPr lang="en-US" sz="1200" b="1" dirty="0">
                <a:solidFill>
                  <a:schemeClr val="bg1"/>
                </a:solidFill>
                <a:latin typeface="Dosis" pitchFamily="2" charset="0"/>
              </a:rPr>
              <a:t>Tables:</a:t>
            </a:r>
          </a:p>
          <a:p>
            <a:r>
              <a:rPr lang="en-US" sz="1000" dirty="0" err="1">
                <a:solidFill>
                  <a:schemeClr val="bg1"/>
                </a:solidFill>
                <a:latin typeface="Dosis" pitchFamily="2" charset="0"/>
              </a:rPr>
              <a:t>Employed_industry</a:t>
            </a:r>
            <a:endParaRPr lang="en-US" sz="1000" dirty="0">
              <a:solidFill>
                <a:schemeClr val="bg1"/>
              </a:solidFill>
              <a:latin typeface="Dosis" pitchFamily="2" charset="0"/>
            </a:endParaRPr>
          </a:p>
          <a:p>
            <a:r>
              <a:rPr lang="en-US" sz="1000" dirty="0" err="1">
                <a:solidFill>
                  <a:schemeClr val="bg1"/>
                </a:solidFill>
                <a:latin typeface="Dosis" pitchFamily="2" charset="0"/>
              </a:rPr>
              <a:t>Population:females</a:t>
            </a:r>
            <a:endParaRPr lang="en-US" sz="1000" dirty="0">
              <a:solidFill>
                <a:schemeClr val="bg1"/>
              </a:solidFill>
              <a:latin typeface="Dosis" pitchFamily="2" charset="0"/>
            </a:endParaRPr>
          </a:p>
          <a:p>
            <a:r>
              <a:rPr lang="en-US" sz="1000" dirty="0" err="1">
                <a:solidFill>
                  <a:schemeClr val="bg1"/>
                </a:solidFill>
                <a:latin typeface="Dosis" pitchFamily="2" charset="0"/>
              </a:rPr>
              <a:t>Polulation_males</a:t>
            </a:r>
            <a:endParaRPr lang="en-US" sz="1000" dirty="0">
              <a:solidFill>
                <a:schemeClr val="bg1"/>
              </a:solidFill>
              <a:latin typeface="Dosis" pitchFamily="2" charset="0"/>
            </a:endParaRPr>
          </a:p>
          <a:p>
            <a:r>
              <a:rPr lang="en-US" sz="1000" dirty="0" err="1">
                <a:solidFill>
                  <a:schemeClr val="bg1"/>
                </a:solidFill>
                <a:latin typeface="Dosis" pitchFamily="2" charset="0"/>
              </a:rPr>
              <a:t>Population_region</a:t>
            </a:r>
            <a:endParaRPr lang="en-US" sz="1000" dirty="0">
              <a:solidFill>
                <a:schemeClr val="bg1"/>
              </a:solidFill>
              <a:latin typeface="Dosis" pitchFamily="2" charset="0"/>
            </a:endParaRPr>
          </a:p>
          <a:p>
            <a:r>
              <a:rPr lang="en-US" sz="1000" dirty="0" err="1">
                <a:solidFill>
                  <a:schemeClr val="bg1"/>
                </a:solidFill>
                <a:latin typeface="Dosis" pitchFamily="2" charset="0"/>
              </a:rPr>
              <a:t>Population_total</a:t>
            </a:r>
            <a:endParaRPr lang="en-US" sz="1000" dirty="0">
              <a:solidFill>
                <a:schemeClr val="bg1"/>
              </a:solidFill>
              <a:latin typeface="Dosis" pitchFamily="2" charset="0"/>
            </a:endParaRPr>
          </a:p>
          <a:p>
            <a:r>
              <a:rPr lang="en-US" sz="1000" dirty="0" err="1">
                <a:solidFill>
                  <a:schemeClr val="bg1"/>
                </a:solidFill>
                <a:latin typeface="Dosis" pitchFamily="2" charset="0"/>
              </a:rPr>
              <a:t>Region_dim</a:t>
            </a:r>
            <a:endParaRPr lang="en-US" sz="1000" dirty="0">
              <a:solidFill>
                <a:schemeClr val="bg1"/>
              </a:solidFill>
              <a:latin typeface="Dosis" pitchFamily="2" charset="0"/>
            </a:endParaRPr>
          </a:p>
          <a:p>
            <a:endParaRPr lang="en-US" sz="1200" b="1" dirty="0">
              <a:solidFill>
                <a:schemeClr val="bg1"/>
              </a:solidFill>
              <a:latin typeface="Dosis" pitchFamily="2" charset="0"/>
            </a:endParaRPr>
          </a:p>
          <a:p>
            <a:endParaRPr lang="en-US" sz="1200" dirty="0">
              <a:solidFill>
                <a:schemeClr val="bg1"/>
              </a:solidFill>
              <a:latin typeface="Dosis" pitchFamily="2" charset="0"/>
            </a:endParaRPr>
          </a:p>
        </p:txBody>
      </p:sp>
      <p:sp>
        <p:nvSpPr>
          <p:cNvPr id="5" name="Google Shape;4281;p85">
            <a:extLst>
              <a:ext uri="{FF2B5EF4-FFF2-40B4-BE49-F238E27FC236}">
                <a16:creationId xmlns:a16="http://schemas.microsoft.com/office/drawing/2014/main" id="{E255EB5C-DB29-8FEB-7AB1-C870F484001F}"/>
              </a:ext>
            </a:extLst>
          </p:cNvPr>
          <p:cNvSpPr/>
          <p:nvPr/>
        </p:nvSpPr>
        <p:spPr>
          <a:xfrm>
            <a:off x="4690833" y="850575"/>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 name="Straight Connector 6">
            <a:extLst>
              <a:ext uri="{FF2B5EF4-FFF2-40B4-BE49-F238E27FC236}">
                <a16:creationId xmlns:a16="http://schemas.microsoft.com/office/drawing/2014/main" id="{AAE2A52D-377B-783C-FE32-3E45A425C01F}"/>
              </a:ext>
            </a:extLst>
          </p:cNvPr>
          <p:cNvCxnSpPr>
            <a:cxnSpLocks/>
          </p:cNvCxnSpPr>
          <p:nvPr/>
        </p:nvCxnSpPr>
        <p:spPr>
          <a:xfrm>
            <a:off x="2727831" y="1432495"/>
            <a:ext cx="0" cy="227674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F681536-1BCB-BA43-534E-DB06F73740A0}"/>
              </a:ext>
            </a:extLst>
          </p:cNvPr>
          <p:cNvCxnSpPr>
            <a:cxnSpLocks/>
          </p:cNvCxnSpPr>
          <p:nvPr/>
        </p:nvCxnSpPr>
        <p:spPr>
          <a:xfrm>
            <a:off x="5099700" y="1432495"/>
            <a:ext cx="29135" cy="2258979"/>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00A223F-839C-5343-5873-CD00D90E09A1}"/>
              </a:ext>
            </a:extLst>
          </p:cNvPr>
          <p:cNvCxnSpPr>
            <a:cxnSpLocks/>
          </p:cNvCxnSpPr>
          <p:nvPr/>
        </p:nvCxnSpPr>
        <p:spPr>
          <a:xfrm>
            <a:off x="2832004" y="1720280"/>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Google Shape;4281;p85">
            <a:extLst>
              <a:ext uri="{FF2B5EF4-FFF2-40B4-BE49-F238E27FC236}">
                <a16:creationId xmlns:a16="http://schemas.microsoft.com/office/drawing/2014/main" id="{0BCE43BE-0B55-813F-8AA4-FF79D93DC298}"/>
              </a:ext>
            </a:extLst>
          </p:cNvPr>
          <p:cNvSpPr/>
          <p:nvPr/>
        </p:nvSpPr>
        <p:spPr>
          <a:xfrm>
            <a:off x="2387825" y="861691"/>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raphic 15" descr="World outline">
            <a:extLst>
              <a:ext uri="{FF2B5EF4-FFF2-40B4-BE49-F238E27FC236}">
                <a16:creationId xmlns:a16="http://schemas.microsoft.com/office/drawing/2014/main" id="{1E62E025-2866-74D7-D328-04BFABE905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3085" y="850575"/>
            <a:ext cx="527700" cy="527700"/>
          </a:xfrm>
          <a:prstGeom prst="rect">
            <a:avLst/>
          </a:prstGeom>
        </p:spPr>
      </p:pic>
      <p:cxnSp>
        <p:nvCxnSpPr>
          <p:cNvPr id="17" name="Straight Arrow Connector 16">
            <a:extLst>
              <a:ext uri="{FF2B5EF4-FFF2-40B4-BE49-F238E27FC236}">
                <a16:creationId xmlns:a16="http://schemas.microsoft.com/office/drawing/2014/main" id="{D38A1A25-3C44-CFE0-C1CB-3EDDB2449D52}"/>
              </a:ext>
            </a:extLst>
          </p:cNvPr>
          <p:cNvCxnSpPr>
            <a:cxnSpLocks/>
          </p:cNvCxnSpPr>
          <p:nvPr/>
        </p:nvCxnSpPr>
        <p:spPr>
          <a:xfrm flipH="1">
            <a:off x="2816331" y="3135817"/>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D84E4C8-7F3D-331F-8AA9-6DA5BAA5BE7F}"/>
              </a:ext>
            </a:extLst>
          </p:cNvPr>
          <p:cNvSpPr txBox="1"/>
          <p:nvPr/>
        </p:nvSpPr>
        <p:spPr>
          <a:xfrm>
            <a:off x="1678802" y="1876515"/>
            <a:ext cx="1007280" cy="738664"/>
          </a:xfrm>
          <a:prstGeom prst="rect">
            <a:avLst/>
          </a:prstGeom>
          <a:noFill/>
        </p:spPr>
        <p:txBody>
          <a:bodyPr wrap="square">
            <a:spAutoFit/>
          </a:bodyPr>
          <a:lstStyle/>
          <a:p>
            <a:r>
              <a:rPr lang="en-US" sz="1050" dirty="0">
                <a:solidFill>
                  <a:schemeClr val="bg1"/>
                </a:solidFill>
                <a:latin typeface="Dosis" pitchFamily="2" charset="0"/>
              </a:rPr>
              <a:t>Build query automatically</a:t>
            </a:r>
          </a:p>
          <a:p>
            <a:r>
              <a:rPr lang="en-US" sz="1050" dirty="0">
                <a:solidFill>
                  <a:schemeClr val="bg1"/>
                </a:solidFill>
                <a:latin typeface="Dosis" pitchFamily="2" charset="0"/>
              </a:rPr>
              <a:t>Using metadata variables</a:t>
            </a:r>
            <a:endParaRPr lang="en-FI" sz="1050" dirty="0">
              <a:solidFill>
                <a:schemeClr val="bg1"/>
              </a:solidFill>
              <a:latin typeface="Dosis" pitchFamily="2" charset="0"/>
            </a:endParaRPr>
          </a:p>
        </p:txBody>
      </p:sp>
      <p:sp>
        <p:nvSpPr>
          <p:cNvPr id="24" name="TextBox 23">
            <a:extLst>
              <a:ext uri="{FF2B5EF4-FFF2-40B4-BE49-F238E27FC236}">
                <a16:creationId xmlns:a16="http://schemas.microsoft.com/office/drawing/2014/main" id="{197BE057-D711-9DC1-46FA-2289744C17E8}"/>
              </a:ext>
            </a:extLst>
          </p:cNvPr>
          <p:cNvSpPr txBox="1"/>
          <p:nvPr/>
        </p:nvSpPr>
        <p:spPr>
          <a:xfrm>
            <a:off x="2882099" y="2881901"/>
            <a:ext cx="2595371" cy="253916"/>
          </a:xfrm>
          <a:prstGeom prst="rect">
            <a:avLst/>
          </a:prstGeom>
          <a:noFill/>
        </p:spPr>
        <p:txBody>
          <a:bodyPr wrap="square">
            <a:spAutoFit/>
          </a:bodyPr>
          <a:lstStyle/>
          <a:p>
            <a:r>
              <a:rPr lang="en-US" sz="1050" dirty="0">
                <a:solidFill>
                  <a:schemeClr val="bg1"/>
                </a:solidFill>
                <a:latin typeface="Dosis" pitchFamily="2" charset="0"/>
              </a:rPr>
              <a:t>HTTP Response (JSON-Stat dataset)</a:t>
            </a:r>
            <a:endParaRPr lang="en-FI" sz="1050" dirty="0">
              <a:solidFill>
                <a:schemeClr val="bg1"/>
              </a:solidFill>
              <a:latin typeface="Dosis" pitchFamily="2" charset="0"/>
            </a:endParaRPr>
          </a:p>
        </p:txBody>
      </p:sp>
      <p:sp>
        <p:nvSpPr>
          <p:cNvPr id="26" name="TextBox 25">
            <a:extLst>
              <a:ext uri="{FF2B5EF4-FFF2-40B4-BE49-F238E27FC236}">
                <a16:creationId xmlns:a16="http://schemas.microsoft.com/office/drawing/2014/main" id="{43F4B48C-AACF-C870-D967-4A122209ABB7}"/>
              </a:ext>
            </a:extLst>
          </p:cNvPr>
          <p:cNvSpPr txBox="1"/>
          <p:nvPr/>
        </p:nvSpPr>
        <p:spPr>
          <a:xfrm>
            <a:off x="628977" y="942566"/>
            <a:ext cx="5851392" cy="307777"/>
          </a:xfrm>
          <a:prstGeom prst="rect">
            <a:avLst/>
          </a:prstGeom>
          <a:noFill/>
        </p:spPr>
        <p:txBody>
          <a:bodyPr wrap="square">
            <a:spAutoFit/>
          </a:bodyPr>
          <a:lstStyle/>
          <a:p>
            <a:r>
              <a:rPr lang="en-US" sz="1400" dirty="0">
                <a:solidFill>
                  <a:schemeClr val="bg1"/>
                </a:solidFill>
                <a:latin typeface="Dosis" pitchFamily="2" charset="0"/>
              </a:rPr>
              <a:t>Web Data Scraping</a:t>
            </a:r>
          </a:p>
        </p:txBody>
      </p:sp>
      <p:cxnSp>
        <p:nvCxnSpPr>
          <p:cNvPr id="29" name="Straight Arrow Connector 28">
            <a:extLst>
              <a:ext uri="{FF2B5EF4-FFF2-40B4-BE49-F238E27FC236}">
                <a16:creationId xmlns:a16="http://schemas.microsoft.com/office/drawing/2014/main" id="{D580DC07-0708-C496-B7FC-42DD2E17A20E}"/>
              </a:ext>
            </a:extLst>
          </p:cNvPr>
          <p:cNvCxnSpPr>
            <a:cxnSpLocks/>
          </p:cNvCxnSpPr>
          <p:nvPr/>
        </p:nvCxnSpPr>
        <p:spPr>
          <a:xfrm flipH="1">
            <a:off x="2760125" y="2053491"/>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EDC2BE0-1590-A9F4-DCC4-6761A5085066}"/>
              </a:ext>
            </a:extLst>
          </p:cNvPr>
          <p:cNvSpPr txBox="1"/>
          <p:nvPr/>
        </p:nvSpPr>
        <p:spPr>
          <a:xfrm>
            <a:off x="2957136" y="1438329"/>
            <a:ext cx="2142564" cy="253916"/>
          </a:xfrm>
          <a:prstGeom prst="rect">
            <a:avLst/>
          </a:prstGeom>
          <a:noFill/>
        </p:spPr>
        <p:txBody>
          <a:bodyPr wrap="square">
            <a:spAutoFit/>
          </a:bodyPr>
          <a:lstStyle/>
          <a:p>
            <a:r>
              <a:rPr lang="en-FI" sz="1050" dirty="0">
                <a:latin typeface="Dosis" pitchFamily="2" charset="0"/>
              </a:rPr>
              <a:t>1️⃣</a:t>
            </a:r>
            <a:r>
              <a:rPr lang="en-US" sz="1050" dirty="0">
                <a:solidFill>
                  <a:schemeClr val="bg1"/>
                </a:solidFill>
                <a:latin typeface="Dosis" pitchFamily="2" charset="0"/>
              </a:rPr>
              <a:t>HTTP GET </a:t>
            </a:r>
            <a:r>
              <a:rPr lang="en-US" sz="1050" dirty="0" err="1">
                <a:solidFill>
                  <a:schemeClr val="bg1"/>
                </a:solidFill>
                <a:latin typeface="Dosis" pitchFamily="2" charset="0"/>
              </a:rPr>
              <a:t>Request.get</a:t>
            </a:r>
            <a:r>
              <a:rPr lang="en-US" sz="1050" dirty="0">
                <a:solidFill>
                  <a:schemeClr val="bg1"/>
                </a:solidFill>
                <a:latin typeface="Dosis" pitchFamily="2" charset="0"/>
              </a:rPr>
              <a:t> (</a:t>
            </a:r>
            <a:r>
              <a:rPr lang="en-US" sz="1050" dirty="0" err="1">
                <a:solidFill>
                  <a:schemeClr val="bg1"/>
                </a:solidFill>
                <a:latin typeface="Dosis" pitchFamily="2" charset="0"/>
              </a:rPr>
              <a:t>url</a:t>
            </a:r>
            <a:r>
              <a:rPr lang="en-US" sz="1050" dirty="0">
                <a:solidFill>
                  <a:schemeClr val="bg1"/>
                </a:solidFill>
                <a:latin typeface="Dosis" pitchFamily="2" charset="0"/>
              </a:rPr>
              <a:t>)</a:t>
            </a:r>
            <a:endParaRPr lang="en-FI" sz="1050" dirty="0">
              <a:solidFill>
                <a:schemeClr val="bg1"/>
              </a:solidFill>
              <a:latin typeface="Dosis" pitchFamily="2" charset="0"/>
            </a:endParaRPr>
          </a:p>
        </p:txBody>
      </p:sp>
      <p:sp>
        <p:nvSpPr>
          <p:cNvPr id="31" name="TextBox 30">
            <a:extLst>
              <a:ext uri="{FF2B5EF4-FFF2-40B4-BE49-F238E27FC236}">
                <a16:creationId xmlns:a16="http://schemas.microsoft.com/office/drawing/2014/main" id="{D4387077-D480-83D8-FD09-A0EDFA190ACD}"/>
              </a:ext>
            </a:extLst>
          </p:cNvPr>
          <p:cNvSpPr txBox="1"/>
          <p:nvPr/>
        </p:nvSpPr>
        <p:spPr>
          <a:xfrm>
            <a:off x="2872649" y="1746826"/>
            <a:ext cx="2595371" cy="253916"/>
          </a:xfrm>
          <a:prstGeom prst="rect">
            <a:avLst/>
          </a:prstGeom>
          <a:noFill/>
        </p:spPr>
        <p:txBody>
          <a:bodyPr wrap="square">
            <a:spAutoFit/>
          </a:bodyPr>
          <a:lstStyle/>
          <a:p>
            <a:r>
              <a:rPr lang="en-US" sz="1050" dirty="0">
                <a:solidFill>
                  <a:schemeClr val="bg1"/>
                </a:solidFill>
                <a:latin typeface="Dosis" pitchFamily="2" charset="0"/>
              </a:rPr>
              <a:t>HTTP Response (JSON Metadata)</a:t>
            </a:r>
            <a:endParaRPr lang="en-FI" sz="1050" dirty="0">
              <a:solidFill>
                <a:schemeClr val="bg1"/>
              </a:solidFill>
              <a:latin typeface="Dosis" pitchFamily="2" charset="0"/>
            </a:endParaRPr>
          </a:p>
        </p:txBody>
      </p:sp>
      <p:cxnSp>
        <p:nvCxnSpPr>
          <p:cNvPr id="32" name="Straight Arrow Connector 31">
            <a:extLst>
              <a:ext uri="{FF2B5EF4-FFF2-40B4-BE49-F238E27FC236}">
                <a16:creationId xmlns:a16="http://schemas.microsoft.com/office/drawing/2014/main" id="{5C2DCC67-FC1F-D6B5-9098-46B987899DF8}"/>
              </a:ext>
            </a:extLst>
          </p:cNvPr>
          <p:cNvCxnSpPr>
            <a:cxnSpLocks/>
          </p:cNvCxnSpPr>
          <p:nvPr/>
        </p:nvCxnSpPr>
        <p:spPr>
          <a:xfrm>
            <a:off x="2816331" y="2680980"/>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BE7A145-E9D2-793A-D6CD-7232BCFC2BC9}"/>
              </a:ext>
            </a:extLst>
          </p:cNvPr>
          <p:cNvSpPr txBox="1"/>
          <p:nvPr/>
        </p:nvSpPr>
        <p:spPr>
          <a:xfrm>
            <a:off x="2904514" y="2209515"/>
            <a:ext cx="1966198" cy="415498"/>
          </a:xfrm>
          <a:prstGeom prst="rect">
            <a:avLst/>
          </a:prstGeom>
          <a:noFill/>
        </p:spPr>
        <p:txBody>
          <a:bodyPr wrap="square">
            <a:spAutoFit/>
          </a:bodyPr>
          <a:lstStyle/>
          <a:p>
            <a:r>
              <a:rPr lang="en-US" sz="1050" dirty="0">
                <a:solidFill>
                  <a:schemeClr val="bg1"/>
                </a:solidFill>
                <a:latin typeface="Dosis" pitchFamily="2" charset="0"/>
              </a:rPr>
              <a:t>2️⃣ HTTP POST Request</a:t>
            </a:r>
            <a:br>
              <a:rPr lang="en-US" sz="1050" dirty="0">
                <a:solidFill>
                  <a:schemeClr val="bg1"/>
                </a:solidFill>
                <a:latin typeface="Dosis" pitchFamily="2" charset="0"/>
              </a:rPr>
            </a:br>
            <a:r>
              <a:rPr lang="en-US" sz="1050" dirty="0">
                <a:solidFill>
                  <a:schemeClr val="bg1"/>
                </a:solidFill>
                <a:latin typeface="Dosis" pitchFamily="2" charset="0"/>
              </a:rPr>
              <a:t>│ </a:t>
            </a:r>
            <a:r>
              <a:rPr lang="en-US" sz="1050" dirty="0" err="1">
                <a:solidFill>
                  <a:schemeClr val="bg1"/>
                </a:solidFill>
                <a:latin typeface="Dosis" pitchFamily="2" charset="0"/>
              </a:rPr>
              <a:t>requests.post</a:t>
            </a:r>
            <a:r>
              <a:rPr lang="en-US" sz="1050" dirty="0">
                <a:solidFill>
                  <a:schemeClr val="bg1"/>
                </a:solidFill>
                <a:latin typeface="Dosis" pitchFamily="2" charset="0"/>
              </a:rPr>
              <a:t>(</a:t>
            </a:r>
            <a:r>
              <a:rPr lang="en-US" sz="1050" dirty="0" err="1">
                <a:solidFill>
                  <a:schemeClr val="bg1"/>
                </a:solidFill>
                <a:latin typeface="Dosis" pitchFamily="2" charset="0"/>
              </a:rPr>
              <a:t>url</a:t>
            </a:r>
            <a:r>
              <a:rPr lang="en-US" sz="1050" dirty="0">
                <a:solidFill>
                  <a:schemeClr val="bg1"/>
                </a:solidFill>
                <a:latin typeface="Dosis" pitchFamily="2" charset="0"/>
              </a:rPr>
              <a:t>, </a:t>
            </a:r>
            <a:r>
              <a:rPr lang="en-US" sz="1050" dirty="0" err="1">
                <a:solidFill>
                  <a:schemeClr val="bg1"/>
                </a:solidFill>
                <a:latin typeface="Dosis" pitchFamily="2" charset="0"/>
              </a:rPr>
              <a:t>json</a:t>
            </a:r>
            <a:r>
              <a:rPr lang="en-US" sz="1050" dirty="0">
                <a:solidFill>
                  <a:schemeClr val="bg1"/>
                </a:solidFill>
                <a:latin typeface="Dosis" pitchFamily="2" charset="0"/>
              </a:rPr>
              <a:t>=query)</a:t>
            </a:r>
            <a:endParaRPr lang="en-FI" sz="1050" dirty="0">
              <a:solidFill>
                <a:schemeClr val="bg1"/>
              </a:solidFill>
              <a:latin typeface="Dosis" pitchFamily="2" charset="0"/>
            </a:endParaRPr>
          </a:p>
        </p:txBody>
      </p:sp>
      <p:pic>
        <p:nvPicPr>
          <p:cNvPr id="35" name="Picture 34">
            <a:extLst>
              <a:ext uri="{FF2B5EF4-FFF2-40B4-BE49-F238E27FC236}">
                <a16:creationId xmlns:a16="http://schemas.microsoft.com/office/drawing/2014/main" id="{FB9406CB-767A-D8D0-A634-0FA22051D502}"/>
              </a:ext>
            </a:extLst>
          </p:cNvPr>
          <p:cNvPicPr>
            <a:picLocks noChangeAspect="1"/>
          </p:cNvPicPr>
          <p:nvPr/>
        </p:nvPicPr>
        <p:blipFill>
          <a:blip r:embed="rId4"/>
          <a:stretch>
            <a:fillRect/>
          </a:stretch>
        </p:blipFill>
        <p:spPr>
          <a:xfrm>
            <a:off x="2555256" y="929343"/>
            <a:ext cx="382725" cy="384262"/>
          </a:xfrm>
          <a:prstGeom prst="rect">
            <a:avLst/>
          </a:prstGeom>
        </p:spPr>
      </p:pic>
      <p:sp>
        <p:nvSpPr>
          <p:cNvPr id="36" name="TextBox 35">
            <a:extLst>
              <a:ext uri="{FF2B5EF4-FFF2-40B4-BE49-F238E27FC236}">
                <a16:creationId xmlns:a16="http://schemas.microsoft.com/office/drawing/2014/main" id="{4B224DFA-E641-3522-38B7-F27FA5856E69}"/>
              </a:ext>
            </a:extLst>
          </p:cNvPr>
          <p:cNvSpPr txBox="1"/>
          <p:nvPr/>
        </p:nvSpPr>
        <p:spPr>
          <a:xfrm>
            <a:off x="1717697" y="2791228"/>
            <a:ext cx="1329966" cy="900246"/>
          </a:xfrm>
          <a:prstGeom prst="rect">
            <a:avLst/>
          </a:prstGeom>
          <a:noFill/>
        </p:spPr>
        <p:txBody>
          <a:bodyPr wrap="square">
            <a:spAutoFit/>
          </a:bodyPr>
          <a:lstStyle/>
          <a:p>
            <a:r>
              <a:rPr lang="en-US" sz="1050" dirty="0">
                <a:solidFill>
                  <a:schemeClr val="bg1"/>
                </a:solidFill>
                <a:latin typeface="Dosis" pitchFamily="2" charset="0"/>
              </a:rPr>
              <a:t>Convert </a:t>
            </a:r>
          </a:p>
          <a:p>
            <a:r>
              <a:rPr lang="en-US" sz="1050" dirty="0">
                <a:solidFill>
                  <a:schemeClr val="bg1"/>
                </a:solidFill>
                <a:latin typeface="Dosis" pitchFamily="2" charset="0"/>
              </a:rPr>
              <a:t>JSON data into </a:t>
            </a:r>
            <a:r>
              <a:rPr lang="en-US" sz="1050" dirty="0" err="1">
                <a:solidFill>
                  <a:schemeClr val="bg1"/>
                </a:solidFill>
                <a:latin typeface="Dosis" pitchFamily="2" charset="0"/>
              </a:rPr>
              <a:t>Dataframes</a:t>
            </a:r>
            <a:endParaRPr lang="en-US" sz="1050" dirty="0">
              <a:solidFill>
                <a:schemeClr val="bg1"/>
              </a:solidFill>
              <a:latin typeface="Dosis" pitchFamily="2" charset="0"/>
            </a:endParaRPr>
          </a:p>
          <a:p>
            <a:endParaRPr lang="en-US" sz="1050" dirty="0">
              <a:solidFill>
                <a:schemeClr val="bg1"/>
              </a:solidFill>
              <a:latin typeface="Dosis" pitchFamily="2" charset="0"/>
            </a:endParaRPr>
          </a:p>
          <a:p>
            <a:endParaRPr lang="en-FI" sz="1050" dirty="0">
              <a:solidFill>
                <a:schemeClr val="bg1"/>
              </a:solidFill>
              <a:latin typeface="Dosis" pitchFamily="2" charset="0"/>
            </a:endParaRPr>
          </a:p>
        </p:txBody>
      </p:sp>
      <p:cxnSp>
        <p:nvCxnSpPr>
          <p:cNvPr id="37" name="Google Shape;4691;p98">
            <a:extLst>
              <a:ext uri="{FF2B5EF4-FFF2-40B4-BE49-F238E27FC236}">
                <a16:creationId xmlns:a16="http://schemas.microsoft.com/office/drawing/2014/main" id="{BA0BD18C-97C3-01A8-DB52-A0A4ECA5F0A6}"/>
              </a:ext>
            </a:extLst>
          </p:cNvPr>
          <p:cNvCxnSpPr>
            <a:cxnSpLocks/>
          </p:cNvCxnSpPr>
          <p:nvPr/>
        </p:nvCxnSpPr>
        <p:spPr>
          <a:xfrm rot="5400000">
            <a:off x="6892649" y="612600"/>
            <a:ext cx="230400" cy="238097"/>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38" name="TextBox 37">
            <a:extLst>
              <a:ext uri="{FF2B5EF4-FFF2-40B4-BE49-F238E27FC236}">
                <a16:creationId xmlns:a16="http://schemas.microsoft.com/office/drawing/2014/main" id="{9B6788DF-A842-965B-B02D-0312E5F43AF9}"/>
              </a:ext>
            </a:extLst>
          </p:cNvPr>
          <p:cNvSpPr txBox="1"/>
          <p:nvPr/>
        </p:nvSpPr>
        <p:spPr>
          <a:xfrm>
            <a:off x="4367916" y="630286"/>
            <a:ext cx="1550720" cy="261610"/>
          </a:xfrm>
          <a:prstGeom prst="rect">
            <a:avLst/>
          </a:prstGeom>
          <a:noFill/>
        </p:spPr>
        <p:txBody>
          <a:bodyPr wrap="square" rtlCol="0">
            <a:spAutoFit/>
          </a:bodyPr>
          <a:lstStyle/>
          <a:p>
            <a:r>
              <a:rPr lang="en-US" sz="1100" dirty="0">
                <a:solidFill>
                  <a:schemeClr val="bg1"/>
                </a:solidFill>
              </a:rPr>
              <a:t>TILASTOKESKUS</a:t>
            </a:r>
            <a:endParaRPr lang="en-FI" sz="1100" dirty="0">
              <a:solidFill>
                <a:schemeClr val="bg1"/>
              </a:solidFill>
            </a:endParaRPr>
          </a:p>
        </p:txBody>
      </p:sp>
      <p:pic>
        <p:nvPicPr>
          <p:cNvPr id="41" name="Graphic 40" descr="Document with solid fill">
            <a:extLst>
              <a:ext uri="{FF2B5EF4-FFF2-40B4-BE49-F238E27FC236}">
                <a16:creationId xmlns:a16="http://schemas.microsoft.com/office/drawing/2014/main" id="{12425634-B24F-0B4B-EC7B-E8B6D64BD1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1782" y="1440709"/>
            <a:ext cx="363289" cy="363289"/>
          </a:xfrm>
          <a:prstGeom prst="rect">
            <a:avLst/>
          </a:prstGeom>
        </p:spPr>
      </p:pic>
      <p:pic>
        <p:nvPicPr>
          <p:cNvPr id="42" name="Graphic 41" descr="Database outline">
            <a:extLst>
              <a:ext uri="{FF2B5EF4-FFF2-40B4-BE49-F238E27FC236}">
                <a16:creationId xmlns:a16="http://schemas.microsoft.com/office/drawing/2014/main" id="{A5DB5F3F-2C8E-67E2-B592-723C277C96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02230" y="3241351"/>
            <a:ext cx="605428" cy="605428"/>
          </a:xfrm>
          <a:prstGeom prst="rect">
            <a:avLst/>
          </a:prstGeom>
        </p:spPr>
      </p:pic>
      <p:pic>
        <p:nvPicPr>
          <p:cNvPr id="44" name="Graphic 43" descr="Cloud outline">
            <a:extLst>
              <a:ext uri="{FF2B5EF4-FFF2-40B4-BE49-F238E27FC236}">
                <a16:creationId xmlns:a16="http://schemas.microsoft.com/office/drawing/2014/main" id="{E6D2591E-CAF6-B529-C8FC-7A48594B4F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2970" y="1209882"/>
            <a:ext cx="527700" cy="527700"/>
          </a:xfrm>
          <a:prstGeom prst="rect">
            <a:avLst/>
          </a:prstGeom>
        </p:spPr>
      </p:pic>
      <p:grpSp>
        <p:nvGrpSpPr>
          <p:cNvPr id="13" name="Google Shape;14671;p126">
            <a:extLst>
              <a:ext uri="{FF2B5EF4-FFF2-40B4-BE49-F238E27FC236}">
                <a16:creationId xmlns:a16="http://schemas.microsoft.com/office/drawing/2014/main" id="{7A109F06-2B6D-BF8C-A0E7-DEE81F26B9E3}"/>
              </a:ext>
            </a:extLst>
          </p:cNvPr>
          <p:cNvGrpSpPr/>
          <p:nvPr/>
        </p:nvGrpSpPr>
        <p:grpSpPr>
          <a:xfrm>
            <a:off x="2518586" y="3963155"/>
            <a:ext cx="348257" cy="346188"/>
            <a:chOff x="3541011" y="3367320"/>
            <a:chExt cx="348257" cy="346188"/>
          </a:xfrm>
        </p:grpSpPr>
        <p:sp>
          <p:nvSpPr>
            <p:cNvPr id="14" name="Google Shape;14672;p126">
              <a:extLst>
                <a:ext uri="{FF2B5EF4-FFF2-40B4-BE49-F238E27FC236}">
                  <a16:creationId xmlns:a16="http://schemas.microsoft.com/office/drawing/2014/main" id="{D05602CC-CE22-4797-9F47-F2C45999DA03}"/>
                </a:ext>
              </a:extLst>
            </p:cNvPr>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673;p126">
              <a:extLst>
                <a:ext uri="{FF2B5EF4-FFF2-40B4-BE49-F238E27FC236}">
                  <a16:creationId xmlns:a16="http://schemas.microsoft.com/office/drawing/2014/main" id="{C4A2404F-1D09-FDF0-76C0-CD0B03B51252}"/>
                </a:ext>
              </a:extLst>
            </p:cNvPr>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674;p126">
              <a:extLst>
                <a:ext uri="{FF2B5EF4-FFF2-40B4-BE49-F238E27FC236}">
                  <a16:creationId xmlns:a16="http://schemas.microsoft.com/office/drawing/2014/main" id="{AB065804-1C97-BCB5-E9B2-B62C8945981D}"/>
                </a:ext>
              </a:extLst>
            </p:cNvPr>
            <p:cNvSpPr/>
            <p:nvPr/>
          </p:nvSpPr>
          <p:spPr>
            <a:xfrm>
              <a:off x="3720614" y="3426805"/>
              <a:ext cx="95164" cy="116011"/>
            </a:xfrm>
            <a:custGeom>
              <a:avLst/>
              <a:gdLst/>
              <a:ahLst/>
              <a:cxnLst/>
              <a:rect l="l" t="t" r="r" b="b"/>
              <a:pathLst>
                <a:path w="2990" h="3645" extrusionOk="0">
                  <a:moveTo>
                    <a:pt x="1477" y="334"/>
                  </a:moveTo>
                  <a:cubicBezTo>
                    <a:pt x="1834" y="334"/>
                    <a:pt x="2132" y="632"/>
                    <a:pt x="2132" y="989"/>
                  </a:cubicBezTo>
                  <a:cubicBezTo>
                    <a:pt x="2132" y="1334"/>
                    <a:pt x="1834" y="1632"/>
                    <a:pt x="1477" y="1632"/>
                  </a:cubicBezTo>
                  <a:cubicBezTo>
                    <a:pt x="1120" y="1632"/>
                    <a:pt x="822" y="1334"/>
                    <a:pt x="822" y="989"/>
                  </a:cubicBezTo>
                  <a:cubicBezTo>
                    <a:pt x="822" y="608"/>
                    <a:pt x="1120" y="334"/>
                    <a:pt x="1477" y="334"/>
                  </a:cubicBezTo>
                  <a:close/>
                  <a:moveTo>
                    <a:pt x="1906" y="1953"/>
                  </a:moveTo>
                  <a:cubicBezTo>
                    <a:pt x="2287" y="1953"/>
                    <a:pt x="2620" y="2263"/>
                    <a:pt x="2620" y="2668"/>
                  </a:cubicBezTo>
                  <a:lnTo>
                    <a:pt x="2620" y="3335"/>
                  </a:lnTo>
                  <a:lnTo>
                    <a:pt x="2275" y="3335"/>
                  </a:lnTo>
                  <a:lnTo>
                    <a:pt x="2275" y="2632"/>
                  </a:lnTo>
                  <a:cubicBezTo>
                    <a:pt x="2275" y="2549"/>
                    <a:pt x="2203" y="2477"/>
                    <a:pt x="2108" y="2477"/>
                  </a:cubicBezTo>
                  <a:cubicBezTo>
                    <a:pt x="2025" y="2477"/>
                    <a:pt x="1953" y="2549"/>
                    <a:pt x="1953" y="2632"/>
                  </a:cubicBezTo>
                  <a:lnTo>
                    <a:pt x="1953" y="3335"/>
                  </a:lnTo>
                  <a:lnTo>
                    <a:pt x="953" y="3335"/>
                  </a:lnTo>
                  <a:lnTo>
                    <a:pt x="953" y="2632"/>
                  </a:lnTo>
                  <a:cubicBezTo>
                    <a:pt x="953" y="2549"/>
                    <a:pt x="882" y="2477"/>
                    <a:pt x="787" y="2477"/>
                  </a:cubicBezTo>
                  <a:cubicBezTo>
                    <a:pt x="691" y="2477"/>
                    <a:pt x="620" y="2549"/>
                    <a:pt x="620" y="2632"/>
                  </a:cubicBezTo>
                  <a:lnTo>
                    <a:pt x="620" y="3335"/>
                  </a:lnTo>
                  <a:lnTo>
                    <a:pt x="263" y="3335"/>
                  </a:lnTo>
                  <a:lnTo>
                    <a:pt x="263" y="2668"/>
                  </a:lnTo>
                  <a:cubicBezTo>
                    <a:pt x="263" y="2275"/>
                    <a:pt x="584" y="1953"/>
                    <a:pt x="977" y="1953"/>
                  </a:cubicBezTo>
                  <a:close/>
                  <a:moveTo>
                    <a:pt x="1477" y="1"/>
                  </a:moveTo>
                  <a:cubicBezTo>
                    <a:pt x="941" y="1"/>
                    <a:pt x="501" y="429"/>
                    <a:pt x="501" y="965"/>
                  </a:cubicBezTo>
                  <a:cubicBezTo>
                    <a:pt x="501" y="1239"/>
                    <a:pt x="608" y="1477"/>
                    <a:pt x="787" y="1656"/>
                  </a:cubicBezTo>
                  <a:cubicBezTo>
                    <a:pt x="322" y="1763"/>
                    <a:pt x="1" y="2180"/>
                    <a:pt x="1" y="2656"/>
                  </a:cubicBezTo>
                  <a:lnTo>
                    <a:pt x="1" y="3335"/>
                  </a:lnTo>
                  <a:cubicBezTo>
                    <a:pt x="1" y="3501"/>
                    <a:pt x="132" y="3644"/>
                    <a:pt x="310" y="3644"/>
                  </a:cubicBezTo>
                  <a:lnTo>
                    <a:pt x="2680" y="3644"/>
                  </a:lnTo>
                  <a:cubicBezTo>
                    <a:pt x="2846" y="3644"/>
                    <a:pt x="2989" y="3513"/>
                    <a:pt x="2989" y="3335"/>
                  </a:cubicBezTo>
                  <a:lnTo>
                    <a:pt x="2989" y="2656"/>
                  </a:lnTo>
                  <a:cubicBezTo>
                    <a:pt x="2965" y="2180"/>
                    <a:pt x="2620" y="1763"/>
                    <a:pt x="2156" y="1656"/>
                  </a:cubicBezTo>
                  <a:cubicBezTo>
                    <a:pt x="2334" y="1477"/>
                    <a:pt x="2442" y="1239"/>
                    <a:pt x="2442" y="965"/>
                  </a:cubicBezTo>
                  <a:cubicBezTo>
                    <a:pt x="2442" y="429"/>
                    <a:pt x="2013" y="1"/>
                    <a:pt x="1477" y="1"/>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675;p126">
              <a:extLst>
                <a:ext uri="{FF2B5EF4-FFF2-40B4-BE49-F238E27FC236}">
                  <a16:creationId xmlns:a16="http://schemas.microsoft.com/office/drawing/2014/main" id="{FD029BA4-CE90-24B1-92B7-CC73E8782916}"/>
                </a:ext>
              </a:extLst>
            </p:cNvPr>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Graphic 21" descr="Mop and bucket with solid fill">
            <a:extLst>
              <a:ext uri="{FF2B5EF4-FFF2-40B4-BE49-F238E27FC236}">
                <a16:creationId xmlns:a16="http://schemas.microsoft.com/office/drawing/2014/main" id="{DE70223A-3792-73EC-27F9-4FE07223B4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89382" y="3830223"/>
            <a:ext cx="500844" cy="500844"/>
          </a:xfrm>
          <a:prstGeom prst="rect">
            <a:avLst/>
          </a:prstGeom>
        </p:spPr>
      </p:pic>
      <p:sp>
        <p:nvSpPr>
          <p:cNvPr id="25" name="TextBox 24">
            <a:extLst>
              <a:ext uri="{FF2B5EF4-FFF2-40B4-BE49-F238E27FC236}">
                <a16:creationId xmlns:a16="http://schemas.microsoft.com/office/drawing/2014/main" id="{E168FD4E-6E36-EBF8-E5E8-986A566259F4}"/>
              </a:ext>
            </a:extLst>
          </p:cNvPr>
          <p:cNvSpPr txBox="1"/>
          <p:nvPr/>
        </p:nvSpPr>
        <p:spPr>
          <a:xfrm>
            <a:off x="2490465" y="4399500"/>
            <a:ext cx="651732" cy="415498"/>
          </a:xfrm>
          <a:prstGeom prst="rect">
            <a:avLst/>
          </a:prstGeom>
          <a:noFill/>
        </p:spPr>
        <p:txBody>
          <a:bodyPr wrap="square">
            <a:spAutoFit/>
          </a:bodyPr>
          <a:lstStyle/>
          <a:p>
            <a:r>
              <a:rPr lang="en-US" sz="1050" dirty="0">
                <a:solidFill>
                  <a:schemeClr val="bg1"/>
                </a:solidFill>
                <a:latin typeface="Dosis" pitchFamily="2" charset="0"/>
              </a:rPr>
              <a:t>EDA</a:t>
            </a:r>
          </a:p>
          <a:p>
            <a:endParaRPr lang="en-FI" sz="1050" dirty="0">
              <a:solidFill>
                <a:schemeClr val="bg1"/>
              </a:solidFill>
              <a:latin typeface="Dosis" pitchFamily="2" charset="0"/>
            </a:endParaRPr>
          </a:p>
        </p:txBody>
      </p:sp>
      <p:sp>
        <p:nvSpPr>
          <p:cNvPr id="27" name="TextBox 26">
            <a:extLst>
              <a:ext uri="{FF2B5EF4-FFF2-40B4-BE49-F238E27FC236}">
                <a16:creationId xmlns:a16="http://schemas.microsoft.com/office/drawing/2014/main" id="{E5D3D223-8E5F-B75A-29D6-3681B70297DA}"/>
              </a:ext>
            </a:extLst>
          </p:cNvPr>
          <p:cNvSpPr txBox="1"/>
          <p:nvPr/>
        </p:nvSpPr>
        <p:spPr>
          <a:xfrm>
            <a:off x="4048092" y="4399500"/>
            <a:ext cx="822619" cy="415498"/>
          </a:xfrm>
          <a:prstGeom prst="rect">
            <a:avLst/>
          </a:prstGeom>
          <a:noFill/>
        </p:spPr>
        <p:txBody>
          <a:bodyPr wrap="square">
            <a:spAutoFit/>
          </a:bodyPr>
          <a:lstStyle/>
          <a:p>
            <a:r>
              <a:rPr lang="en-US" sz="1050" dirty="0">
                <a:solidFill>
                  <a:schemeClr val="bg1"/>
                </a:solidFill>
                <a:latin typeface="Dosis" pitchFamily="2" charset="0"/>
              </a:rPr>
              <a:t>Clean data</a:t>
            </a:r>
          </a:p>
          <a:p>
            <a:endParaRPr lang="en-FI" sz="1050" dirty="0">
              <a:solidFill>
                <a:schemeClr val="bg1"/>
              </a:solidFill>
              <a:latin typeface="Dosis" pitchFamily="2" charset="0"/>
            </a:endParaRPr>
          </a:p>
        </p:txBody>
      </p:sp>
      <p:pic>
        <p:nvPicPr>
          <p:cNvPr id="3" name="Picture 2">
            <a:extLst>
              <a:ext uri="{FF2B5EF4-FFF2-40B4-BE49-F238E27FC236}">
                <a16:creationId xmlns:a16="http://schemas.microsoft.com/office/drawing/2014/main" id="{9F8FD94D-AB59-E63A-E9D0-86E4ACB3CD94}"/>
              </a:ext>
            </a:extLst>
          </p:cNvPr>
          <p:cNvPicPr>
            <a:picLocks noChangeAspect="1"/>
          </p:cNvPicPr>
          <p:nvPr/>
        </p:nvPicPr>
        <p:blipFill>
          <a:blip r:embed="rId4"/>
          <a:stretch>
            <a:fillRect/>
          </a:stretch>
        </p:blipFill>
        <p:spPr>
          <a:xfrm>
            <a:off x="8155393" y="678636"/>
            <a:ext cx="255872" cy="256900"/>
          </a:xfrm>
          <a:prstGeom prst="rect">
            <a:avLst/>
          </a:prstGeom>
        </p:spPr>
      </p:pic>
    </p:spTree>
    <p:extLst>
      <p:ext uri="{BB962C8B-B14F-4D97-AF65-F5344CB8AC3E}">
        <p14:creationId xmlns:p14="http://schemas.microsoft.com/office/powerpoint/2010/main" val="3337529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6999C174-1697-2863-4DDA-38D09997A349}"/>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39B9B771-6E22-2F57-E574-2E378423E08B}"/>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8" name="Google Shape;4678;p98">
            <a:extLst>
              <a:ext uri="{FF2B5EF4-FFF2-40B4-BE49-F238E27FC236}">
                <a16:creationId xmlns:a16="http://schemas.microsoft.com/office/drawing/2014/main" id="{CBC18E20-CB02-CDB3-DA48-8C2575C68FDF}"/>
              </a:ext>
            </a:extLst>
          </p:cNvPr>
          <p:cNvSpPr txBox="1"/>
          <p:nvPr/>
        </p:nvSpPr>
        <p:spPr>
          <a:xfrm>
            <a:off x="1106878" y="1462062"/>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PrepareDataset.ipynb</a:t>
            </a:r>
            <a:endParaRPr dirty="0">
              <a:solidFill>
                <a:schemeClr val="lt1"/>
              </a:solidFill>
              <a:latin typeface="Space Grotesk Medium"/>
              <a:ea typeface="Space Grotesk Medium"/>
              <a:cs typeface="Space Grotesk Medium"/>
              <a:sym typeface="Space Grotesk Medium"/>
            </a:endParaRPr>
          </a:p>
        </p:txBody>
      </p:sp>
      <p:sp>
        <p:nvSpPr>
          <p:cNvPr id="4682" name="Google Shape;4682;p98">
            <a:extLst>
              <a:ext uri="{FF2B5EF4-FFF2-40B4-BE49-F238E27FC236}">
                <a16:creationId xmlns:a16="http://schemas.microsoft.com/office/drawing/2014/main" id="{0D9B55CE-86F6-F0C5-412D-F8DB5D999E4D}"/>
              </a:ext>
            </a:extLst>
          </p:cNvPr>
          <p:cNvSpPr txBox="1"/>
          <p:nvPr/>
        </p:nvSpPr>
        <p:spPr>
          <a:xfrm>
            <a:off x="1904476" y="75372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2</a:t>
            </a:r>
            <a:endParaRPr sz="3300" dirty="0">
              <a:solidFill>
                <a:schemeClr val="lt1"/>
              </a:solidFill>
              <a:latin typeface="Space Grotesk Medium"/>
              <a:ea typeface="Space Grotesk Medium"/>
              <a:cs typeface="Space Grotesk Medium"/>
              <a:sym typeface="Space Grotesk Medium"/>
            </a:endParaRPr>
          </a:p>
        </p:txBody>
      </p:sp>
      <p:cxnSp>
        <p:nvCxnSpPr>
          <p:cNvPr id="4692" name="Google Shape;4692;p98">
            <a:extLst>
              <a:ext uri="{FF2B5EF4-FFF2-40B4-BE49-F238E27FC236}">
                <a16:creationId xmlns:a16="http://schemas.microsoft.com/office/drawing/2014/main" id="{E1077B86-1E26-D582-01D2-DE27301CADED}"/>
              </a:ext>
            </a:extLst>
          </p:cNvPr>
          <p:cNvCxnSpPr>
            <a:cxnSpLocks/>
            <a:stCxn id="4682" idx="2"/>
            <a:endCxn id="4678" idx="0"/>
          </p:cNvCxnSpPr>
          <p:nvPr/>
        </p:nvCxnSpPr>
        <p:spPr>
          <a:xfrm rot="5400000">
            <a:off x="2121331" y="1326567"/>
            <a:ext cx="180642" cy="90348"/>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3" name="Google Shape;3851;p69">
            <a:extLst>
              <a:ext uri="{FF2B5EF4-FFF2-40B4-BE49-F238E27FC236}">
                <a16:creationId xmlns:a16="http://schemas.microsoft.com/office/drawing/2014/main" id="{6FB98BDB-5A4E-E47F-224F-23ABC88815A3}"/>
              </a:ext>
            </a:extLst>
          </p:cNvPr>
          <p:cNvSpPr txBox="1">
            <a:spLocks/>
          </p:cNvSpPr>
          <p:nvPr/>
        </p:nvSpPr>
        <p:spPr>
          <a:xfrm>
            <a:off x="6771907" y="2280324"/>
            <a:ext cx="2783149" cy="90909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200" dirty="0">
              <a:solidFill>
                <a:schemeClr val="bg1"/>
              </a:solidFill>
              <a:latin typeface="Dosis" pitchFamily="2" charset="0"/>
            </a:endParaRPr>
          </a:p>
        </p:txBody>
      </p:sp>
      <p:sp>
        <p:nvSpPr>
          <p:cNvPr id="11" name="Google Shape;4281;p85">
            <a:extLst>
              <a:ext uri="{FF2B5EF4-FFF2-40B4-BE49-F238E27FC236}">
                <a16:creationId xmlns:a16="http://schemas.microsoft.com/office/drawing/2014/main" id="{94BACBA9-32FD-58D5-ECC0-8298D9815ED0}"/>
              </a:ext>
            </a:extLst>
          </p:cNvPr>
          <p:cNvSpPr/>
          <p:nvPr/>
        </p:nvSpPr>
        <p:spPr>
          <a:xfrm>
            <a:off x="4343716" y="134901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281;p85">
            <a:extLst>
              <a:ext uri="{FF2B5EF4-FFF2-40B4-BE49-F238E27FC236}">
                <a16:creationId xmlns:a16="http://schemas.microsoft.com/office/drawing/2014/main" id="{0E0FCE4F-8593-AED0-A863-984AD9E3C17E}"/>
              </a:ext>
            </a:extLst>
          </p:cNvPr>
          <p:cNvSpPr/>
          <p:nvPr/>
        </p:nvSpPr>
        <p:spPr>
          <a:xfrm>
            <a:off x="6399607" y="133416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TextBox 15">
            <a:extLst>
              <a:ext uri="{FF2B5EF4-FFF2-40B4-BE49-F238E27FC236}">
                <a16:creationId xmlns:a16="http://schemas.microsoft.com/office/drawing/2014/main" id="{9350876A-E09C-2861-9219-63E875B08101}"/>
              </a:ext>
            </a:extLst>
          </p:cNvPr>
          <p:cNvSpPr txBox="1"/>
          <p:nvPr/>
        </p:nvSpPr>
        <p:spPr>
          <a:xfrm>
            <a:off x="6464164" y="1078984"/>
            <a:ext cx="1550720" cy="261610"/>
          </a:xfrm>
          <a:prstGeom prst="rect">
            <a:avLst/>
          </a:prstGeom>
          <a:noFill/>
        </p:spPr>
        <p:txBody>
          <a:bodyPr wrap="square" rtlCol="0">
            <a:spAutoFit/>
          </a:bodyPr>
          <a:lstStyle/>
          <a:p>
            <a:r>
              <a:rPr lang="en-US" sz="1100" dirty="0">
                <a:solidFill>
                  <a:schemeClr val="bg1"/>
                </a:solidFill>
              </a:rPr>
              <a:t>FRED</a:t>
            </a:r>
            <a:endParaRPr lang="en-FI" sz="1100" dirty="0">
              <a:solidFill>
                <a:schemeClr val="bg1"/>
              </a:solidFill>
            </a:endParaRPr>
          </a:p>
        </p:txBody>
      </p:sp>
      <p:sp>
        <p:nvSpPr>
          <p:cNvPr id="17" name="Google Shape;4282;p85">
            <a:extLst>
              <a:ext uri="{FF2B5EF4-FFF2-40B4-BE49-F238E27FC236}">
                <a16:creationId xmlns:a16="http://schemas.microsoft.com/office/drawing/2014/main" id="{05E96746-925D-94B6-24FD-382796FEAD6A}"/>
              </a:ext>
            </a:extLst>
          </p:cNvPr>
          <p:cNvSpPr/>
          <p:nvPr/>
        </p:nvSpPr>
        <p:spPr>
          <a:xfrm>
            <a:off x="5444085" y="200814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282;p85">
            <a:extLst>
              <a:ext uri="{FF2B5EF4-FFF2-40B4-BE49-F238E27FC236}">
                <a16:creationId xmlns:a16="http://schemas.microsoft.com/office/drawing/2014/main" id="{90CFA016-9605-81B2-F1F3-91CFDF606DA1}"/>
              </a:ext>
            </a:extLst>
          </p:cNvPr>
          <p:cNvSpPr/>
          <p:nvPr/>
        </p:nvSpPr>
        <p:spPr>
          <a:xfrm>
            <a:off x="4364602" y="257175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a:extLst>
              <a:ext uri="{FF2B5EF4-FFF2-40B4-BE49-F238E27FC236}">
                <a16:creationId xmlns:a16="http://schemas.microsoft.com/office/drawing/2014/main" id="{F078A717-9B4C-69DA-17C0-0C12AD953540}"/>
              </a:ext>
            </a:extLst>
          </p:cNvPr>
          <p:cNvPicPr>
            <a:picLocks noChangeAspect="1"/>
          </p:cNvPicPr>
          <p:nvPr/>
        </p:nvPicPr>
        <p:blipFill>
          <a:blip r:embed="rId3"/>
          <a:stretch>
            <a:fillRect/>
          </a:stretch>
        </p:blipFill>
        <p:spPr>
          <a:xfrm>
            <a:off x="4555036" y="2643469"/>
            <a:ext cx="382725" cy="384262"/>
          </a:xfrm>
          <a:prstGeom prst="rect">
            <a:avLst/>
          </a:prstGeom>
        </p:spPr>
      </p:pic>
      <p:sp>
        <p:nvSpPr>
          <p:cNvPr id="22" name="Google Shape;3851;p69">
            <a:extLst>
              <a:ext uri="{FF2B5EF4-FFF2-40B4-BE49-F238E27FC236}">
                <a16:creationId xmlns:a16="http://schemas.microsoft.com/office/drawing/2014/main" id="{8C9C7516-445F-E1FB-EB01-DEABE539D47F}"/>
              </a:ext>
            </a:extLst>
          </p:cNvPr>
          <p:cNvSpPr txBox="1">
            <a:spLocks/>
          </p:cNvSpPr>
          <p:nvPr/>
        </p:nvSpPr>
        <p:spPr>
          <a:xfrm>
            <a:off x="1269270" y="2415737"/>
            <a:ext cx="2617102" cy="73800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50" b="1" dirty="0">
                <a:solidFill>
                  <a:schemeClr val="bg1"/>
                </a:solidFill>
                <a:latin typeface="Dosis" pitchFamily="2" charset="0"/>
              </a:rPr>
              <a:t>Datasets created in </a:t>
            </a:r>
            <a:r>
              <a:rPr lang="en-US" sz="1050" b="1" dirty="0" err="1">
                <a:solidFill>
                  <a:schemeClr val="bg1"/>
                </a:solidFill>
                <a:latin typeface="Dosis" pitchFamily="2" charset="0"/>
              </a:rPr>
              <a:t>CollectInformation.ipynb</a:t>
            </a:r>
            <a:r>
              <a:rPr lang="en-US" sz="1050" b="1" dirty="0">
                <a:solidFill>
                  <a:schemeClr val="bg1"/>
                </a:solidFill>
                <a:latin typeface="Dosis" pitchFamily="2" charset="0"/>
              </a:rPr>
              <a:t> </a:t>
            </a:r>
          </a:p>
          <a:p>
            <a:r>
              <a:rPr lang="en-US" sz="1000" dirty="0">
                <a:solidFill>
                  <a:schemeClr val="bg1"/>
                </a:solidFill>
                <a:latin typeface="Dosis" pitchFamily="2" charset="0"/>
              </a:rPr>
              <a:t>Volume Index Industrial.xlsx</a:t>
            </a:r>
          </a:p>
          <a:p>
            <a:r>
              <a:rPr lang="en-US" sz="1000" dirty="0">
                <a:solidFill>
                  <a:schemeClr val="bg1"/>
                </a:solidFill>
                <a:latin typeface="Dosis" pitchFamily="2" charset="0"/>
              </a:rPr>
              <a:t>Index of wage.xlsx</a:t>
            </a:r>
          </a:p>
          <a:p>
            <a:r>
              <a:rPr lang="en-US" sz="1000" dirty="0">
                <a:solidFill>
                  <a:schemeClr val="bg1"/>
                </a:solidFill>
                <a:latin typeface="Dosis" pitchFamily="2" charset="0"/>
              </a:rPr>
              <a:t>Employed by Industry.xlsx</a:t>
            </a:r>
          </a:p>
          <a:p>
            <a:r>
              <a:rPr lang="en-US" sz="1000" dirty="0">
                <a:solidFill>
                  <a:schemeClr val="bg1"/>
                </a:solidFill>
                <a:latin typeface="Dosis" pitchFamily="2" charset="0"/>
              </a:rPr>
              <a:t>finland_gdp_quarterly.xlsx</a:t>
            </a:r>
          </a:p>
          <a:p>
            <a:r>
              <a:rPr lang="en-US" sz="1000" dirty="0">
                <a:solidFill>
                  <a:schemeClr val="bg1"/>
                </a:solidFill>
                <a:latin typeface="Dosis" pitchFamily="2" charset="0"/>
              </a:rPr>
              <a:t>Employment_Hours_1995_2025.xlsx</a:t>
            </a:r>
          </a:p>
          <a:p>
            <a:r>
              <a:rPr lang="en-US" sz="1000" dirty="0">
                <a:solidFill>
                  <a:schemeClr val="bg1"/>
                </a:solidFill>
                <a:latin typeface="Dosis" pitchFamily="2" charset="0"/>
              </a:rPr>
              <a:t>activity_rate.xlsx</a:t>
            </a:r>
          </a:p>
          <a:p>
            <a:r>
              <a:rPr lang="en-US" sz="1000" dirty="0">
                <a:solidFill>
                  <a:schemeClr val="bg1"/>
                </a:solidFill>
                <a:latin typeface="Dosis" pitchFamily="2" charset="0"/>
              </a:rPr>
              <a:t>Unemployment_rate.xlsx</a:t>
            </a:r>
          </a:p>
          <a:p>
            <a:r>
              <a:rPr lang="en-US" sz="1000" dirty="0">
                <a:solidFill>
                  <a:schemeClr val="bg1"/>
                </a:solidFill>
                <a:latin typeface="Dosis" pitchFamily="2" charset="0"/>
              </a:rPr>
              <a:t>Inflation.xlsx</a:t>
            </a:r>
          </a:p>
          <a:p>
            <a:r>
              <a:rPr lang="en-US" sz="1200" dirty="0">
                <a:solidFill>
                  <a:schemeClr val="bg1"/>
                </a:solidFill>
                <a:latin typeface="Dosis" pitchFamily="2" charset="0"/>
              </a:rPr>
              <a:t> </a:t>
            </a:r>
          </a:p>
          <a:p>
            <a:endParaRPr lang="en-US" sz="1200" b="1" dirty="0">
              <a:solidFill>
                <a:schemeClr val="bg1"/>
              </a:solidFill>
              <a:latin typeface="Dosis" pitchFamily="2" charset="0"/>
            </a:endParaRPr>
          </a:p>
          <a:p>
            <a:endParaRPr lang="en-US" sz="1200" dirty="0">
              <a:solidFill>
                <a:schemeClr val="bg1"/>
              </a:solidFill>
              <a:latin typeface="Dosis" pitchFamily="2" charset="0"/>
            </a:endParaRPr>
          </a:p>
        </p:txBody>
      </p:sp>
      <p:sp>
        <p:nvSpPr>
          <p:cNvPr id="23" name="Arrow: Right 22">
            <a:extLst>
              <a:ext uri="{FF2B5EF4-FFF2-40B4-BE49-F238E27FC236}">
                <a16:creationId xmlns:a16="http://schemas.microsoft.com/office/drawing/2014/main" id="{DF598D68-B03E-EC98-D737-5C8EE19196D0}"/>
              </a:ext>
            </a:extLst>
          </p:cNvPr>
          <p:cNvSpPr/>
          <p:nvPr/>
        </p:nvSpPr>
        <p:spPr>
          <a:xfrm>
            <a:off x="3290341" y="2734872"/>
            <a:ext cx="902820" cy="9973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TextBox 24">
            <a:extLst>
              <a:ext uri="{FF2B5EF4-FFF2-40B4-BE49-F238E27FC236}">
                <a16:creationId xmlns:a16="http://schemas.microsoft.com/office/drawing/2014/main" id="{1312CCD9-9FCE-7A80-62E1-9B808430E64E}"/>
              </a:ext>
            </a:extLst>
          </p:cNvPr>
          <p:cNvSpPr txBox="1"/>
          <p:nvPr/>
        </p:nvSpPr>
        <p:spPr>
          <a:xfrm>
            <a:off x="5979785" y="2607654"/>
            <a:ext cx="2119200" cy="1384995"/>
          </a:xfrm>
          <a:prstGeom prst="rect">
            <a:avLst/>
          </a:prstGeom>
          <a:noFill/>
        </p:spPr>
        <p:txBody>
          <a:bodyPr wrap="square">
            <a:spAutoFit/>
          </a:bodyPr>
          <a:lstStyle/>
          <a:p>
            <a:r>
              <a:rPr lang="en-US" sz="1050" b="1" dirty="0">
                <a:solidFill>
                  <a:schemeClr val="bg1"/>
                </a:solidFill>
                <a:latin typeface="Dosis" pitchFamily="2" charset="0"/>
              </a:rPr>
              <a:t>Dataset taken manually:</a:t>
            </a:r>
          </a:p>
          <a:p>
            <a:r>
              <a:rPr lang="en-FI" sz="1050" dirty="0">
                <a:solidFill>
                  <a:schemeClr val="bg1"/>
                </a:solidFill>
                <a:latin typeface="Dosis" pitchFamily="2" charset="0"/>
              </a:rPr>
              <a:t>Job vacancy rate.xlsx</a:t>
            </a:r>
          </a:p>
          <a:p>
            <a:r>
              <a:rPr lang="en-FI" sz="1050" dirty="0">
                <a:solidFill>
                  <a:schemeClr val="bg1"/>
                </a:solidFill>
                <a:latin typeface="Dosis" pitchFamily="2" charset="0"/>
              </a:rPr>
              <a:t>Oil Price.xlsx</a:t>
            </a:r>
          </a:p>
          <a:p>
            <a:r>
              <a:rPr lang="en-FI" sz="1050" dirty="0">
                <a:solidFill>
                  <a:schemeClr val="bg1"/>
                </a:solidFill>
                <a:latin typeface="Dosis" pitchFamily="2" charset="0"/>
              </a:rPr>
              <a:t>Economic sentiment and confidence</a:t>
            </a:r>
            <a:r>
              <a:rPr lang="en-US" sz="1050" dirty="0">
                <a:solidFill>
                  <a:schemeClr val="bg1"/>
                </a:solidFill>
                <a:latin typeface="Dosis" pitchFamily="2" charset="0"/>
              </a:rPr>
              <a:t> </a:t>
            </a:r>
            <a:r>
              <a:rPr lang="en-FI" sz="1050" dirty="0">
                <a:solidFill>
                  <a:schemeClr val="bg1"/>
                </a:solidFill>
                <a:latin typeface="Dosis" pitchFamily="2" charset="0"/>
              </a:rPr>
              <a:t>indicators.xlsx</a:t>
            </a:r>
          </a:p>
          <a:p>
            <a:r>
              <a:rPr lang="en-FI" sz="1050" dirty="0">
                <a:solidFill>
                  <a:schemeClr val="bg1"/>
                </a:solidFill>
                <a:latin typeface="Dosis" pitchFamily="2" charset="0"/>
              </a:rPr>
              <a:t>interest_quarterly.xlsx</a:t>
            </a:r>
          </a:p>
          <a:p>
            <a:r>
              <a:rPr lang="en-FI" sz="1050" dirty="0">
                <a:solidFill>
                  <a:schemeClr val="bg1"/>
                </a:solidFill>
                <a:latin typeface="Dosis" pitchFamily="2" charset="0"/>
              </a:rPr>
              <a:t>Activity_rate_1990_2008.xlsx</a:t>
            </a:r>
          </a:p>
          <a:p>
            <a:r>
              <a:rPr lang="en-FI" sz="1050" dirty="0">
                <a:solidFill>
                  <a:schemeClr val="bg1"/>
                </a:solidFill>
                <a:latin typeface="Dosis" pitchFamily="2" charset="0"/>
              </a:rPr>
              <a:t>Unemployment_rate_1995_2008.xlsx</a:t>
            </a:r>
          </a:p>
        </p:txBody>
      </p:sp>
      <p:sp>
        <p:nvSpPr>
          <p:cNvPr id="26" name="Arrow: Right 25">
            <a:extLst>
              <a:ext uri="{FF2B5EF4-FFF2-40B4-BE49-F238E27FC236}">
                <a16:creationId xmlns:a16="http://schemas.microsoft.com/office/drawing/2014/main" id="{72A77DF6-AE01-2C4B-45A2-A2903E265CA6}"/>
              </a:ext>
            </a:extLst>
          </p:cNvPr>
          <p:cNvSpPr/>
          <p:nvPr/>
        </p:nvSpPr>
        <p:spPr>
          <a:xfrm rot="9408072">
            <a:off x="5096914" y="2657003"/>
            <a:ext cx="655736" cy="12374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7" name="Graphic 26" descr="World outline">
            <a:extLst>
              <a:ext uri="{FF2B5EF4-FFF2-40B4-BE49-F238E27FC236}">
                <a16:creationId xmlns:a16="http://schemas.microsoft.com/office/drawing/2014/main" id="{D358FFB5-687E-6660-7FCD-26B1082D66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11685" y="1313909"/>
            <a:ext cx="527700" cy="527700"/>
          </a:xfrm>
          <a:prstGeom prst="rect">
            <a:avLst/>
          </a:prstGeom>
        </p:spPr>
      </p:pic>
      <p:pic>
        <p:nvPicPr>
          <p:cNvPr id="28" name="Graphic 27" descr="World outline">
            <a:extLst>
              <a:ext uri="{FF2B5EF4-FFF2-40B4-BE49-F238E27FC236}">
                <a16:creationId xmlns:a16="http://schemas.microsoft.com/office/drawing/2014/main" id="{8F17EEB6-584F-D92D-4E55-E751C3F066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2166" y="1344945"/>
            <a:ext cx="527700" cy="527700"/>
          </a:xfrm>
          <a:prstGeom prst="rect">
            <a:avLst/>
          </a:prstGeom>
        </p:spPr>
      </p:pic>
      <p:pic>
        <p:nvPicPr>
          <p:cNvPr id="29" name="Graphic 28" descr="Monitor with solid fill">
            <a:extLst>
              <a:ext uri="{FF2B5EF4-FFF2-40B4-BE49-F238E27FC236}">
                <a16:creationId xmlns:a16="http://schemas.microsoft.com/office/drawing/2014/main" id="{DF73FF9B-EC8C-89E6-C79E-9182DD534B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56291" y="2039905"/>
            <a:ext cx="440650" cy="440650"/>
          </a:xfrm>
          <a:prstGeom prst="rect">
            <a:avLst/>
          </a:prstGeom>
        </p:spPr>
      </p:pic>
      <p:pic>
        <p:nvPicPr>
          <p:cNvPr id="30" name="Graphic 29" descr="Document with solid fill">
            <a:extLst>
              <a:ext uri="{FF2B5EF4-FFF2-40B4-BE49-F238E27FC236}">
                <a16:creationId xmlns:a16="http://schemas.microsoft.com/office/drawing/2014/main" id="{E4D7BFA7-005A-B05A-1931-76DF31E778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79325" y="2224519"/>
            <a:ext cx="279571" cy="279571"/>
          </a:xfrm>
          <a:prstGeom prst="rect">
            <a:avLst/>
          </a:prstGeom>
        </p:spPr>
      </p:pic>
      <p:sp>
        <p:nvSpPr>
          <p:cNvPr id="31" name="TextBox 30">
            <a:extLst>
              <a:ext uri="{FF2B5EF4-FFF2-40B4-BE49-F238E27FC236}">
                <a16:creationId xmlns:a16="http://schemas.microsoft.com/office/drawing/2014/main" id="{9B5C3C31-05AC-9310-FE60-E5136D3FE64F}"/>
              </a:ext>
            </a:extLst>
          </p:cNvPr>
          <p:cNvSpPr txBox="1"/>
          <p:nvPr/>
        </p:nvSpPr>
        <p:spPr>
          <a:xfrm>
            <a:off x="4265665" y="1142201"/>
            <a:ext cx="1550720" cy="261610"/>
          </a:xfrm>
          <a:prstGeom prst="rect">
            <a:avLst/>
          </a:prstGeom>
          <a:noFill/>
        </p:spPr>
        <p:txBody>
          <a:bodyPr wrap="square" rtlCol="0">
            <a:spAutoFit/>
          </a:bodyPr>
          <a:lstStyle/>
          <a:p>
            <a:r>
              <a:rPr lang="en-US" sz="1100" dirty="0">
                <a:solidFill>
                  <a:schemeClr val="bg1"/>
                </a:solidFill>
              </a:rPr>
              <a:t>EUROSTAT</a:t>
            </a:r>
            <a:endParaRPr lang="en-FI" sz="1100" dirty="0">
              <a:solidFill>
                <a:schemeClr val="bg1"/>
              </a:solidFill>
            </a:endParaRPr>
          </a:p>
        </p:txBody>
      </p:sp>
      <p:cxnSp>
        <p:nvCxnSpPr>
          <p:cNvPr id="36" name="Connector: Elbow 35">
            <a:extLst>
              <a:ext uri="{FF2B5EF4-FFF2-40B4-BE49-F238E27FC236}">
                <a16:creationId xmlns:a16="http://schemas.microsoft.com/office/drawing/2014/main" id="{81936BA8-C5D3-838B-59DE-821EFDAE879D}"/>
              </a:ext>
            </a:extLst>
          </p:cNvPr>
          <p:cNvCxnSpPr>
            <a:stCxn id="11" idx="2"/>
            <a:endCxn id="17" idx="1"/>
          </p:cNvCxnSpPr>
          <p:nvPr/>
        </p:nvCxnSpPr>
        <p:spPr>
          <a:xfrm rot="16200000" flipH="1">
            <a:off x="4882410" y="1710322"/>
            <a:ext cx="395280" cy="72806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829ED1DA-7F59-6F97-0600-70DE896D0CB7}"/>
              </a:ext>
            </a:extLst>
          </p:cNvPr>
          <p:cNvCxnSpPr>
            <a:cxnSpLocks/>
            <a:endCxn id="17" idx="3"/>
          </p:cNvCxnSpPr>
          <p:nvPr/>
        </p:nvCxnSpPr>
        <p:spPr>
          <a:xfrm rot="10800000" flipV="1">
            <a:off x="6188685" y="1847941"/>
            <a:ext cx="622486" cy="42405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9" name="Arrow: Right 38">
            <a:extLst>
              <a:ext uri="{FF2B5EF4-FFF2-40B4-BE49-F238E27FC236}">
                <a16:creationId xmlns:a16="http://schemas.microsoft.com/office/drawing/2014/main" id="{475283CF-A2C6-8B5E-9F93-E7440082D55D}"/>
              </a:ext>
            </a:extLst>
          </p:cNvPr>
          <p:cNvSpPr/>
          <p:nvPr/>
        </p:nvSpPr>
        <p:spPr>
          <a:xfrm rot="5400000">
            <a:off x="4418530" y="3365447"/>
            <a:ext cx="655736" cy="12374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41" name="Graphic 40" descr="Document with solid fill">
            <a:extLst>
              <a:ext uri="{FF2B5EF4-FFF2-40B4-BE49-F238E27FC236}">
                <a16:creationId xmlns:a16="http://schemas.microsoft.com/office/drawing/2014/main" id="{6C101B21-88BE-5FF0-82E3-2DB9961305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22185" y="3826905"/>
            <a:ext cx="690938" cy="690938"/>
          </a:xfrm>
          <a:prstGeom prst="rect">
            <a:avLst/>
          </a:prstGeom>
        </p:spPr>
      </p:pic>
      <p:sp>
        <p:nvSpPr>
          <p:cNvPr id="42" name="TextBox 41">
            <a:extLst>
              <a:ext uri="{FF2B5EF4-FFF2-40B4-BE49-F238E27FC236}">
                <a16:creationId xmlns:a16="http://schemas.microsoft.com/office/drawing/2014/main" id="{B2141454-6B94-CB07-E7D9-F841A7DD675B}"/>
              </a:ext>
            </a:extLst>
          </p:cNvPr>
          <p:cNvSpPr txBox="1"/>
          <p:nvPr/>
        </p:nvSpPr>
        <p:spPr>
          <a:xfrm>
            <a:off x="3948291" y="4561941"/>
            <a:ext cx="2119200" cy="253916"/>
          </a:xfrm>
          <a:prstGeom prst="rect">
            <a:avLst/>
          </a:prstGeom>
          <a:noFill/>
        </p:spPr>
        <p:txBody>
          <a:bodyPr wrap="square">
            <a:spAutoFit/>
          </a:bodyPr>
          <a:lstStyle/>
          <a:p>
            <a:r>
              <a:rPr lang="en-US" sz="1050" b="1" dirty="0">
                <a:solidFill>
                  <a:schemeClr val="bg1"/>
                </a:solidFill>
                <a:latin typeface="Dosis" pitchFamily="2" charset="0"/>
              </a:rPr>
              <a:t>All_Unemployment_Indicators.xlsx</a:t>
            </a:r>
          </a:p>
        </p:txBody>
      </p:sp>
      <p:pic>
        <p:nvPicPr>
          <p:cNvPr id="2" name="Picture 1">
            <a:extLst>
              <a:ext uri="{FF2B5EF4-FFF2-40B4-BE49-F238E27FC236}">
                <a16:creationId xmlns:a16="http://schemas.microsoft.com/office/drawing/2014/main" id="{5E1F59E8-EE2C-C632-43E0-10695C332836}"/>
              </a:ext>
            </a:extLst>
          </p:cNvPr>
          <p:cNvPicPr>
            <a:picLocks noChangeAspect="1"/>
          </p:cNvPicPr>
          <p:nvPr/>
        </p:nvPicPr>
        <p:blipFill>
          <a:blip r:embed="rId3"/>
          <a:stretch>
            <a:fillRect/>
          </a:stretch>
        </p:blipFill>
        <p:spPr>
          <a:xfrm>
            <a:off x="2936526" y="1273006"/>
            <a:ext cx="255872" cy="256900"/>
          </a:xfrm>
          <a:prstGeom prst="rect">
            <a:avLst/>
          </a:prstGeom>
        </p:spPr>
      </p:pic>
    </p:spTree>
    <p:extLst>
      <p:ext uri="{BB962C8B-B14F-4D97-AF65-F5344CB8AC3E}">
        <p14:creationId xmlns:p14="http://schemas.microsoft.com/office/powerpoint/2010/main" val="4087491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CB6F8ABC-FF33-749A-2276-9D7A8555BB6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B654046-4054-EF74-70CB-F502BB44C148}"/>
              </a:ext>
            </a:extLst>
          </p:cNvPr>
          <p:cNvSpPr/>
          <p:nvPr/>
        </p:nvSpPr>
        <p:spPr>
          <a:xfrm>
            <a:off x="3363904" y="1169233"/>
            <a:ext cx="2416194" cy="2259765"/>
          </a:xfrm>
          <a:prstGeom prst="rect">
            <a:avLst/>
          </a:prstGeom>
          <a:solidFill>
            <a:srgbClr val="351C75"/>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675" name="Google Shape;4675;p98">
            <a:extLst>
              <a:ext uri="{FF2B5EF4-FFF2-40B4-BE49-F238E27FC236}">
                <a16:creationId xmlns:a16="http://schemas.microsoft.com/office/drawing/2014/main" id="{9B9014C0-4D99-B8E9-BEB1-075769F6738A}"/>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9" name="Google Shape;4679;p98">
            <a:extLst>
              <a:ext uri="{FF2B5EF4-FFF2-40B4-BE49-F238E27FC236}">
                <a16:creationId xmlns:a16="http://schemas.microsoft.com/office/drawing/2014/main" id="{F17754C7-3413-0FBD-BD65-B3F3649523A9}"/>
              </a:ext>
            </a:extLst>
          </p:cNvPr>
          <p:cNvSpPr txBox="1"/>
          <p:nvPr/>
        </p:nvSpPr>
        <p:spPr>
          <a:xfrm>
            <a:off x="6296275" y="1551028"/>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Model.ipynb</a:t>
            </a:r>
            <a:endParaRPr dirty="0">
              <a:solidFill>
                <a:schemeClr val="lt1"/>
              </a:solidFill>
              <a:latin typeface="Space Grotesk Medium"/>
              <a:ea typeface="Space Grotesk Medium"/>
              <a:cs typeface="Space Grotesk Medium"/>
              <a:sym typeface="Space Grotesk Medium"/>
            </a:endParaRPr>
          </a:p>
        </p:txBody>
      </p:sp>
      <p:sp>
        <p:nvSpPr>
          <p:cNvPr id="4683" name="Google Shape;4683;p98">
            <a:extLst>
              <a:ext uri="{FF2B5EF4-FFF2-40B4-BE49-F238E27FC236}">
                <a16:creationId xmlns:a16="http://schemas.microsoft.com/office/drawing/2014/main" id="{2D17C2A2-6112-7631-6EFD-5DDB1D3B51C5}"/>
              </a:ext>
            </a:extLst>
          </p:cNvPr>
          <p:cNvSpPr txBox="1"/>
          <p:nvPr/>
        </p:nvSpPr>
        <p:spPr>
          <a:xfrm>
            <a:off x="7003525" y="792928"/>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3</a:t>
            </a:r>
            <a:endParaRPr sz="3300">
              <a:solidFill>
                <a:schemeClr val="lt1"/>
              </a:solidFill>
              <a:latin typeface="Space Grotesk Medium"/>
              <a:ea typeface="Space Grotesk Medium"/>
              <a:cs typeface="Space Grotesk Medium"/>
              <a:sym typeface="Space Grotesk Medium"/>
            </a:endParaRPr>
          </a:p>
        </p:txBody>
      </p:sp>
      <p:cxnSp>
        <p:nvCxnSpPr>
          <p:cNvPr id="4693" name="Google Shape;4693;p98">
            <a:extLst>
              <a:ext uri="{FF2B5EF4-FFF2-40B4-BE49-F238E27FC236}">
                <a16:creationId xmlns:a16="http://schemas.microsoft.com/office/drawing/2014/main" id="{24269477-94A0-C842-6FD2-361EB9B9139E}"/>
              </a:ext>
            </a:extLst>
          </p:cNvPr>
          <p:cNvCxnSpPr>
            <a:cxnSpLocks/>
            <a:stCxn id="4683" idx="2"/>
            <a:endCxn id="4679" idx="0"/>
          </p:cNvCxnSpPr>
          <p:nvPr/>
        </p:nvCxnSpPr>
        <p:spPr>
          <a:xfrm rot="5400000">
            <a:off x="7240675" y="1435828"/>
            <a:ext cx="230400" cy="12700"/>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5" name="Google Shape;4282;p85">
            <a:extLst>
              <a:ext uri="{FF2B5EF4-FFF2-40B4-BE49-F238E27FC236}">
                <a16:creationId xmlns:a16="http://schemas.microsoft.com/office/drawing/2014/main" id="{B92C6B23-9CD9-723A-4870-EDB39B0BC3F6}"/>
              </a:ext>
            </a:extLst>
          </p:cNvPr>
          <p:cNvSpPr/>
          <p:nvPr/>
        </p:nvSpPr>
        <p:spPr>
          <a:xfrm>
            <a:off x="2438367" y="220920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a:extLst>
              <a:ext uri="{FF2B5EF4-FFF2-40B4-BE49-F238E27FC236}">
                <a16:creationId xmlns:a16="http://schemas.microsoft.com/office/drawing/2014/main" id="{E409B050-9C70-1CEB-5E4D-7DC3FBC97CD5}"/>
              </a:ext>
            </a:extLst>
          </p:cNvPr>
          <p:cNvPicPr>
            <a:picLocks noChangeAspect="1"/>
          </p:cNvPicPr>
          <p:nvPr/>
        </p:nvPicPr>
        <p:blipFill>
          <a:blip r:embed="rId3"/>
          <a:stretch>
            <a:fillRect/>
          </a:stretch>
        </p:blipFill>
        <p:spPr>
          <a:xfrm>
            <a:off x="2619304" y="2280919"/>
            <a:ext cx="382725" cy="384262"/>
          </a:xfrm>
          <a:prstGeom prst="rect">
            <a:avLst/>
          </a:prstGeom>
        </p:spPr>
      </p:pic>
      <p:pic>
        <p:nvPicPr>
          <p:cNvPr id="7" name="Graphic 6" descr="Document with solid fill">
            <a:extLst>
              <a:ext uri="{FF2B5EF4-FFF2-40B4-BE49-F238E27FC236}">
                <a16:creationId xmlns:a16="http://schemas.microsoft.com/office/drawing/2014/main" id="{DCAE5D93-8082-47F2-82F7-F9FEFA1058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726" y="2209200"/>
            <a:ext cx="577035" cy="577035"/>
          </a:xfrm>
          <a:prstGeom prst="rect">
            <a:avLst/>
          </a:prstGeom>
        </p:spPr>
      </p:pic>
      <p:sp>
        <p:nvSpPr>
          <p:cNvPr id="8" name="Arrow: Right 7">
            <a:extLst>
              <a:ext uri="{FF2B5EF4-FFF2-40B4-BE49-F238E27FC236}">
                <a16:creationId xmlns:a16="http://schemas.microsoft.com/office/drawing/2014/main" id="{1687E627-70A2-40E3-F8CD-AE26E44C458C}"/>
              </a:ext>
            </a:extLst>
          </p:cNvPr>
          <p:cNvSpPr/>
          <p:nvPr/>
        </p:nvSpPr>
        <p:spPr>
          <a:xfrm>
            <a:off x="1833212" y="2473050"/>
            <a:ext cx="577036" cy="6739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 name="TextBox 8">
            <a:extLst>
              <a:ext uri="{FF2B5EF4-FFF2-40B4-BE49-F238E27FC236}">
                <a16:creationId xmlns:a16="http://schemas.microsoft.com/office/drawing/2014/main" id="{8BFEAC14-193D-EFBA-72A1-A125FBB5D1C3}"/>
              </a:ext>
            </a:extLst>
          </p:cNvPr>
          <p:cNvSpPr txBox="1"/>
          <p:nvPr/>
        </p:nvSpPr>
        <p:spPr>
          <a:xfrm>
            <a:off x="3363904" y="1320629"/>
            <a:ext cx="2310755" cy="2354491"/>
          </a:xfrm>
          <a:prstGeom prst="rect">
            <a:avLst/>
          </a:prstGeom>
          <a:noFill/>
        </p:spPr>
        <p:txBody>
          <a:bodyPr wrap="square">
            <a:spAutoFit/>
          </a:bodyPr>
          <a:lstStyle/>
          <a:p>
            <a:r>
              <a:rPr lang="en-US" b="1" dirty="0">
                <a:solidFill>
                  <a:schemeClr val="bg1"/>
                </a:solidFill>
                <a:latin typeface="Dosis" pitchFamily="2" charset="0"/>
              </a:rPr>
              <a:t>1.- Check Errors, example:</a:t>
            </a:r>
          </a:p>
          <a:p>
            <a:r>
              <a:rPr lang="en-US" dirty="0">
                <a:solidFill>
                  <a:schemeClr val="bg1"/>
                </a:solidFill>
                <a:latin typeface="Dosis" pitchFamily="2" charset="0"/>
              </a:rPr>
              <a:t>Durbin Watson test</a:t>
            </a:r>
          </a:p>
          <a:p>
            <a:r>
              <a:rPr lang="en-US" dirty="0">
                <a:solidFill>
                  <a:schemeClr val="bg1"/>
                </a:solidFill>
                <a:latin typeface="Dosis" pitchFamily="2" charset="0"/>
              </a:rPr>
              <a:t>Residual Plot</a:t>
            </a:r>
          </a:p>
          <a:p>
            <a:r>
              <a:rPr lang="en-US" dirty="0">
                <a:solidFill>
                  <a:schemeClr val="bg1"/>
                </a:solidFill>
                <a:latin typeface="Dosis" pitchFamily="2" charset="0"/>
              </a:rPr>
              <a:t>Jarque-Bera</a:t>
            </a:r>
          </a:p>
          <a:p>
            <a:r>
              <a:rPr lang="en-US" dirty="0">
                <a:solidFill>
                  <a:schemeClr val="bg1"/>
                </a:solidFill>
                <a:latin typeface="Dosis" pitchFamily="2" charset="0"/>
              </a:rPr>
              <a:t>QQ-Plot</a:t>
            </a:r>
          </a:p>
          <a:p>
            <a:r>
              <a:rPr lang="en-US" b="1" dirty="0">
                <a:solidFill>
                  <a:schemeClr val="bg1"/>
                </a:solidFill>
                <a:latin typeface="Dosis" pitchFamily="2" charset="0"/>
              </a:rPr>
              <a:t>2.- Check Multicollinearity</a:t>
            </a:r>
          </a:p>
          <a:p>
            <a:r>
              <a:rPr lang="en-US" b="1" dirty="0">
                <a:solidFill>
                  <a:schemeClr val="bg1"/>
                </a:solidFill>
                <a:latin typeface="Dosis" pitchFamily="2" charset="0"/>
              </a:rPr>
              <a:t>3.- Create the Train/Test </a:t>
            </a:r>
          </a:p>
          <a:p>
            <a:r>
              <a:rPr lang="en-US" b="1" dirty="0">
                <a:solidFill>
                  <a:schemeClr val="bg1"/>
                </a:solidFill>
                <a:latin typeface="Dosis" pitchFamily="2" charset="0"/>
              </a:rPr>
              <a:t>4.- Build several Models</a:t>
            </a:r>
          </a:p>
          <a:p>
            <a:endParaRPr lang="en-US" b="1" dirty="0">
              <a:solidFill>
                <a:schemeClr val="bg1"/>
              </a:solidFill>
              <a:latin typeface="Dosis" pitchFamily="2" charset="0"/>
            </a:endParaRPr>
          </a:p>
          <a:p>
            <a:endParaRPr lang="en-US" sz="1050" b="1" dirty="0">
              <a:solidFill>
                <a:schemeClr val="bg1"/>
              </a:solidFill>
              <a:latin typeface="Dosis" pitchFamily="2" charset="0"/>
            </a:endParaRPr>
          </a:p>
          <a:p>
            <a:endParaRPr lang="en-FI" sz="1050" dirty="0">
              <a:solidFill>
                <a:schemeClr val="bg1"/>
              </a:solidFill>
              <a:latin typeface="Dosis" pitchFamily="2" charset="0"/>
            </a:endParaRPr>
          </a:p>
        </p:txBody>
      </p:sp>
      <p:sp>
        <p:nvSpPr>
          <p:cNvPr id="11" name="TextBox 10">
            <a:extLst>
              <a:ext uri="{FF2B5EF4-FFF2-40B4-BE49-F238E27FC236}">
                <a16:creationId xmlns:a16="http://schemas.microsoft.com/office/drawing/2014/main" id="{8256CCD8-3F8C-9D94-8699-88B6FCF92EE3}"/>
              </a:ext>
            </a:extLst>
          </p:cNvPr>
          <p:cNvSpPr txBox="1"/>
          <p:nvPr/>
        </p:nvSpPr>
        <p:spPr>
          <a:xfrm>
            <a:off x="829161" y="2873792"/>
            <a:ext cx="2119200" cy="253916"/>
          </a:xfrm>
          <a:prstGeom prst="rect">
            <a:avLst/>
          </a:prstGeom>
          <a:noFill/>
        </p:spPr>
        <p:txBody>
          <a:bodyPr wrap="square">
            <a:spAutoFit/>
          </a:bodyPr>
          <a:lstStyle/>
          <a:p>
            <a:r>
              <a:rPr lang="en-US" sz="1050" b="1" dirty="0">
                <a:solidFill>
                  <a:schemeClr val="bg1"/>
                </a:solidFill>
                <a:latin typeface="Dosis" pitchFamily="2" charset="0"/>
              </a:rPr>
              <a:t>All_Unemployment_Indicators.xlsx</a:t>
            </a:r>
          </a:p>
        </p:txBody>
      </p:sp>
      <p:cxnSp>
        <p:nvCxnSpPr>
          <p:cNvPr id="15" name="Straight Connector 14">
            <a:extLst>
              <a:ext uri="{FF2B5EF4-FFF2-40B4-BE49-F238E27FC236}">
                <a16:creationId xmlns:a16="http://schemas.microsoft.com/office/drawing/2014/main" id="{CD2F53C5-44CD-5769-5312-CC823DA358AA}"/>
              </a:ext>
            </a:extLst>
          </p:cNvPr>
          <p:cNvCxnSpPr>
            <a:stCxn id="5" idx="3"/>
          </p:cNvCxnSpPr>
          <p:nvPr/>
        </p:nvCxnSpPr>
        <p:spPr>
          <a:xfrm>
            <a:off x="3182967" y="2473050"/>
            <a:ext cx="180937" cy="0"/>
          </a:xfrm>
          <a:prstGeom prst="line">
            <a:avLst/>
          </a:prstGeom>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D41D020C-8A31-B6EF-5BD9-9B0AC095B365}"/>
              </a:ext>
            </a:extLst>
          </p:cNvPr>
          <p:cNvPicPr>
            <a:picLocks noChangeAspect="1"/>
          </p:cNvPicPr>
          <p:nvPr/>
        </p:nvPicPr>
        <p:blipFill>
          <a:blip r:embed="rId3"/>
          <a:stretch>
            <a:fillRect/>
          </a:stretch>
        </p:blipFill>
        <p:spPr>
          <a:xfrm>
            <a:off x="8130575" y="1418018"/>
            <a:ext cx="300175" cy="266020"/>
          </a:xfrm>
          <a:prstGeom prst="rect">
            <a:avLst/>
          </a:prstGeom>
        </p:spPr>
      </p:pic>
    </p:spTree>
    <p:extLst>
      <p:ext uri="{BB962C8B-B14F-4D97-AF65-F5344CB8AC3E}">
        <p14:creationId xmlns:p14="http://schemas.microsoft.com/office/powerpoint/2010/main" val="187658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F0CD1AB5-29C5-07AD-72B8-7B115481BCBE}"/>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626EC72D-90DE-940B-E2E7-9B1CAE590610}"/>
              </a:ext>
            </a:extLst>
          </p:cNvPr>
          <p:cNvSpPr txBox="1">
            <a:spLocks noGrp="1"/>
          </p:cNvSpPr>
          <p:nvPr>
            <p:ph type="title"/>
          </p:nvPr>
        </p:nvSpPr>
        <p:spPr>
          <a:xfrm>
            <a:off x="244896" y="15893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80" name="Google Shape;4680;p98">
            <a:extLst>
              <a:ext uri="{FF2B5EF4-FFF2-40B4-BE49-F238E27FC236}">
                <a16:creationId xmlns:a16="http://schemas.microsoft.com/office/drawing/2014/main" id="{B1F4EF9D-1C98-ACDC-8CD0-AEFF1B20637C}"/>
              </a:ext>
            </a:extLst>
          </p:cNvPr>
          <p:cNvSpPr txBox="1"/>
          <p:nvPr/>
        </p:nvSpPr>
        <p:spPr>
          <a:xfrm>
            <a:off x="5674160" y="844464"/>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Data visualization</a:t>
            </a:r>
            <a:endParaRPr dirty="0">
              <a:solidFill>
                <a:schemeClr val="lt1"/>
              </a:solidFill>
              <a:latin typeface="Space Grotesk Medium"/>
              <a:ea typeface="Space Grotesk Medium"/>
              <a:cs typeface="Space Grotesk Medium"/>
              <a:sym typeface="Space Grotesk Medium"/>
            </a:endParaRPr>
          </a:p>
        </p:txBody>
      </p:sp>
      <p:sp>
        <p:nvSpPr>
          <p:cNvPr id="4684" name="Google Shape;4684;p98">
            <a:extLst>
              <a:ext uri="{FF2B5EF4-FFF2-40B4-BE49-F238E27FC236}">
                <a16:creationId xmlns:a16="http://schemas.microsoft.com/office/drawing/2014/main" id="{A085FC03-FE7E-F861-BD7C-0C89D482A6E4}"/>
              </a:ext>
            </a:extLst>
          </p:cNvPr>
          <p:cNvSpPr txBox="1"/>
          <p:nvPr/>
        </p:nvSpPr>
        <p:spPr>
          <a:xfrm>
            <a:off x="6381410" y="20570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4</a:t>
            </a:r>
            <a:endParaRPr sz="3300">
              <a:solidFill>
                <a:schemeClr val="lt1"/>
              </a:solidFill>
              <a:latin typeface="Space Grotesk Medium"/>
              <a:ea typeface="Space Grotesk Medium"/>
              <a:cs typeface="Space Grotesk Medium"/>
              <a:sym typeface="Space Grotesk Medium"/>
            </a:endParaRPr>
          </a:p>
        </p:txBody>
      </p:sp>
      <p:cxnSp>
        <p:nvCxnSpPr>
          <p:cNvPr id="4695" name="Google Shape;4695;p98">
            <a:extLst>
              <a:ext uri="{FF2B5EF4-FFF2-40B4-BE49-F238E27FC236}">
                <a16:creationId xmlns:a16="http://schemas.microsoft.com/office/drawing/2014/main" id="{97E7E9A4-BF2B-FA02-0F80-279613C819E6}"/>
              </a:ext>
            </a:extLst>
          </p:cNvPr>
          <p:cNvCxnSpPr>
            <a:cxnSpLocks/>
            <a:endCxn id="4680" idx="0"/>
          </p:cNvCxnSpPr>
          <p:nvPr/>
        </p:nvCxnSpPr>
        <p:spPr>
          <a:xfrm rot="16200000" flipH="1">
            <a:off x="6668464" y="779168"/>
            <a:ext cx="127672" cy="2920"/>
          </a:xfrm>
          <a:prstGeom prst="bentConnector3">
            <a:avLst>
              <a:gd name="adj1" fmla="val 50000"/>
            </a:avLst>
          </a:prstGeom>
          <a:noFill/>
          <a:ln w="9525" cap="flat" cmpd="sng">
            <a:solidFill>
              <a:schemeClr val="accent1"/>
            </a:solidFill>
            <a:prstDash val="solid"/>
            <a:round/>
            <a:headEnd type="oval" w="med" len="med"/>
            <a:tailEnd type="none" w="med" len="med"/>
          </a:ln>
        </p:spPr>
      </p:cxnSp>
      <p:pic>
        <p:nvPicPr>
          <p:cNvPr id="4" name="Graphic 3" descr="Database outline">
            <a:extLst>
              <a:ext uri="{FF2B5EF4-FFF2-40B4-BE49-F238E27FC236}">
                <a16:creationId xmlns:a16="http://schemas.microsoft.com/office/drawing/2014/main" id="{9BFD712E-FFC3-40C7-7398-A4EDE47E8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465" y="2254700"/>
            <a:ext cx="605428" cy="605428"/>
          </a:xfrm>
          <a:prstGeom prst="rect">
            <a:avLst/>
          </a:prstGeom>
        </p:spPr>
      </p:pic>
      <p:sp>
        <p:nvSpPr>
          <p:cNvPr id="5" name="Google Shape;4286;p85">
            <a:extLst>
              <a:ext uri="{FF2B5EF4-FFF2-40B4-BE49-F238E27FC236}">
                <a16:creationId xmlns:a16="http://schemas.microsoft.com/office/drawing/2014/main" id="{94FBA0F9-FDB0-9DE4-FEF4-5E38BEF51E75}"/>
              </a:ext>
            </a:extLst>
          </p:cNvPr>
          <p:cNvSpPr/>
          <p:nvPr/>
        </p:nvSpPr>
        <p:spPr>
          <a:xfrm>
            <a:off x="1547019" y="229356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a:extLst>
              <a:ext uri="{FF2B5EF4-FFF2-40B4-BE49-F238E27FC236}">
                <a16:creationId xmlns:a16="http://schemas.microsoft.com/office/drawing/2014/main" id="{995C8DDC-891F-03DB-E8DE-E48CE82CEEB7}"/>
              </a:ext>
            </a:extLst>
          </p:cNvPr>
          <p:cNvPicPr>
            <a:picLocks noChangeAspect="1"/>
          </p:cNvPicPr>
          <p:nvPr/>
        </p:nvPicPr>
        <p:blipFill>
          <a:blip r:embed="rId4"/>
          <a:stretch>
            <a:fillRect/>
          </a:stretch>
        </p:blipFill>
        <p:spPr>
          <a:xfrm>
            <a:off x="1750709" y="2355458"/>
            <a:ext cx="337220" cy="391028"/>
          </a:xfrm>
          <a:prstGeom prst="rect">
            <a:avLst/>
          </a:prstGeom>
        </p:spPr>
      </p:pic>
      <p:sp>
        <p:nvSpPr>
          <p:cNvPr id="7" name="TextBox 6">
            <a:extLst>
              <a:ext uri="{FF2B5EF4-FFF2-40B4-BE49-F238E27FC236}">
                <a16:creationId xmlns:a16="http://schemas.microsoft.com/office/drawing/2014/main" id="{E5B9BF0C-48FC-1768-1F22-364E05E62618}"/>
              </a:ext>
            </a:extLst>
          </p:cNvPr>
          <p:cNvSpPr txBox="1"/>
          <p:nvPr/>
        </p:nvSpPr>
        <p:spPr>
          <a:xfrm>
            <a:off x="2452800" y="1606663"/>
            <a:ext cx="2119200" cy="1877437"/>
          </a:xfrm>
          <a:prstGeom prst="rect">
            <a:avLst/>
          </a:prstGeom>
          <a:noFill/>
        </p:spPr>
        <p:txBody>
          <a:bodyPr wrap="square">
            <a:spAutoFit/>
          </a:bodyPr>
          <a:lstStyle/>
          <a:p>
            <a:r>
              <a:rPr lang="en-US" sz="1000" b="1" dirty="0">
                <a:solidFill>
                  <a:schemeClr val="bg1"/>
                </a:solidFill>
                <a:latin typeface="Dosis" pitchFamily="2" charset="0"/>
              </a:rPr>
              <a:t>Create 5 pages:</a:t>
            </a:r>
          </a:p>
          <a:p>
            <a:endParaRPr lang="en-US" sz="1000" b="1" dirty="0">
              <a:solidFill>
                <a:schemeClr val="bg1"/>
              </a:solidFill>
              <a:latin typeface="Dosis" pitchFamily="2" charset="0"/>
            </a:endParaRPr>
          </a:p>
          <a:p>
            <a:r>
              <a:rPr lang="en-US" sz="800" b="1" dirty="0">
                <a:solidFill>
                  <a:schemeClr val="bg1"/>
                </a:solidFill>
                <a:highlight>
                  <a:srgbClr val="351C75"/>
                </a:highlight>
                <a:latin typeface="Dosis" pitchFamily="2" charset="0"/>
              </a:rPr>
              <a:t>Overview:</a:t>
            </a:r>
            <a:r>
              <a:rPr lang="en-US" sz="800" b="1" dirty="0">
                <a:solidFill>
                  <a:schemeClr val="bg1"/>
                </a:solidFill>
                <a:latin typeface="Dosis" pitchFamily="2" charset="0"/>
              </a:rPr>
              <a:t> </a:t>
            </a:r>
            <a:r>
              <a:rPr lang="en-US" sz="800" dirty="0">
                <a:solidFill>
                  <a:schemeClr val="bg1"/>
                </a:solidFill>
                <a:latin typeface="Dosis" pitchFamily="2" charset="0"/>
              </a:rPr>
              <a:t>Presents a general visualization of unemployment trends and key unemployment KPIs.</a:t>
            </a:r>
          </a:p>
          <a:p>
            <a:r>
              <a:rPr lang="en-US" sz="800" b="1" dirty="0">
                <a:solidFill>
                  <a:schemeClr val="bg1"/>
                </a:solidFill>
                <a:highlight>
                  <a:srgbClr val="351C75"/>
                </a:highlight>
                <a:latin typeface="Dosis" pitchFamily="2" charset="0"/>
              </a:rPr>
              <a:t>Region:</a:t>
            </a:r>
            <a:r>
              <a:rPr lang="en-US" sz="800" dirty="0">
                <a:solidFill>
                  <a:schemeClr val="bg1"/>
                </a:solidFill>
                <a:latin typeface="Dosis" pitchFamily="2" charset="0"/>
              </a:rPr>
              <a:t> Displays unemployment KPIs by region over time.</a:t>
            </a:r>
          </a:p>
          <a:p>
            <a:r>
              <a:rPr lang="en-US" sz="800" b="1" dirty="0">
                <a:solidFill>
                  <a:schemeClr val="bg1"/>
                </a:solidFill>
                <a:highlight>
                  <a:srgbClr val="351C75"/>
                </a:highlight>
                <a:latin typeface="Dosis" pitchFamily="2" charset="0"/>
              </a:rPr>
              <a:t>Groups:</a:t>
            </a:r>
            <a:r>
              <a:rPr lang="en-US" sz="800" b="1" dirty="0">
                <a:solidFill>
                  <a:schemeClr val="bg1"/>
                </a:solidFill>
                <a:latin typeface="Dosis" pitchFamily="2" charset="0"/>
              </a:rPr>
              <a:t> </a:t>
            </a:r>
            <a:r>
              <a:rPr lang="en-US" sz="800" dirty="0">
                <a:solidFill>
                  <a:schemeClr val="bg1"/>
                </a:solidFill>
                <a:latin typeface="Dosis" pitchFamily="2" charset="0"/>
              </a:rPr>
              <a:t>Includes two graphs showing unemployment trends by sex and age group across the years.</a:t>
            </a:r>
          </a:p>
          <a:p>
            <a:r>
              <a:rPr lang="en-US" sz="800" b="1" dirty="0">
                <a:solidFill>
                  <a:schemeClr val="bg1"/>
                </a:solidFill>
                <a:highlight>
                  <a:srgbClr val="351C75"/>
                </a:highlight>
                <a:latin typeface="Dosis" pitchFamily="2" charset="0"/>
              </a:rPr>
              <a:t>Industry:</a:t>
            </a:r>
            <a:r>
              <a:rPr lang="en-US" sz="800" dirty="0">
                <a:solidFill>
                  <a:schemeClr val="bg1"/>
                </a:solidFill>
                <a:latin typeface="Dosis" pitchFamily="2" charset="0"/>
              </a:rPr>
              <a:t> Shows which industries have experienced the largest job losses over time.</a:t>
            </a:r>
          </a:p>
          <a:p>
            <a:r>
              <a:rPr lang="en-FI" sz="800" b="1" dirty="0">
                <a:solidFill>
                  <a:schemeClr val="bg1"/>
                </a:solidFill>
                <a:highlight>
                  <a:srgbClr val="351C75"/>
                </a:highlight>
                <a:latin typeface="Dosis" pitchFamily="2" charset="0"/>
              </a:rPr>
              <a:t>Indicators</a:t>
            </a:r>
            <a:r>
              <a:rPr lang="en-US" sz="800" b="1" dirty="0">
                <a:solidFill>
                  <a:schemeClr val="bg1"/>
                </a:solidFill>
                <a:highlight>
                  <a:srgbClr val="351C75"/>
                </a:highlight>
                <a:latin typeface="Dosis" pitchFamily="2" charset="0"/>
              </a:rPr>
              <a:t>:</a:t>
            </a:r>
            <a:r>
              <a:rPr lang="en-US" sz="800" dirty="0">
                <a:solidFill>
                  <a:schemeClr val="bg1"/>
                </a:solidFill>
                <a:latin typeface="Dosis" pitchFamily="2" charset="0"/>
              </a:rPr>
              <a:t> Visualizes the behavior of key economic indicators over the years.</a:t>
            </a:r>
            <a:endParaRPr lang="en-US" sz="800" b="1" dirty="0">
              <a:solidFill>
                <a:schemeClr val="bg1"/>
              </a:solidFill>
              <a:latin typeface="Dosis" pitchFamily="2" charset="0"/>
            </a:endParaRPr>
          </a:p>
        </p:txBody>
      </p:sp>
      <p:sp>
        <p:nvSpPr>
          <p:cNvPr id="9" name="Left Brace 8">
            <a:extLst>
              <a:ext uri="{FF2B5EF4-FFF2-40B4-BE49-F238E27FC236}">
                <a16:creationId xmlns:a16="http://schemas.microsoft.com/office/drawing/2014/main" id="{1B195E94-6596-AFE9-E010-4ACB01BD8F10}"/>
              </a:ext>
            </a:extLst>
          </p:cNvPr>
          <p:cNvSpPr/>
          <p:nvPr/>
        </p:nvSpPr>
        <p:spPr>
          <a:xfrm>
            <a:off x="2332080" y="1601745"/>
            <a:ext cx="248322" cy="22108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cxnSp>
        <p:nvCxnSpPr>
          <p:cNvPr id="28" name="Straight Arrow Connector 27">
            <a:extLst>
              <a:ext uri="{FF2B5EF4-FFF2-40B4-BE49-F238E27FC236}">
                <a16:creationId xmlns:a16="http://schemas.microsoft.com/office/drawing/2014/main" id="{0076C751-F0AE-EFBC-2846-CB880CFC99D6}"/>
              </a:ext>
            </a:extLst>
          </p:cNvPr>
          <p:cNvCxnSpPr>
            <a:cxnSpLocks/>
          </p:cNvCxnSpPr>
          <p:nvPr/>
        </p:nvCxnSpPr>
        <p:spPr>
          <a:xfrm flipV="1">
            <a:off x="1114843" y="2544531"/>
            <a:ext cx="459612" cy="12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347379A-9500-2359-2708-714CC236B429}"/>
              </a:ext>
            </a:extLst>
          </p:cNvPr>
          <p:cNvSpPr txBox="1"/>
          <p:nvPr/>
        </p:nvSpPr>
        <p:spPr>
          <a:xfrm>
            <a:off x="1114843" y="2305817"/>
            <a:ext cx="6011140" cy="215444"/>
          </a:xfrm>
          <a:prstGeom prst="rect">
            <a:avLst/>
          </a:prstGeom>
          <a:noFill/>
        </p:spPr>
        <p:txBody>
          <a:bodyPr wrap="square">
            <a:spAutoFit/>
          </a:bodyPr>
          <a:lstStyle/>
          <a:p>
            <a:r>
              <a:rPr lang="en-US" sz="800" dirty="0">
                <a:solidFill>
                  <a:schemeClr val="bg1"/>
                </a:solidFill>
                <a:latin typeface="Dosis" pitchFamily="2" charset="0"/>
              </a:rPr>
              <a:t>ODBC</a:t>
            </a:r>
            <a:endParaRPr lang="en-FI" sz="800" dirty="0"/>
          </a:p>
        </p:txBody>
      </p:sp>
      <p:sp>
        <p:nvSpPr>
          <p:cNvPr id="10" name="TextBox 9">
            <a:extLst>
              <a:ext uri="{FF2B5EF4-FFF2-40B4-BE49-F238E27FC236}">
                <a16:creationId xmlns:a16="http://schemas.microsoft.com/office/drawing/2014/main" id="{D69FAAFE-051D-226C-2A06-B31BEC3EF5C5}"/>
              </a:ext>
            </a:extLst>
          </p:cNvPr>
          <p:cNvSpPr txBox="1"/>
          <p:nvPr/>
        </p:nvSpPr>
        <p:spPr>
          <a:xfrm>
            <a:off x="658088" y="2812695"/>
            <a:ext cx="652902" cy="307777"/>
          </a:xfrm>
          <a:prstGeom prst="rect">
            <a:avLst/>
          </a:prstGeom>
          <a:noFill/>
        </p:spPr>
        <p:txBody>
          <a:bodyPr wrap="square">
            <a:spAutoFit/>
          </a:bodyPr>
          <a:lstStyle/>
          <a:p>
            <a:r>
              <a:rPr lang="en-US" sz="1400" b="1" dirty="0">
                <a:solidFill>
                  <a:schemeClr val="accent1"/>
                </a:solidFill>
                <a:latin typeface="Dosis" pitchFamily="2" charset="0"/>
              </a:rPr>
              <a:t>SQLite</a:t>
            </a:r>
            <a:endParaRPr lang="en-FI" sz="1400" b="1" dirty="0">
              <a:solidFill>
                <a:schemeClr val="accent1"/>
              </a:solidFill>
            </a:endParaRPr>
          </a:p>
        </p:txBody>
      </p:sp>
      <p:pic>
        <p:nvPicPr>
          <p:cNvPr id="8" name="Picture 7">
            <a:extLst>
              <a:ext uri="{FF2B5EF4-FFF2-40B4-BE49-F238E27FC236}">
                <a16:creationId xmlns:a16="http://schemas.microsoft.com/office/drawing/2014/main" id="{8A58AFCF-04F4-2478-AB87-8627CB9261A9}"/>
              </a:ext>
            </a:extLst>
          </p:cNvPr>
          <p:cNvPicPr>
            <a:picLocks noChangeAspect="1"/>
          </p:cNvPicPr>
          <p:nvPr/>
        </p:nvPicPr>
        <p:blipFill>
          <a:blip r:embed="rId5"/>
          <a:stretch>
            <a:fillRect/>
          </a:stretch>
        </p:blipFill>
        <p:spPr>
          <a:xfrm>
            <a:off x="4580986" y="2103120"/>
            <a:ext cx="4432486" cy="2468880"/>
          </a:xfrm>
          <a:prstGeom prst="rect">
            <a:avLst/>
          </a:prstGeom>
        </p:spPr>
      </p:pic>
    </p:spTree>
    <p:extLst>
      <p:ext uri="{BB962C8B-B14F-4D97-AF65-F5344CB8AC3E}">
        <p14:creationId xmlns:p14="http://schemas.microsoft.com/office/powerpoint/2010/main" val="224164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4">
          <a:extLst>
            <a:ext uri="{FF2B5EF4-FFF2-40B4-BE49-F238E27FC236}">
              <a16:creationId xmlns:a16="http://schemas.microsoft.com/office/drawing/2014/main" id="{627AF967-EA3B-BCF9-7CA9-6D248B47A5B5}"/>
            </a:ext>
          </a:extLst>
        </p:cNvPr>
        <p:cNvGrpSpPr/>
        <p:nvPr/>
      </p:nvGrpSpPr>
      <p:grpSpPr>
        <a:xfrm>
          <a:off x="0" y="0"/>
          <a:ext cx="0" cy="0"/>
          <a:chOff x="0" y="0"/>
          <a:chExt cx="0" cy="0"/>
        </a:xfrm>
      </p:grpSpPr>
      <p:sp>
        <p:nvSpPr>
          <p:cNvPr id="3895" name="Google Shape;3895;p70">
            <a:extLst>
              <a:ext uri="{FF2B5EF4-FFF2-40B4-BE49-F238E27FC236}">
                <a16:creationId xmlns:a16="http://schemas.microsoft.com/office/drawing/2014/main" id="{6C26C432-3D2B-ACA8-61D7-7B91E908D55F}"/>
              </a:ext>
            </a:extLst>
          </p:cNvPr>
          <p:cNvSpPr txBox="1">
            <a:spLocks noGrp="1"/>
          </p:cNvSpPr>
          <p:nvPr>
            <p:ph type="title"/>
          </p:nvPr>
        </p:nvSpPr>
        <p:spPr>
          <a:xfrm>
            <a:off x="713250" y="31121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Technologies</a:t>
            </a:r>
            <a:endParaRPr b="1" dirty="0"/>
          </a:p>
        </p:txBody>
      </p:sp>
      <p:graphicFrame>
        <p:nvGraphicFramePr>
          <p:cNvPr id="3896" name="Google Shape;3896;p70">
            <a:extLst>
              <a:ext uri="{FF2B5EF4-FFF2-40B4-BE49-F238E27FC236}">
                <a16:creationId xmlns:a16="http://schemas.microsoft.com/office/drawing/2014/main" id="{2F718674-2554-FAB9-7685-41BBF11CE6A8}"/>
              </a:ext>
            </a:extLst>
          </p:cNvPr>
          <p:cNvGraphicFramePr/>
          <p:nvPr>
            <p:extLst>
              <p:ext uri="{D42A27DB-BD31-4B8C-83A1-F6EECF244321}">
                <p14:modId xmlns:p14="http://schemas.microsoft.com/office/powerpoint/2010/main" val="3457875314"/>
              </p:ext>
            </p:extLst>
          </p:nvPr>
        </p:nvGraphicFramePr>
        <p:xfrm>
          <a:off x="1103707" y="984739"/>
          <a:ext cx="2160788" cy="3459634"/>
        </p:xfrm>
        <a:graphic>
          <a:graphicData uri="http://schemas.openxmlformats.org/drawingml/2006/table">
            <a:tbl>
              <a:tblPr>
                <a:noFill/>
                <a:tableStyleId>{173A8681-B681-46DC-9964-C7716726F91B}</a:tableStyleId>
              </a:tblPr>
              <a:tblGrid>
                <a:gridCol w="2160788">
                  <a:extLst>
                    <a:ext uri="{9D8B030D-6E8A-4147-A177-3AD203B41FA5}">
                      <a16:colId xmlns:a16="http://schemas.microsoft.com/office/drawing/2014/main" val="20001"/>
                    </a:ext>
                  </a:extLst>
                </a:gridCol>
              </a:tblGrid>
              <a:tr h="643094">
                <a:tc>
                  <a:txBody>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Technologies  </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351C75"/>
                    </a:solidFill>
                  </a:tcPr>
                </a:tc>
                <a:extLst>
                  <a:ext uri="{0D108BD9-81ED-4DB2-BD59-A6C34878D82A}">
                    <a16:rowId xmlns:a16="http://schemas.microsoft.com/office/drawing/2014/main" val="10000"/>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Phyton </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04135">
                <a:tc>
                  <a:txBody>
                    <a:bodyPr/>
                    <a:lstStyle/>
                    <a:p>
                      <a:pPr marL="0" lvl="0" indent="0" algn="ctr" rtl="0">
                        <a:spcBef>
                          <a:spcPts val="0"/>
                        </a:spcBef>
                        <a:spcAft>
                          <a:spcPts val="0"/>
                        </a:spcAft>
                        <a:buNone/>
                      </a:pPr>
                      <a:r>
                        <a:rPr lang="en" sz="1400">
                          <a:solidFill>
                            <a:schemeClr val="lt1"/>
                          </a:solidFill>
                          <a:latin typeface="Dosis"/>
                          <a:ea typeface="Dosis"/>
                          <a:cs typeface="Dosis"/>
                          <a:sym typeface="Dosis"/>
                        </a:rPr>
                        <a:t>SQLite database</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Machine learning libraries</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PowerBI</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2" name="Google Shape;3896;p70">
            <a:extLst>
              <a:ext uri="{FF2B5EF4-FFF2-40B4-BE49-F238E27FC236}">
                <a16:creationId xmlns:a16="http://schemas.microsoft.com/office/drawing/2014/main" id="{8F4CB33F-C5BE-572A-966A-49C99216AA39}"/>
              </a:ext>
            </a:extLst>
          </p:cNvPr>
          <p:cNvGraphicFramePr/>
          <p:nvPr>
            <p:extLst>
              <p:ext uri="{D42A27DB-BD31-4B8C-83A1-F6EECF244321}">
                <p14:modId xmlns:p14="http://schemas.microsoft.com/office/powerpoint/2010/main" val="3498671421"/>
              </p:ext>
            </p:extLst>
          </p:nvPr>
        </p:nvGraphicFramePr>
        <p:xfrm>
          <a:off x="4258757" y="883910"/>
          <a:ext cx="3241500" cy="3927219"/>
        </p:xfrm>
        <a:graphic>
          <a:graphicData uri="http://schemas.openxmlformats.org/drawingml/2006/table">
            <a:tbl>
              <a:tblPr>
                <a:noFill/>
                <a:tableStyleId>{173A8681-B681-46DC-9964-C7716726F91B}</a:tableStyleId>
              </a:tblPr>
              <a:tblGrid>
                <a:gridCol w="3241500">
                  <a:extLst>
                    <a:ext uri="{9D8B030D-6E8A-4147-A177-3AD203B41FA5}">
                      <a16:colId xmlns:a16="http://schemas.microsoft.com/office/drawing/2014/main" val="20002"/>
                    </a:ext>
                  </a:extLst>
                </a:gridCol>
              </a:tblGrid>
              <a:tr h="562707">
                <a:tc>
                  <a:txBody>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Python libraries</a:t>
                      </a:r>
                      <a:endParaRPr dirty="0">
                        <a:solidFill>
                          <a:schemeClr val="lt1"/>
                        </a:solidFill>
                        <a:latin typeface="Space Grotesk Medium"/>
                        <a:ea typeface="Space Grotesk Medium"/>
                        <a:cs typeface="Space Grotesk Medium"/>
                        <a:sym typeface="Space Grotesk Medium"/>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351C75"/>
                    </a:solidFill>
                  </a:tcPr>
                </a:tc>
                <a:extLst>
                  <a:ext uri="{0D108BD9-81ED-4DB2-BD59-A6C34878D82A}">
                    <a16:rowId xmlns:a16="http://schemas.microsoft.com/office/drawing/2014/main" val="10000"/>
                  </a:ext>
                </a:extLst>
              </a:tr>
              <a:tr h="632411">
                <a:tc>
                  <a:txBody>
                    <a:bodyPr/>
                    <a:lstStyle/>
                    <a:p>
                      <a:pPr marL="0" lvl="0" indent="0" algn="ctr" rtl="0">
                        <a:spcBef>
                          <a:spcPts val="0"/>
                        </a:spcBef>
                        <a:spcAft>
                          <a:spcPts val="0"/>
                        </a:spcAft>
                        <a:buNone/>
                      </a:pPr>
                      <a:r>
                        <a:rPr lang="en-US" sz="1400" dirty="0">
                          <a:solidFill>
                            <a:schemeClr val="bg1"/>
                          </a:solidFill>
                          <a:latin typeface="Dosis" pitchFamily="2" charset="0"/>
                        </a:rPr>
                        <a:t>pandas, NumPy – data manipulation</a:t>
                      </a:r>
                      <a:endParaRPr sz="1400" b="1"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32411">
                <a:tc>
                  <a:txBody>
                    <a:bodyPr/>
                    <a:lstStyle/>
                    <a:p>
                      <a:pPr marL="0" lvl="0" indent="0" algn="ctr" rtl="0">
                        <a:spcBef>
                          <a:spcPts val="0"/>
                        </a:spcBef>
                        <a:spcAft>
                          <a:spcPts val="0"/>
                        </a:spcAft>
                        <a:buNone/>
                      </a:pPr>
                      <a:r>
                        <a:rPr lang="en" sz="1400" dirty="0">
                          <a:solidFill>
                            <a:schemeClr val="bg1"/>
                          </a:solidFill>
                          <a:latin typeface="Dosis" pitchFamily="2" charset="0"/>
                          <a:ea typeface="Dosis"/>
                          <a:cs typeface="Dosis"/>
                          <a:sym typeface="Dosis"/>
                        </a:rPr>
                        <a:t> </a:t>
                      </a:r>
                      <a:r>
                        <a:rPr lang="en-US" sz="1400" dirty="0">
                          <a:solidFill>
                            <a:schemeClr val="bg1"/>
                          </a:solidFill>
                          <a:latin typeface="Dosis" pitchFamily="2" charset="0"/>
                        </a:rPr>
                        <a:t>matplotlib, seaborn – visualization</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2411">
                <a:tc>
                  <a:txBody>
                    <a:bodyPr/>
                    <a:lstStyle/>
                    <a:p>
                      <a:pPr marL="0" lvl="0" indent="0" algn="ctr" rtl="0">
                        <a:spcBef>
                          <a:spcPts val="0"/>
                        </a:spcBef>
                        <a:spcAft>
                          <a:spcPts val="0"/>
                        </a:spcAft>
                        <a:buNone/>
                      </a:pPr>
                      <a:r>
                        <a:rPr lang="en-US" sz="1400" dirty="0">
                          <a:solidFill>
                            <a:schemeClr val="bg1"/>
                          </a:solidFill>
                          <a:latin typeface="Dosis" pitchFamily="2" charset="0"/>
                        </a:rPr>
                        <a:t>scikit-learn, </a:t>
                      </a:r>
                      <a:r>
                        <a:rPr lang="en-US" sz="1400" dirty="0" err="1">
                          <a:solidFill>
                            <a:schemeClr val="bg1"/>
                          </a:solidFill>
                          <a:latin typeface="Dosis" pitchFamily="2" charset="0"/>
                        </a:rPr>
                        <a:t>XGBoost</a:t>
                      </a:r>
                      <a:r>
                        <a:rPr lang="en-US" sz="1400" dirty="0">
                          <a:solidFill>
                            <a:schemeClr val="bg1"/>
                          </a:solidFill>
                          <a:latin typeface="Dosis" pitchFamily="2" charset="0"/>
                        </a:rPr>
                        <a:t> – machine learning models</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5799">
                <a:tc>
                  <a:txBody>
                    <a:bodyPr/>
                    <a:lstStyle/>
                    <a:p>
                      <a:pPr marL="0" lvl="0" indent="0" algn="ctr" rtl="0">
                        <a:spcBef>
                          <a:spcPts val="0"/>
                        </a:spcBef>
                        <a:spcAft>
                          <a:spcPts val="0"/>
                        </a:spcAft>
                        <a:buNone/>
                      </a:pPr>
                      <a:r>
                        <a:rPr lang="en-US" sz="1400" dirty="0" err="1">
                          <a:solidFill>
                            <a:schemeClr val="bg1"/>
                          </a:solidFill>
                          <a:latin typeface="Dosis" pitchFamily="2" charset="0"/>
                        </a:rPr>
                        <a:t>statsmodels</a:t>
                      </a:r>
                      <a:r>
                        <a:rPr lang="en-US" sz="1400" dirty="0">
                          <a:solidFill>
                            <a:schemeClr val="bg1"/>
                          </a:solidFill>
                          <a:latin typeface="Dosis" pitchFamily="2" charset="0"/>
                        </a:rPr>
                        <a:t>, </a:t>
                      </a:r>
                      <a:r>
                        <a:rPr lang="en-US" sz="1400" dirty="0" err="1">
                          <a:solidFill>
                            <a:schemeClr val="bg1"/>
                          </a:solidFill>
                          <a:latin typeface="Dosis" pitchFamily="2" charset="0"/>
                        </a:rPr>
                        <a:t>scipy</a:t>
                      </a:r>
                      <a:r>
                        <a:rPr lang="en-US" sz="1400" dirty="0">
                          <a:solidFill>
                            <a:schemeClr val="bg1"/>
                          </a:solidFill>
                          <a:latin typeface="Dosis" pitchFamily="2" charset="0"/>
                        </a:rPr>
                        <a:t> – statistical analysis</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371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solidFill>
                          <a:latin typeface="Dosis" pitchFamily="2" charset="0"/>
                        </a:rPr>
                        <a:t>requests – data retrieval</a:t>
                      </a:r>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981332686"/>
                  </a:ext>
                </a:extLst>
              </a:tr>
              <a:tr h="624323">
                <a:tc>
                  <a:txBody>
                    <a:bodyPr/>
                    <a:lstStyle/>
                    <a:p>
                      <a:pPr marL="0" lvl="0" indent="0" algn="ctr" rtl="0">
                        <a:spcBef>
                          <a:spcPts val="0"/>
                        </a:spcBef>
                        <a:spcAft>
                          <a:spcPts val="0"/>
                        </a:spcAft>
                        <a:buNone/>
                      </a:pPr>
                      <a:r>
                        <a:rPr lang="en-US" dirty="0" err="1">
                          <a:solidFill>
                            <a:schemeClr val="bg1"/>
                          </a:solidFill>
                          <a:latin typeface="Dosis" pitchFamily="2" charset="0"/>
                          <a:ea typeface="Dosis"/>
                          <a:cs typeface="Dosis"/>
                          <a:sym typeface="Dosis"/>
                        </a:rPr>
                        <a:t>pyjstat</a:t>
                      </a:r>
                      <a:r>
                        <a:rPr lang="en-US" dirty="0">
                          <a:solidFill>
                            <a:schemeClr val="bg1"/>
                          </a:solidFill>
                          <a:latin typeface="Dosis" pitchFamily="2" charset="0"/>
                          <a:ea typeface="Dosis"/>
                          <a:cs typeface="Dosis"/>
                          <a:sym typeface="Dosis"/>
                        </a:rPr>
                        <a:t> – Data Format conversion</a:t>
                      </a:r>
                    </a:p>
                    <a:p>
                      <a:pPr marL="0" lvl="0" indent="0" algn="ctr" rtl="0">
                        <a:spcBef>
                          <a:spcPts val="0"/>
                        </a:spcBef>
                        <a:spcAft>
                          <a:spcPts val="0"/>
                        </a:spcAft>
                        <a:buNone/>
                      </a:pPr>
                      <a:r>
                        <a:rPr lang="en-US" dirty="0">
                          <a:solidFill>
                            <a:schemeClr val="bg1"/>
                          </a:solidFill>
                          <a:latin typeface="Dosis" pitchFamily="2" charset="0"/>
                          <a:ea typeface="Dosis"/>
                          <a:cs typeface="Dosis"/>
                          <a:sym typeface="Dosis"/>
                        </a:rPr>
                        <a:t> </a:t>
                      </a:r>
                      <a:endParaRPr dirty="0">
                        <a:solidFill>
                          <a:schemeClr val="bg1"/>
                        </a:solidFill>
                        <a:latin typeface="Dosis" pitchFamily="2" charset="0"/>
                        <a:ea typeface="Dosis"/>
                        <a:cs typeface="Dosis"/>
                        <a:sym typeface="Dosis"/>
                      </a:endParaRPr>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4064925480"/>
                  </a:ext>
                </a:extLst>
              </a:tr>
            </a:tbl>
          </a:graphicData>
        </a:graphic>
      </p:graphicFrame>
      <p:grpSp>
        <p:nvGrpSpPr>
          <p:cNvPr id="3" name="Google Shape;13918;p125">
            <a:extLst>
              <a:ext uri="{FF2B5EF4-FFF2-40B4-BE49-F238E27FC236}">
                <a16:creationId xmlns:a16="http://schemas.microsoft.com/office/drawing/2014/main" id="{F2749135-21CD-161C-8B02-22A881AD64E0}"/>
              </a:ext>
            </a:extLst>
          </p:cNvPr>
          <p:cNvGrpSpPr/>
          <p:nvPr/>
        </p:nvGrpSpPr>
        <p:grpSpPr>
          <a:xfrm>
            <a:off x="6932486" y="1034269"/>
            <a:ext cx="284847" cy="373627"/>
            <a:chOff x="1805901" y="1960358"/>
            <a:chExt cx="284847" cy="373627"/>
          </a:xfrm>
          <a:solidFill>
            <a:schemeClr val="accent1"/>
          </a:solidFill>
        </p:grpSpPr>
        <p:sp>
          <p:nvSpPr>
            <p:cNvPr id="4" name="Google Shape;13919;p125">
              <a:extLst>
                <a:ext uri="{FF2B5EF4-FFF2-40B4-BE49-F238E27FC236}">
                  <a16:creationId xmlns:a16="http://schemas.microsoft.com/office/drawing/2014/main" id="{4B6C426E-4537-D259-B4DF-82E099054ACE}"/>
                </a:ext>
              </a:extLst>
            </p:cNvPr>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920;p125">
              <a:extLst>
                <a:ext uri="{FF2B5EF4-FFF2-40B4-BE49-F238E27FC236}">
                  <a16:creationId xmlns:a16="http://schemas.microsoft.com/office/drawing/2014/main" id="{101E2883-035B-AE1D-8258-6A5262C6F0AE}"/>
                </a:ext>
              </a:extLst>
            </p:cNvPr>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4302;p126">
            <a:extLst>
              <a:ext uri="{FF2B5EF4-FFF2-40B4-BE49-F238E27FC236}">
                <a16:creationId xmlns:a16="http://schemas.microsoft.com/office/drawing/2014/main" id="{DA5A1EAA-0662-7DEA-225E-760023C55A04}"/>
              </a:ext>
            </a:extLst>
          </p:cNvPr>
          <p:cNvGrpSpPr/>
          <p:nvPr/>
        </p:nvGrpSpPr>
        <p:grpSpPr>
          <a:xfrm>
            <a:off x="2896921" y="1075918"/>
            <a:ext cx="357359" cy="357391"/>
            <a:chOff x="5771483" y="1515787"/>
            <a:chExt cx="357359" cy="357391"/>
          </a:xfrm>
          <a:solidFill>
            <a:schemeClr val="accent1"/>
          </a:solidFill>
        </p:grpSpPr>
        <p:sp>
          <p:nvSpPr>
            <p:cNvPr id="7" name="Google Shape;14303;p126">
              <a:extLst>
                <a:ext uri="{FF2B5EF4-FFF2-40B4-BE49-F238E27FC236}">
                  <a16:creationId xmlns:a16="http://schemas.microsoft.com/office/drawing/2014/main" id="{071D31BB-5787-D77F-1E9B-650159A55C79}"/>
                </a:ext>
              </a:extLst>
            </p:cNvPr>
            <p:cNvSpPr/>
            <p:nvPr/>
          </p:nvSpPr>
          <p:spPr>
            <a:xfrm>
              <a:off x="5771483" y="1515787"/>
              <a:ext cx="357359" cy="357391"/>
            </a:xfrm>
            <a:custGeom>
              <a:avLst/>
              <a:gdLst/>
              <a:ahLst/>
              <a:cxnLst/>
              <a:rect l="l" t="t" r="r" b="b"/>
              <a:pathLst>
                <a:path w="11228" h="11229" extrusionOk="0">
                  <a:moveTo>
                    <a:pt x="6334" y="346"/>
                  </a:moveTo>
                  <a:cubicBezTo>
                    <a:pt x="6334" y="346"/>
                    <a:pt x="6346" y="346"/>
                    <a:pt x="6346" y="358"/>
                  </a:cubicBezTo>
                  <a:lnTo>
                    <a:pt x="6346" y="822"/>
                  </a:lnTo>
                  <a:cubicBezTo>
                    <a:pt x="6346" y="989"/>
                    <a:pt x="6454" y="1120"/>
                    <a:pt x="6608" y="1156"/>
                  </a:cubicBezTo>
                  <a:cubicBezTo>
                    <a:pt x="7132" y="1275"/>
                    <a:pt x="7644" y="1477"/>
                    <a:pt x="8097" y="1763"/>
                  </a:cubicBezTo>
                  <a:cubicBezTo>
                    <a:pt x="8157" y="1798"/>
                    <a:pt x="8225" y="1817"/>
                    <a:pt x="8290" y="1817"/>
                  </a:cubicBezTo>
                  <a:cubicBezTo>
                    <a:pt x="8377" y="1817"/>
                    <a:pt x="8459" y="1784"/>
                    <a:pt x="8513" y="1715"/>
                  </a:cubicBezTo>
                  <a:lnTo>
                    <a:pt x="8847" y="1394"/>
                  </a:lnTo>
                  <a:lnTo>
                    <a:pt x="8859" y="1394"/>
                  </a:lnTo>
                  <a:lnTo>
                    <a:pt x="9859" y="2382"/>
                  </a:lnTo>
                  <a:lnTo>
                    <a:pt x="9859" y="2406"/>
                  </a:lnTo>
                  <a:lnTo>
                    <a:pt x="9525" y="2727"/>
                  </a:lnTo>
                  <a:cubicBezTo>
                    <a:pt x="9406" y="2846"/>
                    <a:pt x="9394" y="3013"/>
                    <a:pt x="9490" y="3144"/>
                  </a:cubicBezTo>
                  <a:cubicBezTo>
                    <a:pt x="9787" y="3608"/>
                    <a:pt x="9978" y="4097"/>
                    <a:pt x="10097" y="4632"/>
                  </a:cubicBezTo>
                  <a:cubicBezTo>
                    <a:pt x="10121" y="4799"/>
                    <a:pt x="10264" y="4906"/>
                    <a:pt x="10418" y="4906"/>
                  </a:cubicBezTo>
                  <a:lnTo>
                    <a:pt x="10883" y="4906"/>
                  </a:lnTo>
                  <a:cubicBezTo>
                    <a:pt x="10883" y="4906"/>
                    <a:pt x="10895" y="4906"/>
                    <a:pt x="10895" y="4918"/>
                  </a:cubicBezTo>
                  <a:lnTo>
                    <a:pt x="10883" y="6335"/>
                  </a:lnTo>
                  <a:lnTo>
                    <a:pt x="10418" y="6335"/>
                  </a:lnTo>
                  <a:cubicBezTo>
                    <a:pt x="10264" y="6335"/>
                    <a:pt x="10121" y="6430"/>
                    <a:pt x="10097" y="6597"/>
                  </a:cubicBezTo>
                  <a:cubicBezTo>
                    <a:pt x="9978" y="7121"/>
                    <a:pt x="9763" y="7621"/>
                    <a:pt x="9490" y="8085"/>
                  </a:cubicBezTo>
                  <a:cubicBezTo>
                    <a:pt x="9394" y="8216"/>
                    <a:pt x="9406" y="8407"/>
                    <a:pt x="9525" y="8502"/>
                  </a:cubicBezTo>
                  <a:lnTo>
                    <a:pt x="9859" y="8835"/>
                  </a:lnTo>
                  <a:lnTo>
                    <a:pt x="9859" y="8847"/>
                  </a:lnTo>
                  <a:lnTo>
                    <a:pt x="8859" y="9847"/>
                  </a:lnTo>
                  <a:lnTo>
                    <a:pt x="8847" y="9847"/>
                  </a:lnTo>
                  <a:lnTo>
                    <a:pt x="8513" y="9514"/>
                  </a:lnTo>
                  <a:cubicBezTo>
                    <a:pt x="8447" y="9448"/>
                    <a:pt x="8370" y="9415"/>
                    <a:pt x="8290" y="9415"/>
                  </a:cubicBezTo>
                  <a:cubicBezTo>
                    <a:pt x="8226" y="9415"/>
                    <a:pt x="8160" y="9436"/>
                    <a:pt x="8097" y="9478"/>
                  </a:cubicBezTo>
                  <a:cubicBezTo>
                    <a:pt x="7644" y="9776"/>
                    <a:pt x="7144" y="9966"/>
                    <a:pt x="6608" y="10085"/>
                  </a:cubicBezTo>
                  <a:cubicBezTo>
                    <a:pt x="6454" y="10109"/>
                    <a:pt x="6346" y="10252"/>
                    <a:pt x="6346" y="10407"/>
                  </a:cubicBezTo>
                  <a:lnTo>
                    <a:pt x="6346" y="10871"/>
                  </a:lnTo>
                  <a:cubicBezTo>
                    <a:pt x="6346" y="10871"/>
                    <a:pt x="6346" y="10883"/>
                    <a:pt x="6334" y="10883"/>
                  </a:cubicBezTo>
                  <a:lnTo>
                    <a:pt x="4930" y="10883"/>
                  </a:lnTo>
                  <a:cubicBezTo>
                    <a:pt x="4930" y="10883"/>
                    <a:pt x="4918" y="10883"/>
                    <a:pt x="4918" y="10871"/>
                  </a:cubicBezTo>
                  <a:lnTo>
                    <a:pt x="4918" y="10407"/>
                  </a:lnTo>
                  <a:cubicBezTo>
                    <a:pt x="4918" y="10252"/>
                    <a:pt x="4810" y="10109"/>
                    <a:pt x="4644" y="10085"/>
                  </a:cubicBezTo>
                  <a:cubicBezTo>
                    <a:pt x="4132" y="9966"/>
                    <a:pt x="3620" y="9752"/>
                    <a:pt x="3156" y="9478"/>
                  </a:cubicBezTo>
                  <a:cubicBezTo>
                    <a:pt x="3096" y="9442"/>
                    <a:pt x="3036" y="9419"/>
                    <a:pt x="2977" y="9419"/>
                  </a:cubicBezTo>
                  <a:cubicBezTo>
                    <a:pt x="2894" y="9419"/>
                    <a:pt x="2798" y="9442"/>
                    <a:pt x="2739" y="9514"/>
                  </a:cubicBezTo>
                  <a:lnTo>
                    <a:pt x="2417" y="9847"/>
                  </a:lnTo>
                  <a:lnTo>
                    <a:pt x="2405" y="9847"/>
                  </a:lnTo>
                  <a:lnTo>
                    <a:pt x="1405" y="8847"/>
                  </a:lnTo>
                  <a:lnTo>
                    <a:pt x="1405" y="8835"/>
                  </a:lnTo>
                  <a:lnTo>
                    <a:pt x="1727" y="8502"/>
                  </a:lnTo>
                  <a:cubicBezTo>
                    <a:pt x="1846" y="8383"/>
                    <a:pt x="1870" y="8228"/>
                    <a:pt x="1774" y="8085"/>
                  </a:cubicBezTo>
                  <a:cubicBezTo>
                    <a:pt x="1477" y="7621"/>
                    <a:pt x="1286" y="7133"/>
                    <a:pt x="1167" y="6597"/>
                  </a:cubicBezTo>
                  <a:cubicBezTo>
                    <a:pt x="1131" y="6430"/>
                    <a:pt x="1000" y="6335"/>
                    <a:pt x="834" y="6335"/>
                  </a:cubicBezTo>
                  <a:lnTo>
                    <a:pt x="381" y="6335"/>
                  </a:lnTo>
                  <a:cubicBezTo>
                    <a:pt x="381" y="6335"/>
                    <a:pt x="358" y="6335"/>
                    <a:pt x="358" y="6311"/>
                  </a:cubicBezTo>
                  <a:lnTo>
                    <a:pt x="358" y="4918"/>
                  </a:lnTo>
                  <a:cubicBezTo>
                    <a:pt x="358" y="4918"/>
                    <a:pt x="358" y="4906"/>
                    <a:pt x="381" y="4906"/>
                  </a:cubicBezTo>
                  <a:lnTo>
                    <a:pt x="834" y="4906"/>
                  </a:lnTo>
                  <a:cubicBezTo>
                    <a:pt x="1000" y="4906"/>
                    <a:pt x="1131" y="4799"/>
                    <a:pt x="1167" y="4632"/>
                  </a:cubicBezTo>
                  <a:cubicBezTo>
                    <a:pt x="1286" y="4108"/>
                    <a:pt x="1489" y="3608"/>
                    <a:pt x="1774" y="3144"/>
                  </a:cubicBezTo>
                  <a:cubicBezTo>
                    <a:pt x="1870" y="3013"/>
                    <a:pt x="1846" y="2834"/>
                    <a:pt x="1727" y="2727"/>
                  </a:cubicBezTo>
                  <a:lnTo>
                    <a:pt x="1405" y="2406"/>
                  </a:lnTo>
                  <a:lnTo>
                    <a:pt x="1405" y="2382"/>
                  </a:lnTo>
                  <a:lnTo>
                    <a:pt x="2405" y="1394"/>
                  </a:lnTo>
                  <a:lnTo>
                    <a:pt x="2417" y="1394"/>
                  </a:lnTo>
                  <a:lnTo>
                    <a:pt x="2739" y="1715"/>
                  </a:lnTo>
                  <a:cubicBezTo>
                    <a:pt x="2807" y="1784"/>
                    <a:pt x="2891" y="1817"/>
                    <a:pt x="2975" y="1817"/>
                  </a:cubicBezTo>
                  <a:cubicBezTo>
                    <a:pt x="3037" y="1817"/>
                    <a:pt x="3100" y="1798"/>
                    <a:pt x="3156" y="1763"/>
                  </a:cubicBezTo>
                  <a:cubicBezTo>
                    <a:pt x="3620" y="1465"/>
                    <a:pt x="4108" y="1275"/>
                    <a:pt x="4644" y="1156"/>
                  </a:cubicBezTo>
                  <a:cubicBezTo>
                    <a:pt x="4810" y="1120"/>
                    <a:pt x="4918" y="989"/>
                    <a:pt x="4918" y="822"/>
                  </a:cubicBezTo>
                  <a:lnTo>
                    <a:pt x="4918" y="358"/>
                  </a:lnTo>
                  <a:cubicBezTo>
                    <a:pt x="4918" y="358"/>
                    <a:pt x="4918" y="346"/>
                    <a:pt x="4930" y="346"/>
                  </a:cubicBezTo>
                  <a:close/>
                  <a:moveTo>
                    <a:pt x="4918" y="1"/>
                  </a:moveTo>
                  <a:cubicBezTo>
                    <a:pt x="4727" y="1"/>
                    <a:pt x="4572" y="156"/>
                    <a:pt x="4572" y="346"/>
                  </a:cubicBezTo>
                  <a:lnTo>
                    <a:pt x="4572" y="810"/>
                  </a:lnTo>
                  <a:cubicBezTo>
                    <a:pt x="4572" y="810"/>
                    <a:pt x="4572" y="822"/>
                    <a:pt x="4560" y="822"/>
                  </a:cubicBezTo>
                  <a:cubicBezTo>
                    <a:pt x="3989" y="941"/>
                    <a:pt x="3453" y="1168"/>
                    <a:pt x="2965" y="1477"/>
                  </a:cubicBezTo>
                  <a:lnTo>
                    <a:pt x="2953" y="1477"/>
                  </a:lnTo>
                  <a:lnTo>
                    <a:pt x="2620" y="1156"/>
                  </a:lnTo>
                  <a:cubicBezTo>
                    <a:pt x="2554" y="1090"/>
                    <a:pt x="2471" y="1057"/>
                    <a:pt x="2386" y="1057"/>
                  </a:cubicBezTo>
                  <a:cubicBezTo>
                    <a:pt x="2301" y="1057"/>
                    <a:pt x="2215" y="1090"/>
                    <a:pt x="2143" y="1156"/>
                  </a:cubicBezTo>
                  <a:lnTo>
                    <a:pt x="1155" y="2144"/>
                  </a:lnTo>
                  <a:cubicBezTo>
                    <a:pt x="1012" y="2287"/>
                    <a:pt x="1012" y="2489"/>
                    <a:pt x="1155" y="2620"/>
                  </a:cubicBezTo>
                  <a:lnTo>
                    <a:pt x="1477" y="2954"/>
                  </a:lnTo>
                  <a:lnTo>
                    <a:pt x="1477" y="2965"/>
                  </a:lnTo>
                  <a:cubicBezTo>
                    <a:pt x="1167" y="3454"/>
                    <a:pt x="941" y="3989"/>
                    <a:pt x="822" y="4561"/>
                  </a:cubicBezTo>
                  <a:cubicBezTo>
                    <a:pt x="822" y="4561"/>
                    <a:pt x="822" y="4573"/>
                    <a:pt x="810" y="4573"/>
                  </a:cubicBezTo>
                  <a:lnTo>
                    <a:pt x="346" y="4573"/>
                  </a:lnTo>
                  <a:cubicBezTo>
                    <a:pt x="155" y="4573"/>
                    <a:pt x="0" y="4728"/>
                    <a:pt x="0" y="4918"/>
                  </a:cubicBezTo>
                  <a:lnTo>
                    <a:pt x="0" y="6311"/>
                  </a:lnTo>
                  <a:cubicBezTo>
                    <a:pt x="0" y="6513"/>
                    <a:pt x="155" y="6656"/>
                    <a:pt x="346" y="6656"/>
                  </a:cubicBezTo>
                  <a:lnTo>
                    <a:pt x="810" y="6656"/>
                  </a:lnTo>
                  <a:cubicBezTo>
                    <a:pt x="810" y="6656"/>
                    <a:pt x="822" y="6656"/>
                    <a:pt x="822" y="6680"/>
                  </a:cubicBezTo>
                  <a:cubicBezTo>
                    <a:pt x="941" y="7240"/>
                    <a:pt x="1167" y="7776"/>
                    <a:pt x="1477" y="8264"/>
                  </a:cubicBezTo>
                  <a:lnTo>
                    <a:pt x="1477" y="8288"/>
                  </a:lnTo>
                  <a:lnTo>
                    <a:pt x="1155" y="8609"/>
                  </a:lnTo>
                  <a:cubicBezTo>
                    <a:pt x="1012" y="8740"/>
                    <a:pt x="1012" y="8954"/>
                    <a:pt x="1155" y="9085"/>
                  </a:cubicBezTo>
                  <a:lnTo>
                    <a:pt x="2143" y="10085"/>
                  </a:lnTo>
                  <a:cubicBezTo>
                    <a:pt x="2215" y="10151"/>
                    <a:pt x="2301" y="10184"/>
                    <a:pt x="2386" y="10184"/>
                  </a:cubicBezTo>
                  <a:cubicBezTo>
                    <a:pt x="2471" y="10184"/>
                    <a:pt x="2554" y="10151"/>
                    <a:pt x="2620" y="10085"/>
                  </a:cubicBezTo>
                  <a:lnTo>
                    <a:pt x="2953" y="9752"/>
                  </a:lnTo>
                  <a:lnTo>
                    <a:pt x="2965" y="9752"/>
                  </a:lnTo>
                  <a:cubicBezTo>
                    <a:pt x="3453" y="10073"/>
                    <a:pt x="3989" y="10288"/>
                    <a:pt x="4560" y="10407"/>
                  </a:cubicBezTo>
                  <a:cubicBezTo>
                    <a:pt x="4560" y="10407"/>
                    <a:pt x="4572" y="10407"/>
                    <a:pt x="4572" y="10431"/>
                  </a:cubicBezTo>
                  <a:lnTo>
                    <a:pt x="4572" y="10883"/>
                  </a:lnTo>
                  <a:cubicBezTo>
                    <a:pt x="4572" y="11085"/>
                    <a:pt x="4727" y="11228"/>
                    <a:pt x="4918" y="11228"/>
                  </a:cubicBezTo>
                  <a:lnTo>
                    <a:pt x="6311" y="11228"/>
                  </a:lnTo>
                  <a:cubicBezTo>
                    <a:pt x="6513" y="11228"/>
                    <a:pt x="6656" y="11085"/>
                    <a:pt x="6656" y="10883"/>
                  </a:cubicBezTo>
                  <a:lnTo>
                    <a:pt x="6656" y="10431"/>
                  </a:lnTo>
                  <a:cubicBezTo>
                    <a:pt x="6656" y="10431"/>
                    <a:pt x="6656" y="10407"/>
                    <a:pt x="6668" y="10407"/>
                  </a:cubicBezTo>
                  <a:cubicBezTo>
                    <a:pt x="7239" y="10288"/>
                    <a:pt x="7775" y="10062"/>
                    <a:pt x="8263" y="9752"/>
                  </a:cubicBezTo>
                  <a:lnTo>
                    <a:pt x="8275" y="9752"/>
                  </a:lnTo>
                  <a:lnTo>
                    <a:pt x="8609" y="10085"/>
                  </a:lnTo>
                  <a:cubicBezTo>
                    <a:pt x="8674" y="10151"/>
                    <a:pt x="8760" y="10184"/>
                    <a:pt x="8847" y="10184"/>
                  </a:cubicBezTo>
                  <a:cubicBezTo>
                    <a:pt x="8933" y="10184"/>
                    <a:pt x="9019" y="10151"/>
                    <a:pt x="9085" y="10085"/>
                  </a:cubicBezTo>
                  <a:lnTo>
                    <a:pt x="10085" y="9085"/>
                  </a:lnTo>
                  <a:cubicBezTo>
                    <a:pt x="10216" y="8954"/>
                    <a:pt x="10216" y="8740"/>
                    <a:pt x="10085" y="8609"/>
                  </a:cubicBezTo>
                  <a:lnTo>
                    <a:pt x="9752" y="8288"/>
                  </a:lnTo>
                  <a:lnTo>
                    <a:pt x="9752" y="8264"/>
                  </a:lnTo>
                  <a:cubicBezTo>
                    <a:pt x="10061" y="7776"/>
                    <a:pt x="10287" y="7240"/>
                    <a:pt x="10406" y="6680"/>
                  </a:cubicBezTo>
                  <a:cubicBezTo>
                    <a:pt x="10406" y="6680"/>
                    <a:pt x="10406" y="6656"/>
                    <a:pt x="10418" y="6656"/>
                  </a:cubicBezTo>
                  <a:lnTo>
                    <a:pt x="10883" y="6656"/>
                  </a:lnTo>
                  <a:cubicBezTo>
                    <a:pt x="11073" y="6656"/>
                    <a:pt x="11228" y="6513"/>
                    <a:pt x="11228" y="6311"/>
                  </a:cubicBezTo>
                  <a:lnTo>
                    <a:pt x="11228" y="4918"/>
                  </a:lnTo>
                  <a:cubicBezTo>
                    <a:pt x="11228" y="4728"/>
                    <a:pt x="11073" y="4573"/>
                    <a:pt x="10883" y="4573"/>
                  </a:cubicBezTo>
                  <a:lnTo>
                    <a:pt x="10418" y="4573"/>
                  </a:lnTo>
                  <a:cubicBezTo>
                    <a:pt x="10418" y="4573"/>
                    <a:pt x="10406" y="4573"/>
                    <a:pt x="10406" y="4561"/>
                  </a:cubicBezTo>
                  <a:cubicBezTo>
                    <a:pt x="10287" y="3989"/>
                    <a:pt x="10061" y="3454"/>
                    <a:pt x="9752" y="2965"/>
                  </a:cubicBezTo>
                  <a:lnTo>
                    <a:pt x="9752" y="2954"/>
                  </a:lnTo>
                  <a:lnTo>
                    <a:pt x="10085" y="2620"/>
                  </a:lnTo>
                  <a:cubicBezTo>
                    <a:pt x="10216" y="2489"/>
                    <a:pt x="10216" y="2287"/>
                    <a:pt x="10085" y="2144"/>
                  </a:cubicBezTo>
                  <a:lnTo>
                    <a:pt x="9085" y="1156"/>
                  </a:lnTo>
                  <a:cubicBezTo>
                    <a:pt x="9019" y="1090"/>
                    <a:pt x="8933" y="1057"/>
                    <a:pt x="8847" y="1057"/>
                  </a:cubicBezTo>
                  <a:cubicBezTo>
                    <a:pt x="8760" y="1057"/>
                    <a:pt x="8674" y="1090"/>
                    <a:pt x="8609" y="1156"/>
                  </a:cubicBezTo>
                  <a:lnTo>
                    <a:pt x="8275" y="1477"/>
                  </a:lnTo>
                  <a:lnTo>
                    <a:pt x="8263" y="1477"/>
                  </a:lnTo>
                  <a:cubicBezTo>
                    <a:pt x="7775" y="1168"/>
                    <a:pt x="7239" y="941"/>
                    <a:pt x="6668" y="822"/>
                  </a:cubicBezTo>
                  <a:cubicBezTo>
                    <a:pt x="6668" y="822"/>
                    <a:pt x="6656" y="822"/>
                    <a:pt x="6656" y="810"/>
                  </a:cubicBezTo>
                  <a:lnTo>
                    <a:pt x="6656" y="346"/>
                  </a:lnTo>
                  <a:cubicBezTo>
                    <a:pt x="6656" y="156"/>
                    <a:pt x="6513" y="1"/>
                    <a:pt x="63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304;p126">
              <a:extLst>
                <a:ext uri="{FF2B5EF4-FFF2-40B4-BE49-F238E27FC236}">
                  <a16:creationId xmlns:a16="http://schemas.microsoft.com/office/drawing/2014/main" id="{9C1827AE-F259-4247-E28E-0701E2F0E2FB}"/>
                </a:ext>
              </a:extLst>
            </p:cNvPr>
            <p:cNvSpPr/>
            <p:nvPr/>
          </p:nvSpPr>
          <p:spPr>
            <a:xfrm>
              <a:off x="5837429" y="1583070"/>
              <a:ext cx="185713" cy="183613"/>
            </a:xfrm>
            <a:custGeom>
              <a:avLst/>
              <a:gdLst/>
              <a:ahLst/>
              <a:cxnLst/>
              <a:rect l="l" t="t" r="r" b="b"/>
              <a:pathLst>
                <a:path w="5835" h="5769" extrusionOk="0">
                  <a:moveTo>
                    <a:pt x="3566" y="1"/>
                  </a:moveTo>
                  <a:cubicBezTo>
                    <a:pt x="3505" y="1"/>
                    <a:pt x="3443" y="3"/>
                    <a:pt x="3381" y="6"/>
                  </a:cubicBezTo>
                  <a:cubicBezTo>
                    <a:pt x="2512" y="54"/>
                    <a:pt x="1703" y="411"/>
                    <a:pt x="1072" y="1030"/>
                  </a:cubicBezTo>
                  <a:cubicBezTo>
                    <a:pt x="464" y="1649"/>
                    <a:pt x="95" y="2459"/>
                    <a:pt x="48" y="3340"/>
                  </a:cubicBezTo>
                  <a:cubicBezTo>
                    <a:pt x="0" y="4209"/>
                    <a:pt x="286" y="5054"/>
                    <a:pt x="822" y="5709"/>
                  </a:cubicBezTo>
                  <a:cubicBezTo>
                    <a:pt x="845" y="5757"/>
                    <a:pt x="893" y="5769"/>
                    <a:pt x="953" y="5769"/>
                  </a:cubicBezTo>
                  <a:cubicBezTo>
                    <a:pt x="988" y="5769"/>
                    <a:pt x="1024" y="5745"/>
                    <a:pt x="1060" y="5733"/>
                  </a:cubicBezTo>
                  <a:cubicBezTo>
                    <a:pt x="1131" y="5673"/>
                    <a:pt x="1131" y="5566"/>
                    <a:pt x="1084" y="5495"/>
                  </a:cubicBezTo>
                  <a:cubicBezTo>
                    <a:pt x="595" y="4888"/>
                    <a:pt x="345" y="4126"/>
                    <a:pt x="393" y="3352"/>
                  </a:cubicBezTo>
                  <a:cubicBezTo>
                    <a:pt x="429" y="2566"/>
                    <a:pt x="762" y="1816"/>
                    <a:pt x="1310" y="1268"/>
                  </a:cubicBezTo>
                  <a:cubicBezTo>
                    <a:pt x="1857" y="720"/>
                    <a:pt x="2608" y="399"/>
                    <a:pt x="3393" y="351"/>
                  </a:cubicBezTo>
                  <a:cubicBezTo>
                    <a:pt x="3456" y="348"/>
                    <a:pt x="3518" y="346"/>
                    <a:pt x="3580" y="346"/>
                  </a:cubicBezTo>
                  <a:cubicBezTo>
                    <a:pt x="4291" y="346"/>
                    <a:pt x="4989" y="593"/>
                    <a:pt x="5536" y="1042"/>
                  </a:cubicBezTo>
                  <a:cubicBezTo>
                    <a:pt x="5567" y="1068"/>
                    <a:pt x="5605" y="1080"/>
                    <a:pt x="5642" y="1080"/>
                  </a:cubicBezTo>
                  <a:cubicBezTo>
                    <a:pt x="5692" y="1080"/>
                    <a:pt x="5741" y="1059"/>
                    <a:pt x="5775" y="1018"/>
                  </a:cubicBezTo>
                  <a:cubicBezTo>
                    <a:pt x="5834" y="947"/>
                    <a:pt x="5822" y="840"/>
                    <a:pt x="5751" y="780"/>
                  </a:cubicBezTo>
                  <a:cubicBezTo>
                    <a:pt x="5121" y="283"/>
                    <a:pt x="4358" y="1"/>
                    <a:pt x="35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305;p126">
              <a:extLst>
                <a:ext uri="{FF2B5EF4-FFF2-40B4-BE49-F238E27FC236}">
                  <a16:creationId xmlns:a16="http://schemas.microsoft.com/office/drawing/2014/main" id="{E620685F-59CA-DB10-593B-2F88477BB457}"/>
                </a:ext>
              </a:extLst>
            </p:cNvPr>
            <p:cNvSpPr/>
            <p:nvPr/>
          </p:nvSpPr>
          <p:spPr>
            <a:xfrm>
              <a:off x="5876068" y="1616584"/>
              <a:ext cx="186859" cy="189501"/>
            </a:xfrm>
            <a:custGeom>
              <a:avLst/>
              <a:gdLst/>
              <a:ahLst/>
              <a:cxnLst/>
              <a:rect l="l" t="t" r="r" b="b"/>
              <a:pathLst>
                <a:path w="5871" h="5954" extrusionOk="0">
                  <a:moveTo>
                    <a:pt x="3406" y="322"/>
                  </a:moveTo>
                  <a:lnTo>
                    <a:pt x="3406" y="1013"/>
                  </a:lnTo>
                  <a:cubicBezTo>
                    <a:pt x="3406" y="1108"/>
                    <a:pt x="3370" y="1227"/>
                    <a:pt x="3322" y="1322"/>
                  </a:cubicBezTo>
                  <a:lnTo>
                    <a:pt x="3239" y="1489"/>
                  </a:lnTo>
                  <a:cubicBezTo>
                    <a:pt x="3227" y="1513"/>
                    <a:pt x="3227" y="1525"/>
                    <a:pt x="3227" y="1561"/>
                  </a:cubicBezTo>
                  <a:lnTo>
                    <a:pt x="3227" y="1918"/>
                  </a:lnTo>
                  <a:cubicBezTo>
                    <a:pt x="3227" y="2156"/>
                    <a:pt x="3132" y="2382"/>
                    <a:pt x="2953" y="2561"/>
                  </a:cubicBezTo>
                  <a:cubicBezTo>
                    <a:pt x="2775" y="2715"/>
                    <a:pt x="2548" y="2811"/>
                    <a:pt x="2310" y="2811"/>
                  </a:cubicBezTo>
                  <a:cubicBezTo>
                    <a:pt x="1834" y="2799"/>
                    <a:pt x="1453" y="2370"/>
                    <a:pt x="1453" y="1882"/>
                  </a:cubicBezTo>
                  <a:lnTo>
                    <a:pt x="1453" y="1572"/>
                  </a:lnTo>
                  <a:cubicBezTo>
                    <a:pt x="1453" y="1549"/>
                    <a:pt x="1453" y="1525"/>
                    <a:pt x="1441" y="1501"/>
                  </a:cubicBezTo>
                  <a:lnTo>
                    <a:pt x="1334" y="1287"/>
                  </a:lnTo>
                  <a:cubicBezTo>
                    <a:pt x="1298" y="1215"/>
                    <a:pt x="1274" y="1132"/>
                    <a:pt x="1274" y="1049"/>
                  </a:cubicBezTo>
                  <a:lnTo>
                    <a:pt x="1274" y="1037"/>
                  </a:lnTo>
                  <a:cubicBezTo>
                    <a:pt x="1274" y="644"/>
                    <a:pt x="1584" y="322"/>
                    <a:pt x="1989" y="322"/>
                  </a:cubicBezTo>
                  <a:close/>
                  <a:moveTo>
                    <a:pt x="1989" y="3073"/>
                  </a:moveTo>
                  <a:cubicBezTo>
                    <a:pt x="2084" y="3108"/>
                    <a:pt x="2191" y="3132"/>
                    <a:pt x="2310" y="3132"/>
                  </a:cubicBezTo>
                  <a:lnTo>
                    <a:pt x="2358" y="3132"/>
                  </a:lnTo>
                  <a:cubicBezTo>
                    <a:pt x="2477" y="3132"/>
                    <a:pt x="2608" y="3120"/>
                    <a:pt x="2715" y="3073"/>
                  </a:cubicBezTo>
                  <a:lnTo>
                    <a:pt x="2715" y="3073"/>
                  </a:lnTo>
                  <a:cubicBezTo>
                    <a:pt x="2703" y="3132"/>
                    <a:pt x="2715" y="3180"/>
                    <a:pt x="2727" y="3227"/>
                  </a:cubicBezTo>
                  <a:lnTo>
                    <a:pt x="2596" y="3358"/>
                  </a:lnTo>
                  <a:cubicBezTo>
                    <a:pt x="2525" y="3430"/>
                    <a:pt x="2429" y="3466"/>
                    <a:pt x="2346" y="3466"/>
                  </a:cubicBezTo>
                  <a:cubicBezTo>
                    <a:pt x="2251" y="3466"/>
                    <a:pt x="2144" y="3418"/>
                    <a:pt x="2084" y="3358"/>
                  </a:cubicBezTo>
                  <a:lnTo>
                    <a:pt x="1953" y="3227"/>
                  </a:lnTo>
                  <a:cubicBezTo>
                    <a:pt x="1965" y="3180"/>
                    <a:pt x="1989" y="3120"/>
                    <a:pt x="1989" y="3073"/>
                  </a:cubicBezTo>
                  <a:close/>
                  <a:moveTo>
                    <a:pt x="2953" y="3489"/>
                  </a:moveTo>
                  <a:cubicBezTo>
                    <a:pt x="3001" y="3525"/>
                    <a:pt x="3048" y="3537"/>
                    <a:pt x="3108" y="3549"/>
                  </a:cubicBezTo>
                  <a:lnTo>
                    <a:pt x="3703" y="3716"/>
                  </a:lnTo>
                  <a:cubicBezTo>
                    <a:pt x="3846" y="3763"/>
                    <a:pt x="3965" y="3906"/>
                    <a:pt x="3965" y="4061"/>
                  </a:cubicBezTo>
                  <a:lnTo>
                    <a:pt x="3965" y="5192"/>
                  </a:lnTo>
                  <a:lnTo>
                    <a:pt x="3941" y="5192"/>
                  </a:lnTo>
                  <a:cubicBezTo>
                    <a:pt x="3822" y="5263"/>
                    <a:pt x="3703" y="5323"/>
                    <a:pt x="3560" y="5371"/>
                  </a:cubicBezTo>
                  <a:lnTo>
                    <a:pt x="3560" y="4370"/>
                  </a:lnTo>
                  <a:cubicBezTo>
                    <a:pt x="3560" y="4287"/>
                    <a:pt x="3489" y="4204"/>
                    <a:pt x="3406" y="4204"/>
                  </a:cubicBezTo>
                  <a:cubicBezTo>
                    <a:pt x="3310" y="4204"/>
                    <a:pt x="3239" y="4287"/>
                    <a:pt x="3239" y="4370"/>
                  </a:cubicBezTo>
                  <a:lnTo>
                    <a:pt x="3239" y="5490"/>
                  </a:lnTo>
                  <a:cubicBezTo>
                    <a:pt x="3001" y="5561"/>
                    <a:pt x="2763" y="5597"/>
                    <a:pt x="2513" y="5609"/>
                  </a:cubicBezTo>
                  <a:lnTo>
                    <a:pt x="2346" y="5609"/>
                  </a:lnTo>
                  <a:cubicBezTo>
                    <a:pt x="2048" y="5609"/>
                    <a:pt x="1751" y="5561"/>
                    <a:pt x="1453" y="5478"/>
                  </a:cubicBezTo>
                  <a:lnTo>
                    <a:pt x="1453" y="4359"/>
                  </a:lnTo>
                  <a:cubicBezTo>
                    <a:pt x="1453" y="4263"/>
                    <a:pt x="1382" y="4192"/>
                    <a:pt x="1286" y="4192"/>
                  </a:cubicBezTo>
                  <a:cubicBezTo>
                    <a:pt x="1203" y="4192"/>
                    <a:pt x="1120" y="4263"/>
                    <a:pt x="1120" y="4359"/>
                  </a:cubicBezTo>
                  <a:lnTo>
                    <a:pt x="1120" y="5359"/>
                  </a:lnTo>
                  <a:cubicBezTo>
                    <a:pt x="989" y="5299"/>
                    <a:pt x="870" y="5240"/>
                    <a:pt x="751" y="5180"/>
                  </a:cubicBezTo>
                  <a:lnTo>
                    <a:pt x="751" y="4061"/>
                  </a:lnTo>
                  <a:cubicBezTo>
                    <a:pt x="751" y="3894"/>
                    <a:pt x="858" y="3763"/>
                    <a:pt x="1024" y="3716"/>
                  </a:cubicBezTo>
                  <a:lnTo>
                    <a:pt x="1620" y="3549"/>
                  </a:lnTo>
                  <a:cubicBezTo>
                    <a:pt x="1655" y="3537"/>
                    <a:pt x="1715" y="3513"/>
                    <a:pt x="1763" y="3489"/>
                  </a:cubicBezTo>
                  <a:lnTo>
                    <a:pt x="1870" y="3597"/>
                  </a:lnTo>
                  <a:cubicBezTo>
                    <a:pt x="2001" y="3727"/>
                    <a:pt x="2179" y="3811"/>
                    <a:pt x="2358" y="3811"/>
                  </a:cubicBezTo>
                  <a:cubicBezTo>
                    <a:pt x="2537" y="3811"/>
                    <a:pt x="2715" y="3727"/>
                    <a:pt x="2846" y="3597"/>
                  </a:cubicBezTo>
                  <a:lnTo>
                    <a:pt x="2953" y="3489"/>
                  </a:lnTo>
                  <a:close/>
                  <a:moveTo>
                    <a:pt x="1953" y="1"/>
                  </a:moveTo>
                  <a:cubicBezTo>
                    <a:pt x="1382" y="1"/>
                    <a:pt x="917" y="453"/>
                    <a:pt x="917" y="1037"/>
                  </a:cubicBezTo>
                  <a:lnTo>
                    <a:pt x="917" y="1049"/>
                  </a:lnTo>
                  <a:cubicBezTo>
                    <a:pt x="917" y="1191"/>
                    <a:pt x="941" y="1322"/>
                    <a:pt x="1001" y="1441"/>
                  </a:cubicBezTo>
                  <a:lnTo>
                    <a:pt x="1096" y="1608"/>
                  </a:lnTo>
                  <a:lnTo>
                    <a:pt x="1096" y="1870"/>
                  </a:lnTo>
                  <a:cubicBezTo>
                    <a:pt x="1096" y="2299"/>
                    <a:pt x="1298" y="2680"/>
                    <a:pt x="1620" y="2918"/>
                  </a:cubicBezTo>
                  <a:lnTo>
                    <a:pt x="1620" y="3061"/>
                  </a:lnTo>
                  <a:cubicBezTo>
                    <a:pt x="1620" y="3156"/>
                    <a:pt x="1548" y="3227"/>
                    <a:pt x="1477" y="3239"/>
                  </a:cubicBezTo>
                  <a:lnTo>
                    <a:pt x="882" y="3406"/>
                  </a:lnTo>
                  <a:cubicBezTo>
                    <a:pt x="584" y="3489"/>
                    <a:pt x="381" y="3763"/>
                    <a:pt x="381" y="4073"/>
                  </a:cubicBezTo>
                  <a:lnTo>
                    <a:pt x="381" y="4966"/>
                  </a:lnTo>
                  <a:cubicBezTo>
                    <a:pt x="346" y="4954"/>
                    <a:pt x="334" y="4918"/>
                    <a:pt x="298" y="4906"/>
                  </a:cubicBezTo>
                  <a:cubicBezTo>
                    <a:pt x="268" y="4881"/>
                    <a:pt x="232" y="4869"/>
                    <a:pt x="196" y="4869"/>
                  </a:cubicBezTo>
                  <a:cubicBezTo>
                    <a:pt x="146" y="4869"/>
                    <a:pt x="95" y="4893"/>
                    <a:pt x="60" y="4942"/>
                  </a:cubicBezTo>
                  <a:cubicBezTo>
                    <a:pt x="0" y="5013"/>
                    <a:pt x="24" y="5121"/>
                    <a:pt x="96" y="5180"/>
                  </a:cubicBezTo>
                  <a:cubicBezTo>
                    <a:pt x="727" y="5680"/>
                    <a:pt x="1501" y="5954"/>
                    <a:pt x="2298" y="5954"/>
                  </a:cubicBezTo>
                  <a:lnTo>
                    <a:pt x="2477" y="5954"/>
                  </a:lnTo>
                  <a:cubicBezTo>
                    <a:pt x="3334" y="5906"/>
                    <a:pt x="4156" y="5549"/>
                    <a:pt x="4787" y="4918"/>
                  </a:cubicBezTo>
                  <a:cubicBezTo>
                    <a:pt x="5394" y="4311"/>
                    <a:pt x="5763" y="3489"/>
                    <a:pt x="5811" y="2620"/>
                  </a:cubicBezTo>
                  <a:cubicBezTo>
                    <a:pt x="5870" y="1763"/>
                    <a:pt x="5596" y="918"/>
                    <a:pt x="5049" y="251"/>
                  </a:cubicBezTo>
                  <a:cubicBezTo>
                    <a:pt x="5014" y="209"/>
                    <a:pt x="4967" y="192"/>
                    <a:pt x="4917" y="192"/>
                  </a:cubicBezTo>
                  <a:cubicBezTo>
                    <a:pt x="4882" y="192"/>
                    <a:pt x="4845" y="200"/>
                    <a:pt x="4811" y="215"/>
                  </a:cubicBezTo>
                  <a:cubicBezTo>
                    <a:pt x="4739" y="275"/>
                    <a:pt x="4739" y="382"/>
                    <a:pt x="4787" y="453"/>
                  </a:cubicBezTo>
                  <a:cubicBezTo>
                    <a:pt x="5275" y="1072"/>
                    <a:pt x="5525" y="1822"/>
                    <a:pt x="5489" y="2596"/>
                  </a:cubicBezTo>
                  <a:cubicBezTo>
                    <a:pt x="5442" y="3394"/>
                    <a:pt x="5108" y="4132"/>
                    <a:pt x="4561" y="4680"/>
                  </a:cubicBezTo>
                  <a:cubicBezTo>
                    <a:pt x="4453" y="4787"/>
                    <a:pt x="4358" y="4882"/>
                    <a:pt x="4239" y="4966"/>
                  </a:cubicBezTo>
                  <a:lnTo>
                    <a:pt x="4239" y="4073"/>
                  </a:lnTo>
                  <a:cubicBezTo>
                    <a:pt x="4239" y="3763"/>
                    <a:pt x="4025" y="3489"/>
                    <a:pt x="3727" y="3406"/>
                  </a:cubicBezTo>
                  <a:lnTo>
                    <a:pt x="3132" y="3239"/>
                  </a:lnTo>
                  <a:cubicBezTo>
                    <a:pt x="3060" y="3216"/>
                    <a:pt x="3001" y="3144"/>
                    <a:pt x="3001" y="3061"/>
                  </a:cubicBezTo>
                  <a:lnTo>
                    <a:pt x="3001" y="2930"/>
                  </a:lnTo>
                  <a:cubicBezTo>
                    <a:pt x="3060" y="2882"/>
                    <a:pt x="3108" y="2858"/>
                    <a:pt x="3156" y="2799"/>
                  </a:cubicBezTo>
                  <a:cubicBezTo>
                    <a:pt x="3394" y="2561"/>
                    <a:pt x="3537" y="2263"/>
                    <a:pt x="3537" y="1918"/>
                  </a:cubicBezTo>
                  <a:lnTo>
                    <a:pt x="3537" y="1608"/>
                  </a:lnTo>
                  <a:lnTo>
                    <a:pt x="3596" y="1465"/>
                  </a:lnTo>
                  <a:cubicBezTo>
                    <a:pt x="3668" y="1322"/>
                    <a:pt x="3703" y="1168"/>
                    <a:pt x="3703" y="1013"/>
                  </a:cubicBezTo>
                  <a:lnTo>
                    <a:pt x="3703" y="156"/>
                  </a:lnTo>
                  <a:cubicBezTo>
                    <a:pt x="3703" y="72"/>
                    <a:pt x="3620" y="1"/>
                    <a:pt x="35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306;p126">
              <a:extLst>
                <a:ext uri="{FF2B5EF4-FFF2-40B4-BE49-F238E27FC236}">
                  <a16:creationId xmlns:a16="http://schemas.microsoft.com/office/drawing/2014/main" id="{16AE1E07-98A9-8AD7-4874-BDE7B6DF28F6}"/>
                </a:ext>
              </a:extLst>
            </p:cNvPr>
            <p:cNvSpPr/>
            <p:nvPr/>
          </p:nvSpPr>
          <p:spPr>
            <a:xfrm>
              <a:off x="5928360" y="1644624"/>
              <a:ext cx="45131" cy="16328"/>
            </a:xfrm>
            <a:custGeom>
              <a:avLst/>
              <a:gdLst/>
              <a:ahLst/>
              <a:cxnLst/>
              <a:rect l="l" t="t" r="r" b="b"/>
              <a:pathLst>
                <a:path w="1418" h="513" extrusionOk="0">
                  <a:moveTo>
                    <a:pt x="167" y="1"/>
                  </a:moveTo>
                  <a:cubicBezTo>
                    <a:pt x="72" y="1"/>
                    <a:pt x="1" y="84"/>
                    <a:pt x="1" y="168"/>
                  </a:cubicBezTo>
                  <a:cubicBezTo>
                    <a:pt x="1" y="263"/>
                    <a:pt x="72" y="334"/>
                    <a:pt x="167" y="334"/>
                  </a:cubicBezTo>
                  <a:cubicBezTo>
                    <a:pt x="346" y="334"/>
                    <a:pt x="882" y="370"/>
                    <a:pt x="1144" y="501"/>
                  </a:cubicBezTo>
                  <a:cubicBezTo>
                    <a:pt x="1179" y="513"/>
                    <a:pt x="1191" y="513"/>
                    <a:pt x="1227" y="513"/>
                  </a:cubicBezTo>
                  <a:cubicBezTo>
                    <a:pt x="1286" y="513"/>
                    <a:pt x="1346" y="489"/>
                    <a:pt x="1370" y="430"/>
                  </a:cubicBezTo>
                  <a:cubicBezTo>
                    <a:pt x="1417" y="334"/>
                    <a:pt x="1370" y="227"/>
                    <a:pt x="1298" y="203"/>
                  </a:cubicBezTo>
                  <a:cubicBezTo>
                    <a:pt x="905" y="1"/>
                    <a:pt x="19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5653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21"/>
        <p:cNvGrpSpPr/>
        <p:nvPr/>
      </p:nvGrpSpPr>
      <p:grpSpPr>
        <a:xfrm>
          <a:off x="0" y="0"/>
          <a:ext cx="0" cy="0"/>
          <a:chOff x="0" y="0"/>
          <a:chExt cx="0" cy="0"/>
        </a:xfrm>
      </p:grpSpPr>
      <p:grpSp>
        <p:nvGrpSpPr>
          <p:cNvPr id="4422" name="Google Shape;4422;p90"/>
          <p:cNvGrpSpPr/>
          <p:nvPr/>
        </p:nvGrpSpPr>
        <p:grpSpPr>
          <a:xfrm>
            <a:off x="713230" y="1676858"/>
            <a:ext cx="2523152" cy="3466651"/>
            <a:chOff x="713230" y="1676858"/>
            <a:chExt cx="2523152" cy="3466651"/>
          </a:xfrm>
        </p:grpSpPr>
        <p:grpSp>
          <p:nvGrpSpPr>
            <p:cNvPr id="4423" name="Google Shape;4423;p90"/>
            <p:cNvGrpSpPr/>
            <p:nvPr/>
          </p:nvGrpSpPr>
          <p:grpSpPr>
            <a:xfrm>
              <a:off x="713230" y="1676858"/>
              <a:ext cx="2523152" cy="3466651"/>
              <a:chOff x="5084200" y="3800700"/>
              <a:chExt cx="417250" cy="573275"/>
            </a:xfrm>
          </p:grpSpPr>
          <p:sp>
            <p:nvSpPr>
              <p:cNvPr id="4424" name="Google Shape;4424;p90"/>
              <p:cNvSpPr/>
              <p:nvPr/>
            </p:nvSpPr>
            <p:spPr>
              <a:xfrm>
                <a:off x="5394000" y="4148525"/>
                <a:ext cx="76550" cy="53500"/>
              </a:xfrm>
              <a:custGeom>
                <a:avLst/>
                <a:gdLst/>
                <a:ahLst/>
                <a:cxnLst/>
                <a:rect l="l" t="t" r="r" b="b"/>
                <a:pathLst>
                  <a:path w="3062" h="2140" extrusionOk="0">
                    <a:moveTo>
                      <a:pt x="2914" y="1"/>
                    </a:moveTo>
                    <a:cubicBezTo>
                      <a:pt x="2896" y="1"/>
                      <a:pt x="2877" y="19"/>
                      <a:pt x="2877" y="56"/>
                    </a:cubicBezTo>
                    <a:lnTo>
                      <a:pt x="2988" y="1826"/>
                    </a:lnTo>
                    <a:cubicBezTo>
                      <a:pt x="2988" y="1882"/>
                      <a:pt x="2970" y="1937"/>
                      <a:pt x="2914" y="1992"/>
                    </a:cubicBezTo>
                    <a:cubicBezTo>
                      <a:pt x="2877" y="2029"/>
                      <a:pt x="2804" y="2047"/>
                      <a:pt x="2748" y="2047"/>
                    </a:cubicBezTo>
                    <a:lnTo>
                      <a:pt x="56" y="1845"/>
                    </a:lnTo>
                    <a:cubicBezTo>
                      <a:pt x="51" y="1840"/>
                      <a:pt x="45" y="1837"/>
                      <a:pt x="38" y="1837"/>
                    </a:cubicBezTo>
                    <a:cubicBezTo>
                      <a:pt x="20" y="1837"/>
                      <a:pt x="1" y="1855"/>
                      <a:pt x="1" y="1882"/>
                    </a:cubicBezTo>
                    <a:cubicBezTo>
                      <a:pt x="1" y="1900"/>
                      <a:pt x="19" y="1918"/>
                      <a:pt x="38" y="1918"/>
                    </a:cubicBezTo>
                    <a:lnTo>
                      <a:pt x="2730" y="2121"/>
                    </a:lnTo>
                    <a:cubicBezTo>
                      <a:pt x="2748" y="2140"/>
                      <a:pt x="2748" y="2140"/>
                      <a:pt x="2767" y="2140"/>
                    </a:cubicBezTo>
                    <a:cubicBezTo>
                      <a:pt x="2840" y="2140"/>
                      <a:pt x="2914" y="2103"/>
                      <a:pt x="2970" y="2047"/>
                    </a:cubicBezTo>
                    <a:cubicBezTo>
                      <a:pt x="3043" y="1992"/>
                      <a:pt x="3062" y="1900"/>
                      <a:pt x="3062" y="1808"/>
                    </a:cubicBezTo>
                    <a:lnTo>
                      <a:pt x="2970" y="37"/>
                    </a:lnTo>
                    <a:cubicBezTo>
                      <a:pt x="2951" y="19"/>
                      <a:pt x="2951" y="1"/>
                      <a:pt x="291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90"/>
              <p:cNvSpPr/>
              <p:nvPr/>
            </p:nvSpPr>
            <p:spPr>
              <a:xfrm>
                <a:off x="5241400" y="3962275"/>
                <a:ext cx="104225" cy="118500"/>
              </a:xfrm>
              <a:custGeom>
                <a:avLst/>
                <a:gdLst/>
                <a:ahLst/>
                <a:cxnLst/>
                <a:rect l="l" t="t" r="r" b="b"/>
                <a:pathLst>
                  <a:path w="4169" h="4740" extrusionOk="0">
                    <a:moveTo>
                      <a:pt x="775" y="1"/>
                    </a:moveTo>
                    <a:lnTo>
                      <a:pt x="1" y="3486"/>
                    </a:lnTo>
                    <a:cubicBezTo>
                      <a:pt x="1" y="3486"/>
                      <a:pt x="1034" y="4740"/>
                      <a:pt x="2251" y="4740"/>
                    </a:cubicBezTo>
                    <a:cubicBezTo>
                      <a:pt x="3468" y="4740"/>
                      <a:pt x="4168" y="4021"/>
                      <a:pt x="4168" y="4021"/>
                    </a:cubicBezTo>
                    <a:lnTo>
                      <a:pt x="3910"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90"/>
              <p:cNvSpPr/>
              <p:nvPr/>
            </p:nvSpPr>
            <p:spPr>
              <a:xfrm>
                <a:off x="5253400" y="3962275"/>
                <a:ext cx="88525" cy="53950"/>
              </a:xfrm>
              <a:custGeom>
                <a:avLst/>
                <a:gdLst/>
                <a:ahLst/>
                <a:cxnLst/>
                <a:rect l="l" t="t" r="r" b="b"/>
                <a:pathLst>
                  <a:path w="3541" h="2158" extrusionOk="0">
                    <a:moveTo>
                      <a:pt x="295" y="1"/>
                    </a:moveTo>
                    <a:lnTo>
                      <a:pt x="0" y="1310"/>
                    </a:lnTo>
                    <a:cubicBezTo>
                      <a:pt x="517" y="1605"/>
                      <a:pt x="1328" y="2029"/>
                      <a:pt x="1974" y="2140"/>
                    </a:cubicBezTo>
                    <a:cubicBezTo>
                      <a:pt x="2050" y="2152"/>
                      <a:pt x="2127" y="2158"/>
                      <a:pt x="2204" y="2158"/>
                    </a:cubicBezTo>
                    <a:cubicBezTo>
                      <a:pt x="2700" y="2158"/>
                      <a:pt x="3190" y="1918"/>
                      <a:pt x="3541" y="1679"/>
                    </a:cubicBezTo>
                    <a:lnTo>
                      <a:pt x="3430" y="1"/>
                    </a:ln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90"/>
              <p:cNvSpPr/>
              <p:nvPr/>
            </p:nvSpPr>
            <p:spPr>
              <a:xfrm>
                <a:off x="5358050" y="3903625"/>
                <a:ext cx="31825" cy="53725"/>
              </a:xfrm>
              <a:custGeom>
                <a:avLst/>
                <a:gdLst/>
                <a:ahLst/>
                <a:cxnLst/>
                <a:rect l="l" t="t" r="r" b="b"/>
                <a:pathLst>
                  <a:path w="1273" h="2149" extrusionOk="0">
                    <a:moveTo>
                      <a:pt x="743" y="0"/>
                    </a:moveTo>
                    <a:cubicBezTo>
                      <a:pt x="463" y="0"/>
                      <a:pt x="180" y="427"/>
                      <a:pt x="93" y="1001"/>
                    </a:cubicBezTo>
                    <a:cubicBezTo>
                      <a:pt x="0" y="1591"/>
                      <a:pt x="185" y="2107"/>
                      <a:pt x="480" y="2144"/>
                    </a:cubicBezTo>
                    <a:cubicBezTo>
                      <a:pt x="496" y="2147"/>
                      <a:pt x="513" y="2149"/>
                      <a:pt x="530" y="2149"/>
                    </a:cubicBezTo>
                    <a:cubicBezTo>
                      <a:pt x="810" y="2149"/>
                      <a:pt x="1094" y="1722"/>
                      <a:pt x="1181" y="1148"/>
                    </a:cubicBezTo>
                    <a:cubicBezTo>
                      <a:pt x="1273" y="558"/>
                      <a:pt x="1107" y="42"/>
                      <a:pt x="793" y="5"/>
                    </a:cubicBezTo>
                    <a:cubicBezTo>
                      <a:pt x="777" y="2"/>
                      <a:pt x="760" y="0"/>
                      <a:pt x="743" y="0"/>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90"/>
              <p:cNvSpPr/>
              <p:nvPr/>
            </p:nvSpPr>
            <p:spPr>
              <a:xfrm>
                <a:off x="5369575" y="3919275"/>
                <a:ext cx="12000" cy="32425"/>
              </a:xfrm>
              <a:custGeom>
                <a:avLst/>
                <a:gdLst/>
                <a:ahLst/>
                <a:cxnLst/>
                <a:rect l="l" t="t" r="r" b="b"/>
                <a:pathLst>
                  <a:path w="480" h="1297" extrusionOk="0">
                    <a:moveTo>
                      <a:pt x="211" y="1"/>
                    </a:moveTo>
                    <a:cubicBezTo>
                      <a:pt x="171" y="1"/>
                      <a:pt x="141" y="31"/>
                      <a:pt x="111" y="61"/>
                    </a:cubicBezTo>
                    <a:cubicBezTo>
                      <a:pt x="56" y="135"/>
                      <a:pt x="0" y="209"/>
                      <a:pt x="0" y="301"/>
                    </a:cubicBezTo>
                    <a:cubicBezTo>
                      <a:pt x="19" y="448"/>
                      <a:pt x="129" y="522"/>
                      <a:pt x="203" y="541"/>
                    </a:cubicBezTo>
                    <a:cubicBezTo>
                      <a:pt x="277" y="559"/>
                      <a:pt x="19" y="1260"/>
                      <a:pt x="148" y="1297"/>
                    </a:cubicBezTo>
                    <a:cubicBezTo>
                      <a:pt x="149" y="1297"/>
                      <a:pt x="150" y="1297"/>
                      <a:pt x="151" y="1297"/>
                    </a:cubicBezTo>
                    <a:cubicBezTo>
                      <a:pt x="281" y="1297"/>
                      <a:pt x="480" y="282"/>
                      <a:pt x="480" y="209"/>
                    </a:cubicBezTo>
                    <a:cubicBezTo>
                      <a:pt x="461" y="153"/>
                      <a:pt x="406" y="6"/>
                      <a:pt x="240" y="6"/>
                    </a:cubicBezTo>
                    <a:cubicBezTo>
                      <a:pt x="230" y="2"/>
                      <a:pt x="220" y="1"/>
                      <a:pt x="2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90"/>
              <p:cNvSpPr/>
              <p:nvPr/>
            </p:nvSpPr>
            <p:spPr>
              <a:xfrm>
                <a:off x="5218000" y="3826275"/>
                <a:ext cx="164500" cy="176425"/>
              </a:xfrm>
              <a:custGeom>
                <a:avLst/>
                <a:gdLst/>
                <a:ahLst/>
                <a:cxnLst/>
                <a:rect l="l" t="t" r="r" b="b"/>
                <a:pathLst>
                  <a:path w="6580" h="7057" extrusionOk="0">
                    <a:moveTo>
                      <a:pt x="3205" y="1"/>
                    </a:moveTo>
                    <a:cubicBezTo>
                      <a:pt x="1066" y="1"/>
                      <a:pt x="919" y="2140"/>
                      <a:pt x="919" y="2140"/>
                    </a:cubicBezTo>
                    <a:cubicBezTo>
                      <a:pt x="866" y="2131"/>
                      <a:pt x="815" y="2126"/>
                      <a:pt x="765" y="2126"/>
                    </a:cubicBezTo>
                    <a:cubicBezTo>
                      <a:pt x="324" y="2126"/>
                      <a:pt x="0" y="2501"/>
                      <a:pt x="33" y="3412"/>
                    </a:cubicBezTo>
                    <a:cubicBezTo>
                      <a:pt x="52" y="4445"/>
                      <a:pt x="531" y="4021"/>
                      <a:pt x="900" y="4943"/>
                    </a:cubicBezTo>
                    <a:cubicBezTo>
                      <a:pt x="1269" y="5883"/>
                      <a:pt x="2560" y="6916"/>
                      <a:pt x="3445" y="7045"/>
                    </a:cubicBezTo>
                    <a:cubicBezTo>
                      <a:pt x="3495" y="7053"/>
                      <a:pt x="3547" y="7056"/>
                      <a:pt x="3602" y="7056"/>
                    </a:cubicBezTo>
                    <a:cubicBezTo>
                      <a:pt x="4487" y="7056"/>
                      <a:pt x="5881" y="6092"/>
                      <a:pt x="6211" y="4980"/>
                    </a:cubicBezTo>
                    <a:cubicBezTo>
                      <a:pt x="6580" y="3781"/>
                      <a:pt x="6211" y="1531"/>
                      <a:pt x="6211" y="1531"/>
                    </a:cubicBezTo>
                    <a:cubicBezTo>
                      <a:pt x="6137" y="997"/>
                      <a:pt x="5344" y="1"/>
                      <a:pt x="3205"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90"/>
              <p:cNvSpPr/>
              <p:nvPr/>
            </p:nvSpPr>
            <p:spPr>
              <a:xfrm>
                <a:off x="5345600" y="3917475"/>
                <a:ext cx="14325" cy="5175"/>
              </a:xfrm>
              <a:custGeom>
                <a:avLst/>
                <a:gdLst/>
                <a:ahLst/>
                <a:cxnLst/>
                <a:rect l="l" t="t" r="r" b="b"/>
                <a:pathLst>
                  <a:path w="573" h="207" extrusionOk="0">
                    <a:moveTo>
                      <a:pt x="282" y="1"/>
                    </a:moveTo>
                    <a:cubicBezTo>
                      <a:pt x="134" y="1"/>
                      <a:pt x="0" y="96"/>
                      <a:pt x="0" y="96"/>
                    </a:cubicBezTo>
                    <a:lnTo>
                      <a:pt x="572" y="207"/>
                    </a:lnTo>
                    <a:cubicBezTo>
                      <a:pt x="496" y="47"/>
                      <a:pt x="386" y="1"/>
                      <a:pt x="282" y="1"/>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90"/>
              <p:cNvSpPr/>
              <p:nvPr/>
            </p:nvSpPr>
            <p:spPr>
              <a:xfrm>
                <a:off x="5283375" y="3915575"/>
                <a:ext cx="14775" cy="4775"/>
              </a:xfrm>
              <a:custGeom>
                <a:avLst/>
                <a:gdLst/>
                <a:ahLst/>
                <a:cxnLst/>
                <a:rect l="l" t="t" r="r" b="b"/>
                <a:pathLst>
                  <a:path w="591" h="191" extrusionOk="0">
                    <a:moveTo>
                      <a:pt x="336" y="0"/>
                    </a:moveTo>
                    <a:cubicBezTo>
                      <a:pt x="317" y="0"/>
                      <a:pt x="297" y="2"/>
                      <a:pt x="277" y="6"/>
                    </a:cubicBezTo>
                    <a:cubicBezTo>
                      <a:pt x="74" y="25"/>
                      <a:pt x="0" y="191"/>
                      <a:pt x="0" y="191"/>
                    </a:cubicBezTo>
                    <a:lnTo>
                      <a:pt x="590" y="117"/>
                    </a:lnTo>
                    <a:cubicBezTo>
                      <a:pt x="590" y="117"/>
                      <a:pt x="488" y="0"/>
                      <a:pt x="336" y="0"/>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90"/>
              <p:cNvSpPr/>
              <p:nvPr/>
            </p:nvSpPr>
            <p:spPr>
              <a:xfrm>
                <a:off x="5205925" y="3800700"/>
                <a:ext cx="190600" cy="149150"/>
              </a:xfrm>
              <a:custGeom>
                <a:avLst/>
                <a:gdLst/>
                <a:ahLst/>
                <a:cxnLst/>
                <a:rect l="l" t="t" r="r" b="b"/>
                <a:pathLst>
                  <a:path w="7624" h="5966" extrusionOk="0">
                    <a:moveTo>
                      <a:pt x="3884" y="0"/>
                    </a:moveTo>
                    <a:cubicBezTo>
                      <a:pt x="2180" y="0"/>
                      <a:pt x="1383" y="1264"/>
                      <a:pt x="1383" y="1264"/>
                    </a:cubicBezTo>
                    <a:cubicBezTo>
                      <a:pt x="572" y="1264"/>
                      <a:pt x="0" y="3089"/>
                      <a:pt x="148" y="4546"/>
                    </a:cubicBezTo>
                    <a:cubicBezTo>
                      <a:pt x="306" y="5933"/>
                      <a:pt x="1282" y="5966"/>
                      <a:pt x="1376" y="5966"/>
                    </a:cubicBezTo>
                    <a:cubicBezTo>
                      <a:pt x="1381" y="5966"/>
                      <a:pt x="1383" y="5966"/>
                      <a:pt x="1383" y="5966"/>
                    </a:cubicBezTo>
                    <a:cubicBezTo>
                      <a:pt x="1254" y="5616"/>
                      <a:pt x="1143" y="5505"/>
                      <a:pt x="1143" y="5505"/>
                    </a:cubicBezTo>
                    <a:cubicBezTo>
                      <a:pt x="775" y="5210"/>
                      <a:pt x="258" y="3642"/>
                      <a:pt x="959" y="3513"/>
                    </a:cubicBezTo>
                    <a:cubicBezTo>
                      <a:pt x="991" y="3508"/>
                      <a:pt x="1021" y="3505"/>
                      <a:pt x="1050" y="3505"/>
                    </a:cubicBezTo>
                    <a:cubicBezTo>
                      <a:pt x="1675" y="3505"/>
                      <a:pt x="1641" y="4786"/>
                      <a:pt x="1641" y="4786"/>
                    </a:cubicBezTo>
                    <a:lnTo>
                      <a:pt x="1936" y="4878"/>
                    </a:lnTo>
                    <a:cubicBezTo>
                      <a:pt x="2194" y="4306"/>
                      <a:pt x="2305" y="3034"/>
                      <a:pt x="2305" y="3034"/>
                    </a:cubicBezTo>
                    <a:cubicBezTo>
                      <a:pt x="2305" y="3034"/>
                      <a:pt x="2877" y="4159"/>
                      <a:pt x="3688" y="4177"/>
                    </a:cubicBezTo>
                    <a:cubicBezTo>
                      <a:pt x="3695" y="4177"/>
                      <a:pt x="3703" y="4177"/>
                      <a:pt x="3710" y="4177"/>
                    </a:cubicBezTo>
                    <a:cubicBezTo>
                      <a:pt x="4496" y="4177"/>
                      <a:pt x="4334" y="3182"/>
                      <a:pt x="4334" y="3181"/>
                    </a:cubicBezTo>
                    <a:lnTo>
                      <a:pt x="4334" y="3181"/>
                    </a:lnTo>
                    <a:cubicBezTo>
                      <a:pt x="4334" y="3182"/>
                      <a:pt x="4721" y="4233"/>
                      <a:pt x="5348" y="4288"/>
                    </a:cubicBezTo>
                    <a:cubicBezTo>
                      <a:pt x="5369" y="4290"/>
                      <a:pt x="5389" y="4291"/>
                      <a:pt x="5408" y="4291"/>
                    </a:cubicBezTo>
                    <a:cubicBezTo>
                      <a:pt x="5986" y="4291"/>
                      <a:pt x="5883" y="3256"/>
                      <a:pt x="5882" y="3255"/>
                    </a:cubicBezTo>
                    <a:lnTo>
                      <a:pt x="5882" y="3255"/>
                    </a:lnTo>
                    <a:cubicBezTo>
                      <a:pt x="5883" y="3256"/>
                      <a:pt x="6086" y="4362"/>
                      <a:pt x="6860" y="4435"/>
                    </a:cubicBezTo>
                    <a:cubicBezTo>
                      <a:pt x="6884" y="4438"/>
                      <a:pt x="6907" y="4440"/>
                      <a:pt x="6930" y="4440"/>
                    </a:cubicBezTo>
                    <a:cubicBezTo>
                      <a:pt x="7624" y="4440"/>
                      <a:pt x="7465" y="3089"/>
                      <a:pt x="7358" y="2499"/>
                    </a:cubicBezTo>
                    <a:cubicBezTo>
                      <a:pt x="7247" y="1872"/>
                      <a:pt x="6546" y="360"/>
                      <a:pt x="4463" y="47"/>
                    </a:cubicBezTo>
                    <a:cubicBezTo>
                      <a:pt x="4259" y="15"/>
                      <a:pt x="4066" y="0"/>
                      <a:pt x="388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90"/>
              <p:cNvSpPr/>
              <p:nvPr/>
            </p:nvSpPr>
            <p:spPr>
              <a:xfrm>
                <a:off x="5313325" y="3936925"/>
                <a:ext cx="14325" cy="29075"/>
              </a:xfrm>
              <a:custGeom>
                <a:avLst/>
                <a:gdLst/>
                <a:ahLst/>
                <a:cxnLst/>
                <a:rect l="l" t="t" r="r" b="b"/>
                <a:pathLst>
                  <a:path w="573" h="1163" extrusionOk="0">
                    <a:moveTo>
                      <a:pt x="277" y="1"/>
                    </a:moveTo>
                    <a:cubicBezTo>
                      <a:pt x="259" y="74"/>
                      <a:pt x="222" y="167"/>
                      <a:pt x="222" y="259"/>
                    </a:cubicBezTo>
                    <a:cubicBezTo>
                      <a:pt x="203" y="333"/>
                      <a:pt x="185" y="425"/>
                      <a:pt x="167" y="517"/>
                    </a:cubicBezTo>
                    <a:lnTo>
                      <a:pt x="167" y="554"/>
                    </a:lnTo>
                    <a:lnTo>
                      <a:pt x="203" y="572"/>
                    </a:lnTo>
                    <a:cubicBezTo>
                      <a:pt x="351" y="646"/>
                      <a:pt x="480" y="794"/>
                      <a:pt x="425" y="941"/>
                    </a:cubicBezTo>
                    <a:cubicBezTo>
                      <a:pt x="406" y="1015"/>
                      <a:pt x="351" y="1070"/>
                      <a:pt x="277" y="1070"/>
                    </a:cubicBezTo>
                    <a:cubicBezTo>
                      <a:pt x="231" y="1079"/>
                      <a:pt x="185" y="1084"/>
                      <a:pt x="139" y="1084"/>
                    </a:cubicBezTo>
                    <a:cubicBezTo>
                      <a:pt x="93" y="1084"/>
                      <a:pt x="47" y="1079"/>
                      <a:pt x="1" y="1070"/>
                    </a:cubicBezTo>
                    <a:lnTo>
                      <a:pt x="1" y="1070"/>
                    </a:lnTo>
                    <a:cubicBezTo>
                      <a:pt x="74" y="1125"/>
                      <a:pt x="167" y="1162"/>
                      <a:pt x="277" y="1162"/>
                    </a:cubicBezTo>
                    <a:cubicBezTo>
                      <a:pt x="369" y="1162"/>
                      <a:pt x="499" y="1089"/>
                      <a:pt x="535" y="978"/>
                    </a:cubicBezTo>
                    <a:cubicBezTo>
                      <a:pt x="572" y="867"/>
                      <a:pt x="572" y="738"/>
                      <a:pt x="499" y="646"/>
                    </a:cubicBezTo>
                    <a:cubicBezTo>
                      <a:pt x="451" y="566"/>
                      <a:pt x="375" y="514"/>
                      <a:pt x="296" y="477"/>
                    </a:cubicBezTo>
                    <a:lnTo>
                      <a:pt x="296" y="477"/>
                    </a:lnTo>
                    <a:cubicBezTo>
                      <a:pt x="296" y="412"/>
                      <a:pt x="296" y="335"/>
                      <a:pt x="296" y="259"/>
                    </a:cubicBezTo>
                    <a:cubicBezTo>
                      <a:pt x="296" y="167"/>
                      <a:pt x="277" y="93"/>
                      <a:pt x="277"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90"/>
              <p:cNvSpPr/>
              <p:nvPr/>
            </p:nvSpPr>
            <p:spPr>
              <a:xfrm>
                <a:off x="5288900" y="3969650"/>
                <a:ext cx="34600" cy="20725"/>
              </a:xfrm>
              <a:custGeom>
                <a:avLst/>
                <a:gdLst/>
                <a:ahLst/>
                <a:cxnLst/>
                <a:rect l="l" t="t" r="r" b="b"/>
                <a:pathLst>
                  <a:path w="1384" h="829" extrusionOk="0">
                    <a:moveTo>
                      <a:pt x="56" y="1"/>
                    </a:moveTo>
                    <a:cubicBezTo>
                      <a:pt x="56" y="1"/>
                      <a:pt x="0" y="665"/>
                      <a:pt x="554" y="812"/>
                    </a:cubicBezTo>
                    <a:cubicBezTo>
                      <a:pt x="603" y="824"/>
                      <a:pt x="649" y="829"/>
                      <a:pt x="694" y="829"/>
                    </a:cubicBezTo>
                    <a:cubicBezTo>
                      <a:pt x="1154" y="829"/>
                      <a:pt x="1383" y="277"/>
                      <a:pt x="1383" y="277"/>
                    </a:cubicBezTo>
                    <a:lnTo>
                      <a:pt x="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90"/>
              <p:cNvSpPr/>
              <p:nvPr/>
            </p:nvSpPr>
            <p:spPr>
              <a:xfrm>
                <a:off x="5229875" y="3893975"/>
                <a:ext cx="12950" cy="30650"/>
              </a:xfrm>
              <a:custGeom>
                <a:avLst/>
                <a:gdLst/>
                <a:ahLst/>
                <a:cxnLst/>
                <a:rect l="l" t="t" r="r" b="b"/>
                <a:pathLst>
                  <a:path w="518" h="1226" extrusionOk="0">
                    <a:moveTo>
                      <a:pt x="44" y="0"/>
                    </a:moveTo>
                    <a:cubicBezTo>
                      <a:pt x="30" y="0"/>
                      <a:pt x="15" y="1"/>
                      <a:pt x="1" y="4"/>
                    </a:cubicBezTo>
                    <a:cubicBezTo>
                      <a:pt x="112" y="22"/>
                      <a:pt x="185" y="96"/>
                      <a:pt x="241" y="188"/>
                    </a:cubicBezTo>
                    <a:cubicBezTo>
                      <a:pt x="296" y="262"/>
                      <a:pt x="314" y="372"/>
                      <a:pt x="333" y="483"/>
                    </a:cubicBezTo>
                    <a:cubicBezTo>
                      <a:pt x="386" y="679"/>
                      <a:pt x="388" y="892"/>
                      <a:pt x="372" y="1089"/>
                    </a:cubicBezTo>
                    <a:lnTo>
                      <a:pt x="372" y="1089"/>
                    </a:lnTo>
                    <a:cubicBezTo>
                      <a:pt x="359" y="1101"/>
                      <a:pt x="346" y="1110"/>
                      <a:pt x="333" y="1110"/>
                    </a:cubicBezTo>
                    <a:cubicBezTo>
                      <a:pt x="333" y="1110"/>
                      <a:pt x="333" y="1110"/>
                      <a:pt x="314" y="1092"/>
                    </a:cubicBezTo>
                    <a:cubicBezTo>
                      <a:pt x="278" y="1055"/>
                      <a:pt x="259" y="999"/>
                      <a:pt x="241" y="926"/>
                    </a:cubicBezTo>
                    <a:cubicBezTo>
                      <a:pt x="204" y="797"/>
                      <a:pt x="167" y="668"/>
                      <a:pt x="148" y="538"/>
                    </a:cubicBezTo>
                    <a:lnTo>
                      <a:pt x="148" y="538"/>
                    </a:lnTo>
                    <a:cubicBezTo>
                      <a:pt x="130" y="668"/>
                      <a:pt x="148" y="815"/>
                      <a:pt x="167" y="944"/>
                    </a:cubicBezTo>
                    <a:cubicBezTo>
                      <a:pt x="167" y="1018"/>
                      <a:pt x="185" y="1092"/>
                      <a:pt x="222" y="1165"/>
                    </a:cubicBezTo>
                    <a:cubicBezTo>
                      <a:pt x="237" y="1196"/>
                      <a:pt x="277" y="1226"/>
                      <a:pt x="331" y="1226"/>
                    </a:cubicBezTo>
                    <a:cubicBezTo>
                      <a:pt x="343" y="1226"/>
                      <a:pt x="356" y="1224"/>
                      <a:pt x="370" y="1221"/>
                    </a:cubicBezTo>
                    <a:cubicBezTo>
                      <a:pt x="425" y="1221"/>
                      <a:pt x="444" y="1184"/>
                      <a:pt x="480" y="1147"/>
                    </a:cubicBezTo>
                    <a:cubicBezTo>
                      <a:pt x="499" y="1147"/>
                      <a:pt x="499" y="1129"/>
                      <a:pt x="499" y="1129"/>
                    </a:cubicBezTo>
                    <a:cubicBezTo>
                      <a:pt x="517" y="889"/>
                      <a:pt x="499" y="668"/>
                      <a:pt x="444" y="446"/>
                    </a:cubicBezTo>
                    <a:cubicBezTo>
                      <a:pt x="425" y="336"/>
                      <a:pt x="370" y="225"/>
                      <a:pt x="296" y="133"/>
                    </a:cubicBezTo>
                    <a:cubicBezTo>
                      <a:pt x="232" y="52"/>
                      <a:pt x="140" y="0"/>
                      <a:pt x="44"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90"/>
              <p:cNvSpPr/>
              <p:nvPr/>
            </p:nvSpPr>
            <p:spPr>
              <a:xfrm>
                <a:off x="5227575" y="3912025"/>
                <a:ext cx="12025" cy="32325"/>
              </a:xfrm>
              <a:custGeom>
                <a:avLst/>
                <a:gdLst/>
                <a:ahLst/>
                <a:cxnLst/>
                <a:rect l="l" t="t" r="r" b="b"/>
                <a:pathLst>
                  <a:path w="481" h="1293" extrusionOk="0">
                    <a:moveTo>
                      <a:pt x="240" y="1"/>
                    </a:moveTo>
                    <a:cubicBezTo>
                      <a:pt x="75" y="1"/>
                      <a:pt x="19" y="167"/>
                      <a:pt x="1" y="222"/>
                    </a:cubicBezTo>
                    <a:cubicBezTo>
                      <a:pt x="1" y="276"/>
                      <a:pt x="197" y="1293"/>
                      <a:pt x="326" y="1293"/>
                    </a:cubicBezTo>
                    <a:cubicBezTo>
                      <a:pt x="328" y="1293"/>
                      <a:pt x="330" y="1292"/>
                      <a:pt x="333" y="1292"/>
                    </a:cubicBezTo>
                    <a:cubicBezTo>
                      <a:pt x="462" y="1273"/>
                      <a:pt x="204" y="572"/>
                      <a:pt x="277" y="554"/>
                    </a:cubicBezTo>
                    <a:cubicBezTo>
                      <a:pt x="351" y="536"/>
                      <a:pt x="462" y="462"/>
                      <a:pt x="480" y="314"/>
                    </a:cubicBezTo>
                    <a:cubicBezTo>
                      <a:pt x="480" y="222"/>
                      <a:pt x="425" y="130"/>
                      <a:pt x="388" y="75"/>
                    </a:cubicBezTo>
                    <a:cubicBezTo>
                      <a:pt x="351" y="38"/>
                      <a:pt x="296" y="1"/>
                      <a:pt x="2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90"/>
              <p:cNvSpPr/>
              <p:nvPr/>
            </p:nvSpPr>
            <p:spPr>
              <a:xfrm>
                <a:off x="5084200" y="4036975"/>
                <a:ext cx="417250" cy="337000"/>
              </a:xfrm>
              <a:custGeom>
                <a:avLst/>
                <a:gdLst/>
                <a:ahLst/>
                <a:cxnLst/>
                <a:rect l="l" t="t" r="r" b="b"/>
                <a:pathLst>
                  <a:path w="16690" h="13480" extrusionOk="0">
                    <a:moveTo>
                      <a:pt x="11065" y="0"/>
                    </a:moveTo>
                    <a:cubicBezTo>
                      <a:pt x="11065" y="0"/>
                      <a:pt x="11065" y="0"/>
                      <a:pt x="11065" y="19"/>
                    </a:cubicBezTo>
                    <a:cubicBezTo>
                      <a:pt x="11047" y="37"/>
                      <a:pt x="10825" y="332"/>
                      <a:pt x="10438" y="664"/>
                    </a:cubicBezTo>
                    <a:cubicBezTo>
                      <a:pt x="9959" y="1070"/>
                      <a:pt x="9258" y="1494"/>
                      <a:pt x="8354" y="1494"/>
                    </a:cubicBezTo>
                    <a:cubicBezTo>
                      <a:pt x="7856" y="1494"/>
                      <a:pt x="7414" y="1365"/>
                      <a:pt x="7027" y="1180"/>
                    </a:cubicBezTo>
                    <a:cubicBezTo>
                      <a:pt x="6178" y="775"/>
                      <a:pt x="5680" y="92"/>
                      <a:pt x="5644" y="55"/>
                    </a:cubicBezTo>
                    <a:cubicBezTo>
                      <a:pt x="388" y="941"/>
                      <a:pt x="1" y="9589"/>
                      <a:pt x="683" y="11009"/>
                    </a:cubicBezTo>
                    <a:cubicBezTo>
                      <a:pt x="911" y="11476"/>
                      <a:pt x="1304" y="11632"/>
                      <a:pt x="1727" y="11632"/>
                    </a:cubicBezTo>
                    <a:cubicBezTo>
                      <a:pt x="2574" y="11632"/>
                      <a:pt x="3541" y="11009"/>
                      <a:pt x="3541" y="11009"/>
                    </a:cubicBezTo>
                    <a:lnTo>
                      <a:pt x="3541" y="11009"/>
                    </a:lnTo>
                    <a:lnTo>
                      <a:pt x="3080" y="13480"/>
                    </a:lnTo>
                    <a:lnTo>
                      <a:pt x="13186" y="13480"/>
                    </a:lnTo>
                    <a:lnTo>
                      <a:pt x="12872" y="10419"/>
                    </a:lnTo>
                    <a:lnTo>
                      <a:pt x="12872" y="10419"/>
                    </a:lnTo>
                    <a:cubicBezTo>
                      <a:pt x="12872" y="10419"/>
                      <a:pt x="14229" y="11015"/>
                      <a:pt x="15344" y="11015"/>
                    </a:cubicBezTo>
                    <a:cubicBezTo>
                      <a:pt x="15406" y="11015"/>
                      <a:pt x="15467" y="11013"/>
                      <a:pt x="15528" y="11009"/>
                    </a:cubicBezTo>
                    <a:cubicBezTo>
                      <a:pt x="16689" y="10935"/>
                      <a:pt x="16413" y="6159"/>
                      <a:pt x="15343" y="3375"/>
                    </a:cubicBezTo>
                    <a:cubicBezTo>
                      <a:pt x="14255" y="590"/>
                      <a:pt x="11065" y="0"/>
                      <a:pt x="11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90"/>
              <p:cNvSpPr/>
              <p:nvPr/>
            </p:nvSpPr>
            <p:spPr>
              <a:xfrm>
                <a:off x="5225275" y="4027275"/>
                <a:ext cx="135550" cy="59050"/>
              </a:xfrm>
              <a:custGeom>
                <a:avLst/>
                <a:gdLst/>
                <a:ahLst/>
                <a:cxnLst/>
                <a:rect l="l" t="t" r="r" b="b"/>
                <a:pathLst>
                  <a:path w="5422" h="2362" extrusionOk="0">
                    <a:moveTo>
                      <a:pt x="830" y="1"/>
                    </a:moveTo>
                    <a:lnTo>
                      <a:pt x="1" y="443"/>
                    </a:lnTo>
                    <a:cubicBezTo>
                      <a:pt x="1" y="443"/>
                      <a:pt x="757" y="2361"/>
                      <a:pt x="2711" y="2361"/>
                    </a:cubicBezTo>
                    <a:cubicBezTo>
                      <a:pt x="4666" y="2361"/>
                      <a:pt x="5422" y="388"/>
                      <a:pt x="5422" y="388"/>
                    </a:cubicBezTo>
                    <a:lnTo>
                      <a:pt x="4721" y="1"/>
                    </a:lnTo>
                    <a:cubicBezTo>
                      <a:pt x="4721" y="1"/>
                      <a:pt x="4223" y="1402"/>
                      <a:pt x="2748" y="1402"/>
                    </a:cubicBezTo>
                    <a:cubicBezTo>
                      <a:pt x="1273" y="140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90"/>
              <p:cNvSpPr/>
              <p:nvPr/>
            </p:nvSpPr>
            <p:spPr>
              <a:xfrm>
                <a:off x="5264450" y="4123175"/>
                <a:ext cx="63650" cy="110200"/>
              </a:xfrm>
              <a:custGeom>
                <a:avLst/>
                <a:gdLst/>
                <a:ahLst/>
                <a:cxnLst/>
                <a:rect l="l" t="t" r="r" b="b"/>
                <a:pathLst>
                  <a:path w="2546" h="4408" extrusionOk="0">
                    <a:moveTo>
                      <a:pt x="185" y="0"/>
                    </a:moveTo>
                    <a:cubicBezTo>
                      <a:pt x="130" y="0"/>
                      <a:pt x="75" y="74"/>
                      <a:pt x="75" y="148"/>
                    </a:cubicBezTo>
                    <a:lnTo>
                      <a:pt x="1" y="4242"/>
                    </a:lnTo>
                    <a:cubicBezTo>
                      <a:pt x="1" y="4334"/>
                      <a:pt x="56" y="4408"/>
                      <a:pt x="130" y="4408"/>
                    </a:cubicBezTo>
                    <a:lnTo>
                      <a:pt x="2140" y="4408"/>
                    </a:lnTo>
                    <a:cubicBezTo>
                      <a:pt x="2214" y="4408"/>
                      <a:pt x="2269" y="4352"/>
                      <a:pt x="2269" y="4260"/>
                    </a:cubicBezTo>
                    <a:lnTo>
                      <a:pt x="2546" y="166"/>
                    </a:lnTo>
                    <a:cubicBezTo>
                      <a:pt x="2546" y="74"/>
                      <a:pt x="2490" y="0"/>
                      <a:pt x="2417"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90"/>
              <p:cNvSpPr/>
              <p:nvPr/>
            </p:nvSpPr>
            <p:spPr>
              <a:xfrm>
                <a:off x="5264450" y="4172225"/>
                <a:ext cx="89000" cy="80525"/>
              </a:xfrm>
              <a:custGeom>
                <a:avLst/>
                <a:gdLst/>
                <a:ahLst/>
                <a:cxnLst/>
                <a:rect l="l" t="t" r="r" b="b"/>
                <a:pathLst>
                  <a:path w="3560" h="3221" extrusionOk="0">
                    <a:moveTo>
                      <a:pt x="1188" y="0"/>
                    </a:moveTo>
                    <a:cubicBezTo>
                      <a:pt x="1089" y="0"/>
                      <a:pt x="1022" y="53"/>
                      <a:pt x="978" y="141"/>
                    </a:cubicBezTo>
                    <a:cubicBezTo>
                      <a:pt x="923" y="251"/>
                      <a:pt x="923" y="399"/>
                      <a:pt x="1218" y="509"/>
                    </a:cubicBezTo>
                    <a:lnTo>
                      <a:pt x="1771" y="675"/>
                    </a:lnTo>
                    <a:cubicBezTo>
                      <a:pt x="1956" y="731"/>
                      <a:pt x="2103" y="860"/>
                      <a:pt x="2177" y="1044"/>
                    </a:cubicBezTo>
                    <a:lnTo>
                      <a:pt x="2324" y="1376"/>
                    </a:lnTo>
                    <a:lnTo>
                      <a:pt x="2324" y="1376"/>
                    </a:lnTo>
                    <a:lnTo>
                      <a:pt x="1052" y="1118"/>
                    </a:lnTo>
                    <a:cubicBezTo>
                      <a:pt x="997" y="1118"/>
                      <a:pt x="941" y="1099"/>
                      <a:pt x="886" y="1081"/>
                    </a:cubicBezTo>
                    <a:lnTo>
                      <a:pt x="278" y="934"/>
                    </a:lnTo>
                    <a:cubicBezTo>
                      <a:pt x="258" y="927"/>
                      <a:pt x="238" y="924"/>
                      <a:pt x="219" y="924"/>
                    </a:cubicBezTo>
                    <a:cubicBezTo>
                      <a:pt x="130" y="924"/>
                      <a:pt x="50" y="990"/>
                      <a:pt x="19" y="1081"/>
                    </a:cubicBezTo>
                    <a:cubicBezTo>
                      <a:pt x="1" y="1192"/>
                      <a:pt x="56" y="1302"/>
                      <a:pt x="167" y="1321"/>
                    </a:cubicBezTo>
                    <a:lnTo>
                      <a:pt x="1034" y="1634"/>
                    </a:lnTo>
                    <a:cubicBezTo>
                      <a:pt x="1089" y="1653"/>
                      <a:pt x="1144" y="1671"/>
                      <a:pt x="1200" y="1690"/>
                    </a:cubicBezTo>
                    <a:lnTo>
                      <a:pt x="2103" y="1948"/>
                    </a:lnTo>
                    <a:lnTo>
                      <a:pt x="2103" y="1948"/>
                    </a:lnTo>
                    <a:lnTo>
                      <a:pt x="1236" y="1837"/>
                    </a:lnTo>
                    <a:cubicBezTo>
                      <a:pt x="1107" y="1819"/>
                      <a:pt x="978" y="1782"/>
                      <a:pt x="868" y="1745"/>
                    </a:cubicBezTo>
                    <a:lnTo>
                      <a:pt x="259" y="1524"/>
                    </a:lnTo>
                    <a:cubicBezTo>
                      <a:pt x="236" y="1516"/>
                      <a:pt x="213" y="1512"/>
                      <a:pt x="191" y="1512"/>
                    </a:cubicBezTo>
                    <a:cubicBezTo>
                      <a:pt x="106" y="1512"/>
                      <a:pt x="34" y="1565"/>
                      <a:pt x="19" y="1653"/>
                    </a:cubicBezTo>
                    <a:cubicBezTo>
                      <a:pt x="1" y="1745"/>
                      <a:pt x="38" y="1837"/>
                      <a:pt x="130" y="1874"/>
                    </a:cubicBezTo>
                    <a:lnTo>
                      <a:pt x="683" y="2095"/>
                    </a:lnTo>
                    <a:cubicBezTo>
                      <a:pt x="849" y="2169"/>
                      <a:pt x="1015" y="2224"/>
                      <a:pt x="1181" y="2261"/>
                    </a:cubicBezTo>
                    <a:lnTo>
                      <a:pt x="1697" y="2409"/>
                    </a:lnTo>
                    <a:lnTo>
                      <a:pt x="591" y="2409"/>
                    </a:lnTo>
                    <a:lnTo>
                      <a:pt x="1624" y="2943"/>
                    </a:lnTo>
                    <a:cubicBezTo>
                      <a:pt x="1974" y="3128"/>
                      <a:pt x="2380" y="3220"/>
                      <a:pt x="2785" y="3220"/>
                    </a:cubicBezTo>
                    <a:lnTo>
                      <a:pt x="3560" y="1911"/>
                    </a:lnTo>
                    <a:lnTo>
                      <a:pt x="3228" y="1265"/>
                    </a:lnTo>
                    <a:cubicBezTo>
                      <a:pt x="3154" y="1099"/>
                      <a:pt x="3062" y="952"/>
                      <a:pt x="2933" y="823"/>
                    </a:cubicBezTo>
                    <a:lnTo>
                      <a:pt x="2804" y="675"/>
                    </a:lnTo>
                    <a:cubicBezTo>
                      <a:pt x="2619" y="454"/>
                      <a:pt x="2380" y="325"/>
                      <a:pt x="2122" y="251"/>
                    </a:cubicBezTo>
                    <a:lnTo>
                      <a:pt x="1273" y="12"/>
                    </a:lnTo>
                    <a:cubicBezTo>
                      <a:pt x="1243" y="4"/>
                      <a:pt x="1214" y="0"/>
                      <a:pt x="1188" y="0"/>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90"/>
              <p:cNvSpPr/>
              <p:nvPr/>
            </p:nvSpPr>
            <p:spPr>
              <a:xfrm>
                <a:off x="5230800" y="4161550"/>
                <a:ext cx="82100" cy="93100"/>
              </a:xfrm>
              <a:custGeom>
                <a:avLst/>
                <a:gdLst/>
                <a:ahLst/>
                <a:cxnLst/>
                <a:rect l="l" t="t" r="r" b="b"/>
                <a:pathLst>
                  <a:path w="3284" h="3724" extrusionOk="0">
                    <a:moveTo>
                      <a:pt x="2283" y="1"/>
                    </a:moveTo>
                    <a:cubicBezTo>
                      <a:pt x="2253" y="1"/>
                      <a:pt x="2223" y="5"/>
                      <a:pt x="2195" y="14"/>
                    </a:cubicBezTo>
                    <a:lnTo>
                      <a:pt x="1513" y="328"/>
                    </a:lnTo>
                    <a:cubicBezTo>
                      <a:pt x="1255" y="457"/>
                      <a:pt x="1015" y="623"/>
                      <a:pt x="831" y="844"/>
                    </a:cubicBezTo>
                    <a:lnTo>
                      <a:pt x="812" y="863"/>
                    </a:lnTo>
                    <a:cubicBezTo>
                      <a:pt x="702" y="992"/>
                      <a:pt x="628" y="1139"/>
                      <a:pt x="591" y="1305"/>
                    </a:cubicBezTo>
                    <a:lnTo>
                      <a:pt x="499" y="1766"/>
                    </a:lnTo>
                    <a:lnTo>
                      <a:pt x="1" y="2283"/>
                    </a:lnTo>
                    <a:lnTo>
                      <a:pt x="683" y="3721"/>
                    </a:lnTo>
                    <a:cubicBezTo>
                      <a:pt x="700" y="3722"/>
                      <a:pt x="717" y="3723"/>
                      <a:pt x="734" y="3723"/>
                    </a:cubicBezTo>
                    <a:cubicBezTo>
                      <a:pt x="1142" y="3723"/>
                      <a:pt x="1553" y="3309"/>
                      <a:pt x="1642" y="3149"/>
                    </a:cubicBezTo>
                    <a:cubicBezTo>
                      <a:pt x="1734" y="3002"/>
                      <a:pt x="1863" y="2891"/>
                      <a:pt x="2011" y="2799"/>
                    </a:cubicBezTo>
                    <a:lnTo>
                      <a:pt x="2472" y="2522"/>
                    </a:lnTo>
                    <a:lnTo>
                      <a:pt x="3099" y="2135"/>
                    </a:lnTo>
                    <a:cubicBezTo>
                      <a:pt x="3191" y="2080"/>
                      <a:pt x="3209" y="1969"/>
                      <a:pt x="3154" y="1877"/>
                    </a:cubicBezTo>
                    <a:cubicBezTo>
                      <a:pt x="3117" y="1828"/>
                      <a:pt x="3064" y="1803"/>
                      <a:pt x="3005" y="1803"/>
                    </a:cubicBezTo>
                    <a:cubicBezTo>
                      <a:pt x="2976" y="1803"/>
                      <a:pt x="2945" y="1809"/>
                      <a:pt x="2914" y="1822"/>
                    </a:cubicBezTo>
                    <a:lnTo>
                      <a:pt x="2343" y="2153"/>
                    </a:lnTo>
                    <a:lnTo>
                      <a:pt x="1587" y="2448"/>
                    </a:lnTo>
                    <a:lnTo>
                      <a:pt x="1587" y="2448"/>
                    </a:lnTo>
                    <a:lnTo>
                      <a:pt x="2472" y="1858"/>
                    </a:lnTo>
                    <a:lnTo>
                      <a:pt x="3191" y="1287"/>
                    </a:lnTo>
                    <a:cubicBezTo>
                      <a:pt x="3265" y="1231"/>
                      <a:pt x="3283" y="1121"/>
                      <a:pt x="3228" y="1047"/>
                    </a:cubicBezTo>
                    <a:cubicBezTo>
                      <a:pt x="3190" y="984"/>
                      <a:pt x="3127" y="947"/>
                      <a:pt x="3062" y="947"/>
                    </a:cubicBezTo>
                    <a:cubicBezTo>
                      <a:pt x="3031" y="947"/>
                      <a:pt x="2999" y="956"/>
                      <a:pt x="2970" y="973"/>
                    </a:cubicBezTo>
                    <a:lnTo>
                      <a:pt x="2398" y="1324"/>
                    </a:lnTo>
                    <a:lnTo>
                      <a:pt x="1310" y="1969"/>
                    </a:lnTo>
                    <a:lnTo>
                      <a:pt x="1863" y="1434"/>
                    </a:lnTo>
                    <a:lnTo>
                      <a:pt x="2804" y="789"/>
                    </a:lnTo>
                    <a:cubicBezTo>
                      <a:pt x="2896" y="715"/>
                      <a:pt x="2914" y="586"/>
                      <a:pt x="2859" y="494"/>
                    </a:cubicBezTo>
                    <a:cubicBezTo>
                      <a:pt x="2808" y="417"/>
                      <a:pt x="2731" y="376"/>
                      <a:pt x="2658" y="376"/>
                    </a:cubicBezTo>
                    <a:cubicBezTo>
                      <a:pt x="2625" y="376"/>
                      <a:pt x="2593" y="384"/>
                      <a:pt x="2564" y="402"/>
                    </a:cubicBezTo>
                    <a:lnTo>
                      <a:pt x="1605" y="955"/>
                    </a:lnTo>
                    <a:lnTo>
                      <a:pt x="1033" y="1397"/>
                    </a:lnTo>
                    <a:lnTo>
                      <a:pt x="1476" y="992"/>
                    </a:lnTo>
                    <a:lnTo>
                      <a:pt x="2417" y="439"/>
                    </a:lnTo>
                    <a:cubicBezTo>
                      <a:pt x="2527" y="383"/>
                      <a:pt x="2564" y="236"/>
                      <a:pt x="2509" y="125"/>
                    </a:cubicBezTo>
                    <a:cubicBezTo>
                      <a:pt x="2467" y="42"/>
                      <a:pt x="2374" y="1"/>
                      <a:pt x="2283"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90"/>
              <p:cNvSpPr/>
              <p:nvPr/>
            </p:nvSpPr>
            <p:spPr>
              <a:xfrm>
                <a:off x="5325325" y="4200150"/>
                <a:ext cx="35500" cy="63200"/>
              </a:xfrm>
              <a:custGeom>
                <a:avLst/>
                <a:gdLst/>
                <a:ahLst/>
                <a:cxnLst/>
                <a:rect l="l" t="t" r="r" b="b"/>
                <a:pathLst>
                  <a:path w="1420" h="2528" extrusionOk="0">
                    <a:moveTo>
                      <a:pt x="811" y="1"/>
                    </a:moveTo>
                    <a:cubicBezTo>
                      <a:pt x="811" y="1"/>
                      <a:pt x="701" y="1218"/>
                      <a:pt x="0" y="2066"/>
                    </a:cubicBezTo>
                    <a:lnTo>
                      <a:pt x="498" y="2527"/>
                    </a:lnTo>
                    <a:cubicBezTo>
                      <a:pt x="1309" y="1531"/>
                      <a:pt x="1420" y="130"/>
                      <a:pt x="1420" y="130"/>
                    </a:cubicBezTo>
                    <a:lnTo>
                      <a:pt x="8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90"/>
              <p:cNvSpPr/>
              <p:nvPr/>
            </p:nvSpPr>
            <p:spPr>
              <a:xfrm>
                <a:off x="5340525" y="4259625"/>
                <a:ext cx="65500" cy="37825"/>
              </a:xfrm>
              <a:custGeom>
                <a:avLst/>
                <a:gdLst/>
                <a:ahLst/>
                <a:cxnLst/>
                <a:rect l="l" t="t" r="r" b="b"/>
                <a:pathLst>
                  <a:path w="2620" h="1513" extrusionOk="0">
                    <a:moveTo>
                      <a:pt x="1" y="1"/>
                    </a:moveTo>
                    <a:cubicBezTo>
                      <a:pt x="167" y="204"/>
                      <a:pt x="369" y="369"/>
                      <a:pt x="572" y="535"/>
                    </a:cubicBezTo>
                    <a:cubicBezTo>
                      <a:pt x="757" y="683"/>
                      <a:pt x="978" y="830"/>
                      <a:pt x="1199" y="960"/>
                    </a:cubicBezTo>
                    <a:cubicBezTo>
                      <a:pt x="1421" y="1089"/>
                      <a:pt x="1660" y="1199"/>
                      <a:pt x="1882" y="1291"/>
                    </a:cubicBezTo>
                    <a:cubicBezTo>
                      <a:pt x="2121" y="1384"/>
                      <a:pt x="2379" y="1476"/>
                      <a:pt x="2619" y="1513"/>
                    </a:cubicBezTo>
                    <a:cubicBezTo>
                      <a:pt x="2379" y="1421"/>
                      <a:pt x="2158" y="1310"/>
                      <a:pt x="1937" y="1199"/>
                    </a:cubicBezTo>
                    <a:cubicBezTo>
                      <a:pt x="1697" y="1089"/>
                      <a:pt x="1476" y="978"/>
                      <a:pt x="1273" y="849"/>
                    </a:cubicBezTo>
                    <a:cubicBezTo>
                      <a:pt x="830" y="609"/>
                      <a:pt x="425" y="31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90"/>
              <p:cNvSpPr/>
              <p:nvPr/>
            </p:nvSpPr>
            <p:spPr>
              <a:xfrm>
                <a:off x="5359900" y="4208000"/>
                <a:ext cx="89900" cy="13400"/>
              </a:xfrm>
              <a:custGeom>
                <a:avLst/>
                <a:gdLst/>
                <a:ahLst/>
                <a:cxnLst/>
                <a:rect l="l" t="t" r="r" b="b"/>
                <a:pathLst>
                  <a:path w="3596" h="536" extrusionOk="0">
                    <a:moveTo>
                      <a:pt x="0" y="0"/>
                    </a:moveTo>
                    <a:lnTo>
                      <a:pt x="0" y="0"/>
                    </a:lnTo>
                    <a:cubicBezTo>
                      <a:pt x="590" y="148"/>
                      <a:pt x="1180" y="240"/>
                      <a:pt x="1789" y="332"/>
                    </a:cubicBezTo>
                    <a:cubicBezTo>
                      <a:pt x="2397" y="406"/>
                      <a:pt x="2987" y="498"/>
                      <a:pt x="3596" y="535"/>
                    </a:cubicBezTo>
                    <a:cubicBezTo>
                      <a:pt x="3006" y="388"/>
                      <a:pt x="2416" y="295"/>
                      <a:pt x="1807" y="203"/>
                    </a:cubicBezTo>
                    <a:cubicBezTo>
                      <a:pt x="1199" y="129"/>
                      <a:pt x="609" y="3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90"/>
              <p:cNvSpPr/>
              <p:nvPr/>
            </p:nvSpPr>
            <p:spPr>
              <a:xfrm>
                <a:off x="5400450" y="4146675"/>
                <a:ext cx="6475" cy="68250"/>
              </a:xfrm>
              <a:custGeom>
                <a:avLst/>
                <a:gdLst/>
                <a:ahLst/>
                <a:cxnLst/>
                <a:rect l="l" t="t" r="r" b="b"/>
                <a:pathLst>
                  <a:path w="259" h="2730" extrusionOk="0">
                    <a:moveTo>
                      <a:pt x="1" y="1"/>
                    </a:moveTo>
                    <a:lnTo>
                      <a:pt x="130" y="2730"/>
                    </a:lnTo>
                    <a:lnTo>
                      <a:pt x="259" y="2712"/>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90"/>
              <p:cNvSpPr/>
              <p:nvPr/>
            </p:nvSpPr>
            <p:spPr>
              <a:xfrm>
                <a:off x="5227125" y="4200150"/>
                <a:ext cx="38750" cy="65950"/>
              </a:xfrm>
              <a:custGeom>
                <a:avLst/>
                <a:gdLst/>
                <a:ahLst/>
                <a:cxnLst/>
                <a:rect l="l" t="t" r="r" b="b"/>
                <a:pathLst>
                  <a:path w="1550" h="2638" extrusionOk="0">
                    <a:moveTo>
                      <a:pt x="664" y="1"/>
                    </a:moveTo>
                    <a:lnTo>
                      <a:pt x="0" y="148"/>
                    </a:lnTo>
                    <a:cubicBezTo>
                      <a:pt x="0" y="148"/>
                      <a:pt x="129" y="1587"/>
                      <a:pt x="1015" y="2638"/>
                    </a:cubicBezTo>
                    <a:lnTo>
                      <a:pt x="1549" y="2158"/>
                    </a:lnTo>
                    <a:cubicBezTo>
                      <a:pt x="793" y="1273"/>
                      <a:pt x="664" y="1"/>
                      <a:pt x="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90"/>
              <p:cNvSpPr/>
              <p:nvPr/>
            </p:nvSpPr>
            <p:spPr>
              <a:xfrm>
                <a:off x="5172725" y="4263325"/>
                <a:ext cx="77475" cy="48875"/>
              </a:xfrm>
              <a:custGeom>
                <a:avLst/>
                <a:gdLst/>
                <a:ahLst/>
                <a:cxnLst/>
                <a:rect l="l" t="t" r="r" b="b"/>
                <a:pathLst>
                  <a:path w="3099" h="1955" extrusionOk="0">
                    <a:moveTo>
                      <a:pt x="3098" y="0"/>
                    </a:moveTo>
                    <a:cubicBezTo>
                      <a:pt x="2600" y="369"/>
                      <a:pt x="2103" y="719"/>
                      <a:pt x="1586" y="1051"/>
                    </a:cubicBezTo>
                    <a:cubicBezTo>
                      <a:pt x="1347" y="1217"/>
                      <a:pt x="1070" y="1365"/>
                      <a:pt x="812" y="1531"/>
                    </a:cubicBezTo>
                    <a:cubicBezTo>
                      <a:pt x="535" y="1678"/>
                      <a:pt x="277" y="1807"/>
                      <a:pt x="0" y="1955"/>
                    </a:cubicBezTo>
                    <a:cubicBezTo>
                      <a:pt x="590" y="1770"/>
                      <a:pt x="1144" y="1494"/>
                      <a:pt x="1660" y="1162"/>
                    </a:cubicBezTo>
                    <a:cubicBezTo>
                      <a:pt x="2176" y="812"/>
                      <a:pt x="2674" y="443"/>
                      <a:pt x="3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90"/>
              <p:cNvSpPr/>
              <p:nvPr/>
            </p:nvSpPr>
            <p:spPr>
              <a:xfrm>
                <a:off x="5136775" y="4208000"/>
                <a:ext cx="90825" cy="36450"/>
              </a:xfrm>
              <a:custGeom>
                <a:avLst/>
                <a:gdLst/>
                <a:ahLst/>
                <a:cxnLst/>
                <a:rect l="l" t="t" r="r" b="b"/>
                <a:pathLst>
                  <a:path w="3633" h="1458" extrusionOk="0">
                    <a:moveTo>
                      <a:pt x="3633" y="0"/>
                    </a:moveTo>
                    <a:cubicBezTo>
                      <a:pt x="3043" y="277"/>
                      <a:pt x="2453" y="554"/>
                      <a:pt x="1844" y="793"/>
                    </a:cubicBezTo>
                    <a:cubicBezTo>
                      <a:pt x="1236" y="1051"/>
                      <a:pt x="627" y="1273"/>
                      <a:pt x="0" y="1457"/>
                    </a:cubicBezTo>
                    <a:cubicBezTo>
                      <a:pt x="664" y="1365"/>
                      <a:pt x="1291" y="1162"/>
                      <a:pt x="1899" y="904"/>
                    </a:cubicBezTo>
                    <a:cubicBezTo>
                      <a:pt x="2489" y="646"/>
                      <a:pt x="3098" y="369"/>
                      <a:pt x="36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90"/>
              <p:cNvSpPr/>
              <p:nvPr/>
            </p:nvSpPr>
            <p:spPr>
              <a:xfrm>
                <a:off x="5183775" y="4154525"/>
                <a:ext cx="12025" cy="74250"/>
              </a:xfrm>
              <a:custGeom>
                <a:avLst/>
                <a:gdLst/>
                <a:ahLst/>
                <a:cxnLst/>
                <a:rect l="l" t="t" r="r" b="b"/>
                <a:pathLst>
                  <a:path w="481" h="2970" extrusionOk="0">
                    <a:moveTo>
                      <a:pt x="480" y="0"/>
                    </a:moveTo>
                    <a:lnTo>
                      <a:pt x="1" y="2951"/>
                    </a:lnTo>
                    <a:lnTo>
                      <a:pt x="130" y="2969"/>
                    </a:lnTo>
                    <a:lnTo>
                      <a:pt x="480" y="0"/>
                    </a:lnTo>
                    <a:close/>
                  </a:path>
                </a:pathLst>
              </a:custGeom>
              <a:solidFill>
                <a:srgbClr val="0045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0" name="Google Shape;4450;p90"/>
            <p:cNvSpPr/>
            <p:nvPr/>
          </p:nvSpPr>
          <p:spPr>
            <a:xfrm rot="637017">
              <a:off x="1935341" y="2468358"/>
              <a:ext cx="51592" cy="49089"/>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90"/>
            <p:cNvSpPr/>
            <p:nvPr/>
          </p:nvSpPr>
          <p:spPr>
            <a:xfrm rot="637017">
              <a:off x="2286006" y="2478833"/>
              <a:ext cx="51592" cy="49089"/>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2" name="Google Shape;4452;p90"/>
          <p:cNvSpPr txBox="1">
            <a:spLocks noGrp="1"/>
          </p:cNvSpPr>
          <p:nvPr>
            <p:ph type="title"/>
          </p:nvPr>
        </p:nvSpPr>
        <p:spPr>
          <a:xfrm>
            <a:off x="2830864" y="2564625"/>
            <a:ext cx="5773489" cy="1413999"/>
          </a:xfrm>
          <a:prstGeom prst="rect">
            <a:avLst/>
          </a:prstGeom>
        </p:spPr>
        <p:txBody>
          <a:bodyPr spcFirstLastPara="1" wrap="square" lIns="91425" tIns="91425" rIns="91425" bIns="91425" anchor="ctr" anchorCtr="0">
            <a:noAutofit/>
          </a:bodyPr>
          <a:lstStyle/>
          <a:p>
            <a:pPr lvl="0"/>
            <a:r>
              <a:rPr lang="en-US" b="1" dirty="0"/>
              <a:t>Model development and Evaluation</a:t>
            </a:r>
            <a:endParaRPr b="1" dirty="0"/>
          </a:p>
        </p:txBody>
      </p:sp>
      <p:sp>
        <p:nvSpPr>
          <p:cNvPr id="4454" name="Google Shape;4454;p90"/>
          <p:cNvSpPr txBox="1">
            <a:spLocks noGrp="1"/>
          </p:cNvSpPr>
          <p:nvPr>
            <p:ph type="title" idx="2"/>
          </p:nvPr>
        </p:nvSpPr>
        <p:spPr>
          <a:xfrm>
            <a:off x="5507275" y="694300"/>
            <a:ext cx="2161500" cy="1402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03</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FE5F0104-B6C0-2D67-482B-393C35AD920F}"/>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7EB2969F-2294-3001-9D1F-3EF916D87330}"/>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FI" sz="2800" b="1" dirty="0"/>
              <a:t>Algorithm</a:t>
            </a:r>
            <a:r>
              <a:rPr lang="fi-FI" sz="2800" b="1" dirty="0"/>
              <a:t>s</a:t>
            </a:r>
            <a:endParaRPr sz="2800" b="1" dirty="0"/>
          </a:p>
        </p:txBody>
      </p:sp>
      <p:graphicFrame>
        <p:nvGraphicFramePr>
          <p:cNvPr id="2" name="Table 1">
            <a:extLst>
              <a:ext uri="{FF2B5EF4-FFF2-40B4-BE49-F238E27FC236}">
                <a16:creationId xmlns:a16="http://schemas.microsoft.com/office/drawing/2014/main" id="{C5CBCD9C-603C-DBA8-5583-170F1B47FBEF}"/>
              </a:ext>
            </a:extLst>
          </p:cNvPr>
          <p:cNvGraphicFramePr>
            <a:graphicFrameLocks noGrp="1"/>
          </p:cNvGraphicFramePr>
          <p:nvPr>
            <p:extLst>
              <p:ext uri="{D42A27DB-BD31-4B8C-83A1-F6EECF244321}">
                <p14:modId xmlns:p14="http://schemas.microsoft.com/office/powerpoint/2010/main" val="1005773250"/>
              </p:ext>
            </p:extLst>
          </p:nvPr>
        </p:nvGraphicFramePr>
        <p:xfrm>
          <a:off x="1047503" y="2276605"/>
          <a:ext cx="7048989" cy="1770738"/>
        </p:xfrm>
        <a:graphic>
          <a:graphicData uri="http://schemas.openxmlformats.org/drawingml/2006/table">
            <a:tbl>
              <a:tblPr/>
              <a:tblGrid>
                <a:gridCol w="2349663">
                  <a:extLst>
                    <a:ext uri="{9D8B030D-6E8A-4147-A177-3AD203B41FA5}">
                      <a16:colId xmlns:a16="http://schemas.microsoft.com/office/drawing/2014/main" val="1659017909"/>
                    </a:ext>
                  </a:extLst>
                </a:gridCol>
                <a:gridCol w="2349663">
                  <a:extLst>
                    <a:ext uri="{9D8B030D-6E8A-4147-A177-3AD203B41FA5}">
                      <a16:colId xmlns:a16="http://schemas.microsoft.com/office/drawing/2014/main" val="2461786866"/>
                    </a:ext>
                  </a:extLst>
                </a:gridCol>
                <a:gridCol w="2349663">
                  <a:extLst>
                    <a:ext uri="{9D8B030D-6E8A-4147-A177-3AD203B41FA5}">
                      <a16:colId xmlns:a16="http://schemas.microsoft.com/office/drawing/2014/main" val="3433539999"/>
                    </a:ext>
                  </a:extLst>
                </a:gridCol>
              </a:tblGrid>
              <a:tr h="295123">
                <a:tc>
                  <a:txBody>
                    <a:bodyPr/>
                    <a:lstStyle/>
                    <a:p>
                      <a:pPr>
                        <a:buNone/>
                      </a:pPr>
                      <a:r>
                        <a:rPr lang="en-FI" sz="1200" dirty="0">
                          <a:solidFill>
                            <a:schemeClr val="bg1"/>
                          </a:solidFill>
                        </a:rPr>
                        <a:t>Algorithms </a:t>
                      </a:r>
                      <a:endParaRPr lang="en-US" sz="1200" dirty="0">
                        <a:solidFill>
                          <a:schemeClr val="bg1"/>
                        </a:solidFill>
                      </a:endParaRPr>
                    </a:p>
                  </a:txBody>
                  <a:tcPr anchor="ctr">
                    <a:lnL>
                      <a:noFill/>
                    </a:lnL>
                    <a:lnR>
                      <a:noFill/>
                    </a:lnR>
                    <a:lnT>
                      <a:noFill/>
                    </a:lnT>
                    <a:lnB>
                      <a:noFill/>
                    </a:lnB>
                    <a:solidFill>
                      <a:srgbClr val="351C75"/>
                    </a:solidFill>
                  </a:tcPr>
                </a:tc>
                <a:tc>
                  <a:txBody>
                    <a:bodyPr/>
                    <a:lstStyle/>
                    <a:p>
                      <a:pPr>
                        <a:buNone/>
                      </a:pPr>
                      <a:r>
                        <a:rPr lang="en-US" sz="1200" dirty="0">
                          <a:solidFill>
                            <a:schemeClr val="bg1"/>
                          </a:solidFill>
                        </a:rPr>
                        <a:t>Type</a:t>
                      </a:r>
                    </a:p>
                  </a:txBody>
                  <a:tcPr anchor="ctr">
                    <a:lnL>
                      <a:noFill/>
                    </a:lnL>
                    <a:lnR>
                      <a:noFill/>
                    </a:lnR>
                    <a:lnT>
                      <a:noFill/>
                    </a:lnT>
                    <a:lnB>
                      <a:noFill/>
                    </a:lnB>
                    <a:solidFill>
                      <a:srgbClr val="351C75"/>
                    </a:solidFill>
                  </a:tcPr>
                </a:tc>
                <a:tc>
                  <a:txBody>
                    <a:bodyPr/>
                    <a:lstStyle/>
                    <a:p>
                      <a:pPr>
                        <a:buNone/>
                      </a:pPr>
                      <a:r>
                        <a:rPr lang="en-US" sz="1200" dirty="0">
                          <a:solidFill>
                            <a:schemeClr val="bg1"/>
                          </a:solidFill>
                        </a:rPr>
                        <a:t>Idea</a:t>
                      </a:r>
                    </a:p>
                  </a:txBody>
                  <a:tcPr anchor="ctr">
                    <a:lnL>
                      <a:noFill/>
                    </a:lnL>
                    <a:lnR>
                      <a:noFill/>
                    </a:lnR>
                    <a:lnT>
                      <a:noFill/>
                    </a:lnT>
                    <a:lnB>
                      <a:noFill/>
                    </a:lnB>
                    <a:solidFill>
                      <a:srgbClr val="351C75"/>
                    </a:solidFill>
                  </a:tcPr>
                </a:tc>
                <a:extLst>
                  <a:ext uri="{0D108BD9-81ED-4DB2-BD59-A6C34878D82A}">
                    <a16:rowId xmlns:a16="http://schemas.microsoft.com/office/drawing/2014/main" val="2597053411"/>
                  </a:ext>
                </a:extLst>
              </a:tr>
              <a:tr h="295123">
                <a:tc>
                  <a:txBody>
                    <a:bodyPr/>
                    <a:lstStyle/>
                    <a:p>
                      <a:pPr>
                        <a:buNone/>
                      </a:pPr>
                      <a:r>
                        <a:rPr lang="en-US" sz="1200" dirty="0">
                          <a:solidFill>
                            <a:srgbClr val="351C75"/>
                          </a:solidFill>
                        </a:rPr>
                        <a:t>Multiple Linear Regression </a:t>
                      </a:r>
                      <a:r>
                        <a:rPr lang="en-FI" sz="1200" b="1"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Statistical model</a:t>
                      </a:r>
                    </a:p>
                  </a:txBody>
                  <a:tcPr anchor="ctr">
                    <a:lnL>
                      <a:noFill/>
                    </a:lnL>
                    <a:lnR>
                      <a:noFill/>
                    </a:lnR>
                    <a:lnT>
                      <a:noFill/>
                    </a:lnT>
                    <a:lnB>
                      <a:noFill/>
                    </a:lnB>
                    <a:solidFill>
                      <a:schemeClr val="accent1"/>
                    </a:solidFill>
                  </a:tcPr>
                </a:tc>
                <a:tc>
                  <a:txBody>
                    <a:bodyPr/>
                    <a:lstStyle/>
                    <a:p>
                      <a:pPr>
                        <a:buNone/>
                      </a:pPr>
                      <a:r>
                        <a:rPr lang="en-US" sz="1200">
                          <a:solidFill>
                            <a:srgbClr val="351C75"/>
                          </a:solidFill>
                        </a:rPr>
                        <a:t>Fits a straight line</a:t>
                      </a:r>
                    </a:p>
                  </a:txBody>
                  <a:tcPr anchor="ctr">
                    <a:lnL>
                      <a:noFill/>
                    </a:lnL>
                    <a:lnR>
                      <a:noFill/>
                    </a:lnR>
                    <a:lnT>
                      <a:noFill/>
                    </a:lnT>
                    <a:lnB>
                      <a:noFill/>
                    </a:lnB>
                    <a:solidFill>
                      <a:schemeClr val="accent1"/>
                    </a:solidFill>
                  </a:tcPr>
                </a:tc>
                <a:extLst>
                  <a:ext uri="{0D108BD9-81ED-4DB2-BD59-A6C34878D82A}">
                    <a16:rowId xmlns:a16="http://schemas.microsoft.com/office/drawing/2014/main" val="2374392334"/>
                  </a:ext>
                </a:extLst>
              </a:tr>
              <a:tr h="295123">
                <a:tc>
                  <a:txBody>
                    <a:bodyPr/>
                    <a:lstStyle/>
                    <a:p>
                      <a:pPr>
                        <a:buNone/>
                      </a:pPr>
                      <a:r>
                        <a:rPr lang="en-US" sz="1200" dirty="0">
                          <a:solidFill>
                            <a:srgbClr val="351C75"/>
                          </a:solidFill>
                        </a:rPr>
                        <a:t>Ridge Regression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Regularized regression</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Reduces overfitting</a:t>
                      </a:r>
                    </a:p>
                  </a:txBody>
                  <a:tcPr anchor="ctr">
                    <a:lnL>
                      <a:noFill/>
                    </a:lnL>
                    <a:lnR>
                      <a:noFill/>
                    </a:lnR>
                    <a:lnT>
                      <a:noFill/>
                    </a:lnT>
                    <a:lnB>
                      <a:noFill/>
                    </a:lnB>
                    <a:solidFill>
                      <a:schemeClr val="accent1"/>
                    </a:solidFill>
                  </a:tcPr>
                </a:tc>
                <a:extLst>
                  <a:ext uri="{0D108BD9-81ED-4DB2-BD59-A6C34878D82A}">
                    <a16:rowId xmlns:a16="http://schemas.microsoft.com/office/drawing/2014/main" val="648152187"/>
                  </a:ext>
                </a:extLst>
              </a:tr>
              <a:tr h="295123">
                <a:tc>
                  <a:txBody>
                    <a:bodyPr/>
                    <a:lstStyle/>
                    <a:p>
                      <a:pPr>
                        <a:buNone/>
                      </a:pPr>
                      <a:r>
                        <a:rPr lang="en-US" sz="1200" dirty="0">
                          <a:solidFill>
                            <a:srgbClr val="351C75"/>
                          </a:solidFill>
                        </a:rPr>
                        <a:t>Lasso Regression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Regularized regression</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Selects important variables</a:t>
                      </a:r>
                    </a:p>
                  </a:txBody>
                  <a:tcPr anchor="ctr">
                    <a:lnL>
                      <a:noFill/>
                    </a:lnL>
                    <a:lnR>
                      <a:noFill/>
                    </a:lnR>
                    <a:lnT>
                      <a:noFill/>
                    </a:lnT>
                    <a:lnB>
                      <a:noFill/>
                    </a:lnB>
                    <a:solidFill>
                      <a:schemeClr val="accent1"/>
                    </a:solidFill>
                  </a:tcPr>
                </a:tc>
                <a:extLst>
                  <a:ext uri="{0D108BD9-81ED-4DB2-BD59-A6C34878D82A}">
                    <a16:rowId xmlns:a16="http://schemas.microsoft.com/office/drawing/2014/main" val="787079047"/>
                  </a:ext>
                </a:extLst>
              </a:tr>
              <a:tr h="295123">
                <a:tc>
                  <a:txBody>
                    <a:bodyPr/>
                    <a:lstStyle/>
                    <a:p>
                      <a:pPr>
                        <a:buNone/>
                      </a:pPr>
                      <a:r>
                        <a:rPr lang="en-US" sz="1200" dirty="0">
                          <a:solidFill>
                            <a:srgbClr val="351C75"/>
                          </a:solidFill>
                        </a:rPr>
                        <a:t>Random Forest  </a:t>
                      </a:r>
                      <a:r>
                        <a:rPr lang="en-FI" sz="1200" b="1"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Tree-based model</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Many decision trees</a:t>
                      </a:r>
                    </a:p>
                  </a:txBody>
                  <a:tcPr anchor="ctr">
                    <a:lnL>
                      <a:noFill/>
                    </a:lnL>
                    <a:lnR>
                      <a:noFill/>
                    </a:lnR>
                    <a:lnT>
                      <a:noFill/>
                    </a:lnT>
                    <a:lnB>
                      <a:noFill/>
                    </a:lnB>
                    <a:solidFill>
                      <a:schemeClr val="accent1"/>
                    </a:solidFill>
                  </a:tcPr>
                </a:tc>
                <a:extLst>
                  <a:ext uri="{0D108BD9-81ED-4DB2-BD59-A6C34878D82A}">
                    <a16:rowId xmlns:a16="http://schemas.microsoft.com/office/drawing/2014/main" val="138524176"/>
                  </a:ext>
                </a:extLst>
              </a:tr>
              <a:tr h="295123">
                <a:tc>
                  <a:txBody>
                    <a:bodyPr/>
                    <a:lstStyle/>
                    <a:p>
                      <a:pPr>
                        <a:buNone/>
                      </a:pPr>
                      <a:r>
                        <a:rPr lang="en-US" sz="1200" dirty="0" err="1">
                          <a:solidFill>
                            <a:srgbClr val="351C75"/>
                          </a:solidFill>
                        </a:rPr>
                        <a:t>XGBoost</a:t>
                      </a:r>
                      <a:r>
                        <a:rPr lang="en-US" sz="1200" dirty="0">
                          <a:solidFill>
                            <a:srgbClr val="351C75"/>
                          </a:solidFill>
                        </a:rPr>
                        <a:t>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Boosting algorithm</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Trees that correct errors</a:t>
                      </a:r>
                    </a:p>
                  </a:txBody>
                  <a:tcPr anchor="ctr">
                    <a:lnL>
                      <a:noFill/>
                    </a:lnL>
                    <a:lnR>
                      <a:noFill/>
                    </a:lnR>
                    <a:lnT>
                      <a:noFill/>
                    </a:lnT>
                    <a:lnB>
                      <a:noFill/>
                    </a:lnB>
                    <a:solidFill>
                      <a:schemeClr val="accent1"/>
                    </a:solidFill>
                  </a:tcPr>
                </a:tc>
                <a:extLst>
                  <a:ext uri="{0D108BD9-81ED-4DB2-BD59-A6C34878D82A}">
                    <a16:rowId xmlns:a16="http://schemas.microsoft.com/office/drawing/2014/main" val="2152640862"/>
                  </a:ext>
                </a:extLst>
              </a:tr>
            </a:tbl>
          </a:graphicData>
        </a:graphic>
      </p:graphicFrame>
      <p:sp>
        <p:nvSpPr>
          <p:cNvPr id="3" name="TextBox 2">
            <a:extLst>
              <a:ext uri="{FF2B5EF4-FFF2-40B4-BE49-F238E27FC236}">
                <a16:creationId xmlns:a16="http://schemas.microsoft.com/office/drawing/2014/main" id="{35DCFFE6-1A88-DDFA-ABBE-B8321520F73D}"/>
              </a:ext>
            </a:extLst>
          </p:cNvPr>
          <p:cNvSpPr txBox="1"/>
          <p:nvPr/>
        </p:nvSpPr>
        <p:spPr>
          <a:xfrm>
            <a:off x="1002268" y="1187905"/>
            <a:ext cx="7139461" cy="923330"/>
          </a:xfrm>
          <a:prstGeom prst="rect">
            <a:avLst/>
          </a:prstGeom>
          <a:noFill/>
        </p:spPr>
        <p:txBody>
          <a:bodyPr wrap="square" rtlCol="0">
            <a:spAutoFit/>
          </a:bodyPr>
          <a:lstStyle/>
          <a:p>
            <a:r>
              <a:rPr lang="fi-FI" sz="1800" dirty="0">
                <a:solidFill>
                  <a:schemeClr val="bg1"/>
                </a:solidFill>
                <a:latin typeface="Dosis" pitchFamily="2" charset="0"/>
                <a:cs typeface="Space Grotesk" panose="020B0604020202020204" charset="0"/>
              </a:rPr>
              <a:t>Why a Multiple Linear Regression?</a:t>
            </a:r>
          </a:p>
          <a:p>
            <a:r>
              <a:rPr lang="en-US" sz="1800" dirty="0">
                <a:solidFill>
                  <a:schemeClr val="bg1"/>
                </a:solidFill>
                <a:latin typeface="Dosis" pitchFamily="2" charset="0"/>
              </a:rPr>
              <a:t>Multiple Linear Regression allows modeling the relationship between unemployment and multiple macroeconomic indicators simultaneously.</a:t>
            </a:r>
            <a:r>
              <a:rPr lang="fi-FI" sz="1800" dirty="0">
                <a:solidFill>
                  <a:schemeClr val="bg1"/>
                </a:solidFill>
                <a:latin typeface="Dosis" pitchFamily="2" charset="0"/>
                <a:cs typeface="Space Grotesk" panose="020B0604020202020204" charset="0"/>
              </a:rPr>
              <a:t>  </a:t>
            </a:r>
          </a:p>
        </p:txBody>
      </p:sp>
      <p:pic>
        <p:nvPicPr>
          <p:cNvPr id="7" name="Picture 6">
            <a:extLst>
              <a:ext uri="{FF2B5EF4-FFF2-40B4-BE49-F238E27FC236}">
                <a16:creationId xmlns:a16="http://schemas.microsoft.com/office/drawing/2014/main" id="{9716BAF6-55B6-0730-D6EA-5644BDDA8A1E}"/>
              </a:ext>
            </a:extLst>
          </p:cNvPr>
          <p:cNvPicPr>
            <a:picLocks noChangeAspect="1"/>
          </p:cNvPicPr>
          <p:nvPr/>
        </p:nvPicPr>
        <p:blipFill>
          <a:blip r:embed="rId3"/>
          <a:stretch>
            <a:fillRect/>
          </a:stretch>
        </p:blipFill>
        <p:spPr>
          <a:xfrm>
            <a:off x="1240393" y="0"/>
            <a:ext cx="7075257" cy="5143500"/>
          </a:xfrm>
          <a:prstGeom prst="rect">
            <a:avLst/>
          </a:prstGeom>
        </p:spPr>
      </p:pic>
    </p:spTree>
    <p:extLst>
      <p:ext uri="{BB962C8B-B14F-4D97-AF65-F5344CB8AC3E}">
        <p14:creationId xmlns:p14="http://schemas.microsoft.com/office/powerpoint/2010/main" val="103640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675;p98">
            <a:extLst>
              <a:ext uri="{FF2B5EF4-FFF2-40B4-BE49-F238E27FC236}">
                <a16:creationId xmlns:a16="http://schemas.microsoft.com/office/drawing/2014/main" id="{C679C545-4807-8E93-0B55-0A0B6CB5ABBF}"/>
              </a:ext>
            </a:extLst>
          </p:cNvPr>
          <p:cNvSpPr txBox="1">
            <a:spLocks/>
          </p:cNvSpPr>
          <p:nvPr/>
        </p:nvSpPr>
        <p:spPr>
          <a:xfrm>
            <a:off x="713250" y="143573"/>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pic>
        <p:nvPicPr>
          <p:cNvPr id="5" name="Picture 4">
            <a:extLst>
              <a:ext uri="{FF2B5EF4-FFF2-40B4-BE49-F238E27FC236}">
                <a16:creationId xmlns:a16="http://schemas.microsoft.com/office/drawing/2014/main" id="{20E93A8F-7838-D37E-9317-D5A75A1E9856}"/>
              </a:ext>
            </a:extLst>
          </p:cNvPr>
          <p:cNvPicPr>
            <a:picLocks noChangeAspect="1"/>
          </p:cNvPicPr>
          <p:nvPr/>
        </p:nvPicPr>
        <p:blipFill>
          <a:blip r:embed="rId3"/>
          <a:stretch>
            <a:fillRect/>
          </a:stretch>
        </p:blipFill>
        <p:spPr>
          <a:xfrm>
            <a:off x="4572000" y="1272424"/>
            <a:ext cx="4047282" cy="1239411"/>
          </a:xfrm>
          <a:prstGeom prst="rect">
            <a:avLst/>
          </a:prstGeom>
        </p:spPr>
      </p:pic>
      <p:sp>
        <p:nvSpPr>
          <p:cNvPr id="6" name="TextBox 5">
            <a:extLst>
              <a:ext uri="{FF2B5EF4-FFF2-40B4-BE49-F238E27FC236}">
                <a16:creationId xmlns:a16="http://schemas.microsoft.com/office/drawing/2014/main" id="{767D4439-CCBF-729B-2409-A4007AB46B48}"/>
              </a:ext>
            </a:extLst>
          </p:cNvPr>
          <p:cNvSpPr txBox="1"/>
          <p:nvPr/>
        </p:nvSpPr>
        <p:spPr>
          <a:xfrm>
            <a:off x="1011836" y="1275356"/>
            <a:ext cx="3117954" cy="1277273"/>
          </a:xfrm>
          <a:prstGeom prst="rect">
            <a:avLst/>
          </a:prstGeom>
          <a:noFill/>
        </p:spPr>
        <p:txBody>
          <a:bodyPr wrap="square" rtlCol="0">
            <a:spAutoFit/>
          </a:bodyPr>
          <a:lstStyle/>
          <a:p>
            <a:r>
              <a:rPr lang="fi-FI" sz="1100" dirty="0">
                <a:solidFill>
                  <a:schemeClr val="bg1"/>
                </a:solidFill>
                <a:latin typeface="Dosis" pitchFamily="2" charset="0"/>
              </a:rPr>
              <a:t>Durbin-Watson Test was run to check the independence of errors.</a:t>
            </a:r>
          </a:p>
          <a:p>
            <a:r>
              <a:rPr lang="en-US" sz="1100" dirty="0">
                <a:solidFill>
                  <a:schemeClr val="bg1"/>
                </a:solidFill>
                <a:latin typeface="Dosis" pitchFamily="2" charset="0"/>
              </a:rPr>
              <a:t>0.90 → strong positive autocorrelation</a:t>
            </a:r>
          </a:p>
          <a:p>
            <a:r>
              <a:rPr lang="en-US" sz="1100" dirty="0">
                <a:solidFill>
                  <a:schemeClr val="bg1"/>
                </a:solidFill>
                <a:latin typeface="Dosis" pitchFamily="2" charset="0"/>
              </a:rPr>
              <a:t>This means the errors are correlated across time,</a:t>
            </a:r>
          </a:p>
          <a:p>
            <a:r>
              <a:rPr lang="en-US" sz="1100" dirty="0">
                <a:solidFill>
                  <a:schemeClr val="bg1"/>
                </a:solidFill>
                <a:latin typeface="Dosis" pitchFamily="2" charset="0"/>
              </a:rPr>
              <a:t>In practice it means:</a:t>
            </a:r>
          </a:p>
          <a:p>
            <a:r>
              <a:rPr lang="en-US" sz="1100" dirty="0">
                <a:solidFill>
                  <a:schemeClr val="bg1"/>
                </a:solidFill>
                <a:latin typeface="Dosis" pitchFamily="2" charset="0"/>
              </a:rPr>
              <a:t>The unemployment rate this quarter is strongly related to the previous quarter.</a:t>
            </a:r>
            <a:endParaRPr lang="en-FI" sz="1100" dirty="0">
              <a:solidFill>
                <a:schemeClr val="bg1"/>
              </a:solidFill>
              <a:latin typeface="Dosis" pitchFamily="2" charset="0"/>
            </a:endParaRPr>
          </a:p>
        </p:txBody>
      </p:sp>
      <p:pic>
        <p:nvPicPr>
          <p:cNvPr id="8" name="Picture 7">
            <a:extLst>
              <a:ext uri="{FF2B5EF4-FFF2-40B4-BE49-F238E27FC236}">
                <a16:creationId xmlns:a16="http://schemas.microsoft.com/office/drawing/2014/main" id="{778860B1-23B7-4028-5B80-F680E6C3184A}"/>
              </a:ext>
            </a:extLst>
          </p:cNvPr>
          <p:cNvPicPr>
            <a:picLocks noChangeAspect="1"/>
          </p:cNvPicPr>
          <p:nvPr/>
        </p:nvPicPr>
        <p:blipFill>
          <a:blip r:embed="rId4"/>
          <a:stretch>
            <a:fillRect/>
          </a:stretch>
        </p:blipFill>
        <p:spPr>
          <a:xfrm>
            <a:off x="713250" y="2802313"/>
            <a:ext cx="4362330" cy="1896013"/>
          </a:xfrm>
          <a:prstGeom prst="rect">
            <a:avLst/>
          </a:prstGeom>
        </p:spPr>
      </p:pic>
      <p:sp>
        <p:nvSpPr>
          <p:cNvPr id="9" name="TextBox 8">
            <a:extLst>
              <a:ext uri="{FF2B5EF4-FFF2-40B4-BE49-F238E27FC236}">
                <a16:creationId xmlns:a16="http://schemas.microsoft.com/office/drawing/2014/main" id="{9A0899B0-4C42-EC0D-8E42-EE79ED1DAF74}"/>
              </a:ext>
            </a:extLst>
          </p:cNvPr>
          <p:cNvSpPr txBox="1"/>
          <p:nvPr/>
        </p:nvSpPr>
        <p:spPr>
          <a:xfrm>
            <a:off x="5255462" y="3365598"/>
            <a:ext cx="3117954" cy="769441"/>
          </a:xfrm>
          <a:prstGeom prst="rect">
            <a:avLst/>
          </a:prstGeom>
          <a:noFill/>
        </p:spPr>
        <p:txBody>
          <a:bodyPr wrap="square" rtlCol="0">
            <a:spAutoFit/>
          </a:bodyPr>
          <a:lstStyle/>
          <a:p>
            <a:r>
              <a:rPr lang="en-US" sz="1100" dirty="0">
                <a:solidFill>
                  <a:schemeClr val="bg1"/>
                </a:solidFill>
                <a:latin typeface="Dosis" pitchFamily="2" charset="0"/>
              </a:rPr>
              <a:t>By making Unemployment_lag1, we let the model remember last quarter’s unemployment. This helps it understand that unemployment usually </a:t>
            </a:r>
          </a:p>
          <a:p>
            <a:r>
              <a:rPr lang="en-US" sz="1100" dirty="0">
                <a:solidFill>
                  <a:schemeClr val="bg1"/>
                </a:solidFill>
                <a:latin typeface="Dosis" pitchFamily="2" charset="0"/>
              </a:rPr>
              <a:t>changes slowly over time.</a:t>
            </a:r>
            <a:endParaRPr lang="en-FI" sz="1100" dirty="0">
              <a:solidFill>
                <a:schemeClr val="bg1"/>
              </a:solidFill>
              <a:latin typeface="Dosis" pitchFamily="2" charset="0"/>
            </a:endParaRPr>
          </a:p>
        </p:txBody>
      </p:sp>
      <p:sp>
        <p:nvSpPr>
          <p:cNvPr id="11" name="TextBox 10">
            <a:extLst>
              <a:ext uri="{FF2B5EF4-FFF2-40B4-BE49-F238E27FC236}">
                <a16:creationId xmlns:a16="http://schemas.microsoft.com/office/drawing/2014/main" id="{880E4720-57E9-3112-D382-913A2D0C85FA}"/>
              </a:ext>
            </a:extLst>
          </p:cNvPr>
          <p:cNvSpPr txBox="1"/>
          <p:nvPr/>
        </p:nvSpPr>
        <p:spPr>
          <a:xfrm>
            <a:off x="889577" y="810759"/>
            <a:ext cx="3874958"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Indepence of errors</a:t>
            </a:r>
            <a:endParaRPr lang="en-FI" sz="2000" b="1" dirty="0">
              <a:solidFill>
                <a:schemeClr val="bg1"/>
              </a:solidFill>
              <a:latin typeface="Space Grotesk" panose="020B0604020202020204" charset="0"/>
              <a:cs typeface="Space Grotesk" panose="020B0604020202020204" charset="0"/>
            </a:endParaRPr>
          </a:p>
        </p:txBody>
      </p:sp>
    </p:spTree>
    <p:extLst>
      <p:ext uri="{BB962C8B-B14F-4D97-AF65-F5344CB8AC3E}">
        <p14:creationId xmlns:p14="http://schemas.microsoft.com/office/powerpoint/2010/main" val="2633538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6229D3-6C29-3CFE-F572-C183CEC074CD}"/>
              </a:ext>
            </a:extLst>
          </p:cNvPr>
          <p:cNvSpPr txBox="1"/>
          <p:nvPr/>
        </p:nvSpPr>
        <p:spPr>
          <a:xfrm>
            <a:off x="3177914" y="870415"/>
            <a:ext cx="3395273"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Homoscedasticity</a:t>
            </a:r>
            <a:endParaRPr lang="en-FI" sz="2000" b="1" dirty="0">
              <a:solidFill>
                <a:schemeClr val="bg1"/>
              </a:solidFill>
              <a:latin typeface="Space Grotesk" panose="020B0604020202020204" charset="0"/>
              <a:cs typeface="Space Grotesk" panose="020B0604020202020204" charset="0"/>
            </a:endParaRPr>
          </a:p>
        </p:txBody>
      </p:sp>
      <p:pic>
        <p:nvPicPr>
          <p:cNvPr id="7" name="Picture 6">
            <a:extLst>
              <a:ext uri="{FF2B5EF4-FFF2-40B4-BE49-F238E27FC236}">
                <a16:creationId xmlns:a16="http://schemas.microsoft.com/office/drawing/2014/main" id="{9DCAEFAF-55D4-1245-C330-349920C648E6}"/>
              </a:ext>
            </a:extLst>
          </p:cNvPr>
          <p:cNvPicPr>
            <a:picLocks noChangeAspect="1"/>
          </p:cNvPicPr>
          <p:nvPr/>
        </p:nvPicPr>
        <p:blipFill>
          <a:blip r:embed="rId3"/>
          <a:stretch>
            <a:fillRect/>
          </a:stretch>
        </p:blipFill>
        <p:spPr>
          <a:xfrm>
            <a:off x="889384" y="870415"/>
            <a:ext cx="2183599" cy="1733574"/>
          </a:xfrm>
          <a:prstGeom prst="rect">
            <a:avLst/>
          </a:prstGeom>
        </p:spPr>
      </p:pic>
      <p:sp>
        <p:nvSpPr>
          <p:cNvPr id="9" name="TextBox 8">
            <a:extLst>
              <a:ext uri="{FF2B5EF4-FFF2-40B4-BE49-F238E27FC236}">
                <a16:creationId xmlns:a16="http://schemas.microsoft.com/office/drawing/2014/main" id="{77B85243-DBAC-6176-3B77-4A7799042F5F}"/>
              </a:ext>
            </a:extLst>
          </p:cNvPr>
          <p:cNvSpPr txBox="1"/>
          <p:nvPr/>
        </p:nvSpPr>
        <p:spPr>
          <a:xfrm>
            <a:off x="3162924" y="1424667"/>
            <a:ext cx="5861154" cy="810478"/>
          </a:xfrm>
          <a:prstGeom prst="rect">
            <a:avLst/>
          </a:prstGeom>
          <a:noFill/>
        </p:spPr>
        <p:txBody>
          <a:bodyPr wrap="square">
            <a:spAutoFit/>
          </a:bodyPr>
          <a:lstStyle/>
          <a:p>
            <a:pPr>
              <a:lnSpc>
                <a:spcPts val="1425"/>
              </a:lnSpc>
              <a:buNone/>
            </a:pPr>
            <a:r>
              <a:rPr lang="en-US" b="0" dirty="0">
                <a:solidFill>
                  <a:schemeClr val="bg1"/>
                </a:solidFill>
                <a:effectLst/>
                <a:latin typeface="Dosis" pitchFamily="2" charset="0"/>
              </a:rPr>
              <a:t>To check the </a:t>
            </a:r>
            <a:r>
              <a:rPr lang="en-FI" dirty="0">
                <a:solidFill>
                  <a:schemeClr val="bg1"/>
                </a:solidFill>
                <a:latin typeface="Dosis" pitchFamily="2" charset="0"/>
              </a:rPr>
              <a:t>equal variance of errors</a:t>
            </a:r>
            <a:r>
              <a:rPr lang="fi-FI" dirty="0">
                <a:solidFill>
                  <a:schemeClr val="bg1"/>
                </a:solidFill>
                <a:latin typeface="Dosis" pitchFamily="2" charset="0"/>
              </a:rPr>
              <a:t>.</a:t>
            </a:r>
          </a:p>
          <a:p>
            <a:pPr>
              <a:lnSpc>
                <a:spcPts val="1425"/>
              </a:lnSpc>
              <a:buNone/>
            </a:pPr>
            <a:r>
              <a:rPr lang="en-US" b="0" dirty="0">
                <a:solidFill>
                  <a:schemeClr val="bg1"/>
                </a:solidFill>
                <a:effectLst/>
                <a:latin typeface="Dosis" pitchFamily="2" charset="0"/>
              </a:rPr>
              <a:t>The Residuals vs Fitted plot checks if prediction errors are random — a random scatter around zero means the model fits well.</a:t>
            </a:r>
          </a:p>
          <a:p>
            <a:pPr>
              <a:lnSpc>
                <a:spcPts val="1425"/>
              </a:lnSpc>
              <a:buNone/>
            </a:pPr>
            <a:r>
              <a:rPr lang="en-US" b="0" dirty="0">
                <a:solidFill>
                  <a:schemeClr val="bg1"/>
                </a:solidFill>
                <a:effectLst/>
                <a:latin typeface="Dosis" pitchFamily="2" charset="0"/>
              </a:rPr>
              <a:t> In this case they are more or less good sign</a:t>
            </a:r>
          </a:p>
        </p:txBody>
      </p:sp>
      <p:pic>
        <p:nvPicPr>
          <p:cNvPr id="11" name="Picture 10">
            <a:extLst>
              <a:ext uri="{FF2B5EF4-FFF2-40B4-BE49-F238E27FC236}">
                <a16:creationId xmlns:a16="http://schemas.microsoft.com/office/drawing/2014/main" id="{B5E2B5C4-74C4-B6C5-58AD-1EBDD70323D2}"/>
              </a:ext>
            </a:extLst>
          </p:cNvPr>
          <p:cNvPicPr>
            <a:picLocks noChangeAspect="1"/>
          </p:cNvPicPr>
          <p:nvPr/>
        </p:nvPicPr>
        <p:blipFill>
          <a:blip r:embed="rId4"/>
          <a:stretch>
            <a:fillRect/>
          </a:stretch>
        </p:blipFill>
        <p:spPr>
          <a:xfrm>
            <a:off x="5232356" y="2706663"/>
            <a:ext cx="2105329" cy="1660330"/>
          </a:xfrm>
          <a:prstGeom prst="rect">
            <a:avLst/>
          </a:prstGeom>
        </p:spPr>
      </p:pic>
      <p:sp>
        <p:nvSpPr>
          <p:cNvPr id="14" name="TextBox 13">
            <a:extLst>
              <a:ext uri="{FF2B5EF4-FFF2-40B4-BE49-F238E27FC236}">
                <a16:creationId xmlns:a16="http://schemas.microsoft.com/office/drawing/2014/main" id="{6CD33A01-EED8-4415-10F0-2547DCE34A82}"/>
              </a:ext>
            </a:extLst>
          </p:cNvPr>
          <p:cNvSpPr txBox="1"/>
          <p:nvPr/>
        </p:nvSpPr>
        <p:spPr>
          <a:xfrm>
            <a:off x="1366602" y="3020203"/>
            <a:ext cx="3812500"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Normally distributed Errors</a:t>
            </a:r>
            <a:endParaRPr lang="en-FI" sz="2000" b="1" dirty="0">
              <a:solidFill>
                <a:schemeClr val="bg1"/>
              </a:solidFill>
              <a:latin typeface="Space Grotesk" panose="020B0604020202020204" charset="0"/>
              <a:cs typeface="Space Grotesk" panose="020B0604020202020204" charset="0"/>
            </a:endParaRPr>
          </a:p>
        </p:txBody>
      </p:sp>
      <p:sp>
        <p:nvSpPr>
          <p:cNvPr id="15" name="TextBox 14">
            <a:extLst>
              <a:ext uri="{FF2B5EF4-FFF2-40B4-BE49-F238E27FC236}">
                <a16:creationId xmlns:a16="http://schemas.microsoft.com/office/drawing/2014/main" id="{2BCBAC91-4A1F-35F4-46C6-3744D3C454C6}"/>
              </a:ext>
            </a:extLst>
          </p:cNvPr>
          <p:cNvSpPr txBox="1"/>
          <p:nvPr/>
        </p:nvSpPr>
        <p:spPr>
          <a:xfrm>
            <a:off x="2272586" y="3374192"/>
            <a:ext cx="2570812" cy="738664"/>
          </a:xfrm>
          <a:prstGeom prst="rect">
            <a:avLst/>
          </a:prstGeom>
          <a:noFill/>
        </p:spPr>
        <p:txBody>
          <a:bodyPr wrap="square">
            <a:spAutoFit/>
          </a:bodyPr>
          <a:lstStyle/>
          <a:p>
            <a:r>
              <a:rPr lang="en-US" dirty="0">
                <a:solidFill>
                  <a:schemeClr val="bg1"/>
                </a:solidFill>
                <a:latin typeface="Dosis" pitchFamily="2" charset="0"/>
              </a:rPr>
              <a:t>This is tested using </a:t>
            </a:r>
            <a:r>
              <a:rPr lang="en-US" dirty="0" err="1">
                <a:solidFill>
                  <a:schemeClr val="bg1"/>
                </a:solidFill>
                <a:latin typeface="Dosis" pitchFamily="2" charset="0"/>
              </a:rPr>
              <a:t>QQPlot</a:t>
            </a:r>
            <a:r>
              <a:rPr lang="en-US" dirty="0">
                <a:solidFill>
                  <a:schemeClr val="bg1"/>
                </a:solidFill>
                <a:latin typeface="Dosis" pitchFamily="2" charset="0"/>
              </a:rPr>
              <a:t>.</a:t>
            </a:r>
          </a:p>
          <a:p>
            <a:r>
              <a:rPr lang="en-US" dirty="0">
                <a:solidFill>
                  <a:schemeClr val="bg1"/>
                </a:solidFill>
                <a:latin typeface="Dosis" pitchFamily="2" charset="0"/>
              </a:rPr>
              <a:t>Points follow the straight line. this is a good sign. </a:t>
            </a:r>
          </a:p>
        </p:txBody>
      </p:sp>
      <p:sp>
        <p:nvSpPr>
          <p:cNvPr id="4" name="Google Shape;4675;p98">
            <a:extLst>
              <a:ext uri="{FF2B5EF4-FFF2-40B4-BE49-F238E27FC236}">
                <a16:creationId xmlns:a16="http://schemas.microsoft.com/office/drawing/2014/main" id="{BACE02A7-BE67-F750-4373-CA6AF814F833}"/>
              </a:ext>
            </a:extLst>
          </p:cNvPr>
          <p:cNvSpPr txBox="1">
            <a:spLocks/>
          </p:cNvSpPr>
          <p:nvPr/>
        </p:nvSpPr>
        <p:spPr>
          <a:xfrm>
            <a:off x="618312" y="120721"/>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spTree>
    <p:extLst>
      <p:ext uri="{BB962C8B-B14F-4D97-AF65-F5344CB8AC3E}">
        <p14:creationId xmlns:p14="http://schemas.microsoft.com/office/powerpoint/2010/main" val="3763175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06D799-0609-9AA9-44B1-4C8D42D4E74B}"/>
              </a:ext>
            </a:extLst>
          </p:cNvPr>
          <p:cNvPicPr>
            <a:picLocks noChangeAspect="1"/>
          </p:cNvPicPr>
          <p:nvPr/>
        </p:nvPicPr>
        <p:blipFill>
          <a:blip r:embed="rId3"/>
          <a:stretch>
            <a:fillRect/>
          </a:stretch>
        </p:blipFill>
        <p:spPr>
          <a:xfrm>
            <a:off x="1038070" y="1063109"/>
            <a:ext cx="3796258" cy="2664337"/>
          </a:xfrm>
          <a:prstGeom prst="rect">
            <a:avLst/>
          </a:prstGeom>
        </p:spPr>
      </p:pic>
      <p:sp>
        <p:nvSpPr>
          <p:cNvPr id="5" name="Rectangle 4">
            <a:extLst>
              <a:ext uri="{FF2B5EF4-FFF2-40B4-BE49-F238E27FC236}">
                <a16:creationId xmlns:a16="http://schemas.microsoft.com/office/drawing/2014/main" id="{955B2291-92AD-11B5-D035-7ADF6B3EFD53}"/>
              </a:ext>
            </a:extLst>
          </p:cNvPr>
          <p:cNvSpPr/>
          <p:nvPr/>
        </p:nvSpPr>
        <p:spPr>
          <a:xfrm>
            <a:off x="2278505" y="1405721"/>
            <a:ext cx="367259" cy="61628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7" name="Straight Arrow Connector 6">
            <a:extLst>
              <a:ext uri="{FF2B5EF4-FFF2-40B4-BE49-F238E27FC236}">
                <a16:creationId xmlns:a16="http://schemas.microsoft.com/office/drawing/2014/main" id="{D538591D-323A-A7E5-1A56-AE29E210B009}"/>
              </a:ext>
            </a:extLst>
          </p:cNvPr>
          <p:cNvCxnSpPr>
            <a:cxnSpLocks/>
          </p:cNvCxnSpPr>
          <p:nvPr/>
        </p:nvCxnSpPr>
        <p:spPr>
          <a:xfrm flipH="1">
            <a:off x="2729086" y="1193601"/>
            <a:ext cx="2924958" cy="55257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37BBF0-BAAA-7338-3FD8-F232FA30CECB}"/>
              </a:ext>
            </a:extLst>
          </p:cNvPr>
          <p:cNvSpPr txBox="1"/>
          <p:nvPr/>
        </p:nvSpPr>
        <p:spPr>
          <a:xfrm>
            <a:off x="5654044" y="1034209"/>
            <a:ext cx="3117954" cy="830997"/>
          </a:xfrm>
          <a:prstGeom prst="rect">
            <a:avLst/>
          </a:prstGeom>
          <a:noFill/>
        </p:spPr>
        <p:txBody>
          <a:bodyPr wrap="square" rtlCol="0">
            <a:spAutoFit/>
          </a:bodyPr>
          <a:lstStyle/>
          <a:p>
            <a:r>
              <a:rPr lang="en-US" sz="1200" dirty="0">
                <a:solidFill>
                  <a:schemeClr val="bg1"/>
                </a:solidFill>
                <a:latin typeface="Dosis" pitchFamily="2" charset="0"/>
              </a:rPr>
              <a:t>Look especially for correlations involving:</a:t>
            </a:r>
          </a:p>
          <a:p>
            <a:r>
              <a:rPr lang="en-US" sz="1200" dirty="0" err="1">
                <a:solidFill>
                  <a:schemeClr val="bg1"/>
                </a:solidFill>
                <a:latin typeface="Dosis" pitchFamily="2" charset="0"/>
              </a:rPr>
              <a:t>Index_Of_Wage</a:t>
            </a:r>
            <a:endParaRPr lang="en-US" sz="1200" dirty="0">
              <a:solidFill>
                <a:schemeClr val="bg1"/>
              </a:solidFill>
              <a:latin typeface="Dosis" pitchFamily="2" charset="0"/>
            </a:endParaRPr>
          </a:p>
          <a:p>
            <a:r>
              <a:rPr lang="en-US" sz="1200" dirty="0" err="1">
                <a:solidFill>
                  <a:schemeClr val="bg1"/>
                </a:solidFill>
                <a:latin typeface="Dosis" pitchFamily="2" charset="0"/>
              </a:rPr>
              <a:t>Avg_weekly_hours_per_week</a:t>
            </a:r>
            <a:endParaRPr lang="en-US" sz="1200" dirty="0">
              <a:solidFill>
                <a:schemeClr val="bg1"/>
              </a:solidFill>
              <a:latin typeface="Dosis" pitchFamily="2" charset="0"/>
            </a:endParaRPr>
          </a:p>
          <a:p>
            <a:r>
              <a:rPr lang="en-US" sz="1200" dirty="0" err="1">
                <a:solidFill>
                  <a:schemeClr val="bg1"/>
                </a:solidFill>
                <a:latin typeface="Dosis" pitchFamily="2" charset="0"/>
              </a:rPr>
              <a:t>Activity_rate_pct</a:t>
            </a:r>
            <a:r>
              <a:rPr lang="en-US" sz="1200" dirty="0">
                <a:solidFill>
                  <a:schemeClr val="bg1"/>
                </a:solidFill>
                <a:latin typeface="Dosis" pitchFamily="2" charset="0"/>
              </a:rPr>
              <a:t> </a:t>
            </a:r>
          </a:p>
        </p:txBody>
      </p:sp>
      <p:sp>
        <p:nvSpPr>
          <p:cNvPr id="11" name="TextBox 10">
            <a:extLst>
              <a:ext uri="{FF2B5EF4-FFF2-40B4-BE49-F238E27FC236}">
                <a16:creationId xmlns:a16="http://schemas.microsoft.com/office/drawing/2014/main" id="{C1283812-4A72-45B1-DEA1-DEF55FF66336}"/>
              </a:ext>
            </a:extLst>
          </p:cNvPr>
          <p:cNvSpPr txBox="1"/>
          <p:nvPr/>
        </p:nvSpPr>
        <p:spPr>
          <a:xfrm>
            <a:off x="5312796" y="3397326"/>
            <a:ext cx="3117954" cy="461665"/>
          </a:xfrm>
          <a:prstGeom prst="rect">
            <a:avLst/>
          </a:prstGeom>
          <a:noFill/>
        </p:spPr>
        <p:txBody>
          <a:bodyPr wrap="square" rtlCol="0">
            <a:spAutoFit/>
          </a:bodyPr>
          <a:lstStyle/>
          <a:p>
            <a:r>
              <a:rPr lang="en-US" sz="1200" dirty="0">
                <a:solidFill>
                  <a:schemeClr val="bg1"/>
                </a:solidFill>
                <a:latin typeface="Dosis" pitchFamily="2" charset="0"/>
              </a:rPr>
              <a:t>2 Indicators were removed to solve the issue </a:t>
            </a:r>
          </a:p>
          <a:p>
            <a:r>
              <a:rPr lang="en-US" sz="1200" dirty="0">
                <a:solidFill>
                  <a:schemeClr val="bg1"/>
                </a:solidFill>
                <a:latin typeface="Dosis" pitchFamily="2" charset="0"/>
              </a:rPr>
              <a:t>with multicollinearity </a:t>
            </a:r>
          </a:p>
        </p:txBody>
      </p:sp>
      <p:sp>
        <p:nvSpPr>
          <p:cNvPr id="14" name="TextBox 13">
            <a:extLst>
              <a:ext uri="{FF2B5EF4-FFF2-40B4-BE49-F238E27FC236}">
                <a16:creationId xmlns:a16="http://schemas.microsoft.com/office/drawing/2014/main" id="{661ADD3D-3A8E-385E-2676-8BEE1B273323}"/>
              </a:ext>
            </a:extLst>
          </p:cNvPr>
          <p:cNvSpPr txBox="1"/>
          <p:nvPr/>
        </p:nvSpPr>
        <p:spPr>
          <a:xfrm>
            <a:off x="5511384" y="634099"/>
            <a:ext cx="3395273"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Multicollinearity</a:t>
            </a:r>
            <a:endParaRPr lang="en-FI" sz="2000" b="1" dirty="0">
              <a:solidFill>
                <a:schemeClr val="bg1"/>
              </a:solidFill>
              <a:latin typeface="Space Grotesk" panose="020B0604020202020204" charset="0"/>
              <a:cs typeface="Space Grotesk" panose="020B0604020202020204" charset="0"/>
            </a:endParaRPr>
          </a:p>
        </p:txBody>
      </p:sp>
      <p:sp>
        <p:nvSpPr>
          <p:cNvPr id="4" name="Google Shape;4675;p98">
            <a:extLst>
              <a:ext uri="{FF2B5EF4-FFF2-40B4-BE49-F238E27FC236}">
                <a16:creationId xmlns:a16="http://schemas.microsoft.com/office/drawing/2014/main" id="{DD079AFE-0F06-1C1F-63C1-410D230A82BD}"/>
              </a:ext>
            </a:extLst>
          </p:cNvPr>
          <p:cNvSpPr txBox="1">
            <a:spLocks/>
          </p:cNvSpPr>
          <p:nvPr/>
        </p:nvSpPr>
        <p:spPr>
          <a:xfrm>
            <a:off x="595827" y="81676"/>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pic>
        <p:nvPicPr>
          <p:cNvPr id="6" name="Picture 5">
            <a:extLst>
              <a:ext uri="{FF2B5EF4-FFF2-40B4-BE49-F238E27FC236}">
                <a16:creationId xmlns:a16="http://schemas.microsoft.com/office/drawing/2014/main" id="{B06A123B-0CA5-32B5-622F-4E8422358BB0}"/>
              </a:ext>
            </a:extLst>
          </p:cNvPr>
          <p:cNvPicPr>
            <a:picLocks noChangeAspect="1"/>
          </p:cNvPicPr>
          <p:nvPr/>
        </p:nvPicPr>
        <p:blipFill>
          <a:blip r:embed="rId4"/>
          <a:stretch>
            <a:fillRect/>
          </a:stretch>
        </p:blipFill>
        <p:spPr>
          <a:xfrm>
            <a:off x="2169899" y="4080391"/>
            <a:ext cx="5830114" cy="438211"/>
          </a:xfrm>
          <a:prstGeom prst="rect">
            <a:avLst/>
          </a:prstGeom>
        </p:spPr>
      </p:pic>
    </p:spTree>
    <p:extLst>
      <p:ext uri="{BB962C8B-B14F-4D97-AF65-F5344CB8AC3E}">
        <p14:creationId xmlns:p14="http://schemas.microsoft.com/office/powerpoint/2010/main" val="1575462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675;p98">
            <a:extLst>
              <a:ext uri="{FF2B5EF4-FFF2-40B4-BE49-F238E27FC236}">
                <a16:creationId xmlns:a16="http://schemas.microsoft.com/office/drawing/2014/main" id="{6B83500C-04DF-B95C-C5D3-DA71608749E8}"/>
              </a:ext>
            </a:extLst>
          </p:cNvPr>
          <p:cNvSpPr txBox="1">
            <a:spLocks/>
          </p:cNvSpPr>
          <p:nvPr/>
        </p:nvSpPr>
        <p:spPr>
          <a:xfrm>
            <a:off x="653290" y="93152"/>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Model results </a:t>
            </a:r>
          </a:p>
          <a:p>
            <a:endParaRPr lang="fi-FI" sz="2000" b="1" dirty="0"/>
          </a:p>
          <a:p>
            <a:endParaRPr lang="fi-FI" b="1" dirty="0"/>
          </a:p>
        </p:txBody>
      </p:sp>
      <p:sp>
        <p:nvSpPr>
          <p:cNvPr id="5" name="TextBox 4">
            <a:extLst>
              <a:ext uri="{FF2B5EF4-FFF2-40B4-BE49-F238E27FC236}">
                <a16:creationId xmlns:a16="http://schemas.microsoft.com/office/drawing/2014/main" id="{A8A8ED93-6716-9180-88E1-73D3B5E33301}"/>
              </a:ext>
            </a:extLst>
          </p:cNvPr>
          <p:cNvSpPr txBox="1"/>
          <p:nvPr/>
        </p:nvSpPr>
        <p:spPr>
          <a:xfrm>
            <a:off x="1456543" y="665852"/>
            <a:ext cx="6248400" cy="830997"/>
          </a:xfrm>
          <a:prstGeom prst="rect">
            <a:avLst/>
          </a:prstGeom>
          <a:noFill/>
        </p:spPr>
        <p:txBody>
          <a:bodyPr wrap="square" rtlCol="0">
            <a:spAutoFit/>
          </a:bodyPr>
          <a:lstStyle/>
          <a:p>
            <a:r>
              <a:rPr lang="fi-FI" dirty="0">
                <a:solidFill>
                  <a:schemeClr val="bg1"/>
                </a:solidFill>
                <a:latin typeface="Dosis" pitchFamily="2" charset="0"/>
                <a:cs typeface="Space Grotesk" panose="020B0604020202020204" charset="0"/>
              </a:rPr>
              <a:t>Result:</a:t>
            </a:r>
            <a:r>
              <a:rPr lang="fi-FI" b="1" dirty="0">
                <a:solidFill>
                  <a:schemeClr val="bg1"/>
                </a:solidFill>
                <a:latin typeface="Dosis" pitchFamily="2" charset="0"/>
                <a:cs typeface="Space Grotesk" panose="020B0604020202020204" charset="0"/>
              </a:rPr>
              <a:t> </a:t>
            </a:r>
            <a:r>
              <a:rPr lang="en-US" dirty="0">
                <a:solidFill>
                  <a:schemeClr val="bg1"/>
                </a:solidFill>
                <a:latin typeface="Dosis" pitchFamily="2" charset="0"/>
              </a:rPr>
              <a:t>Lasso Regression gives the best performance overall: lowest RMSE (</a:t>
            </a:r>
            <a:r>
              <a:rPr lang="en-FI" dirty="0">
                <a:solidFill>
                  <a:schemeClr val="bg1"/>
                </a:solidFill>
                <a:latin typeface="Dosis" pitchFamily="2" charset="0"/>
              </a:rPr>
              <a:t>0.551</a:t>
            </a:r>
            <a:r>
              <a:rPr lang="en-US" dirty="0">
                <a:solidFill>
                  <a:schemeClr val="bg1"/>
                </a:solidFill>
                <a:latin typeface="Dosis" pitchFamily="2" charset="0"/>
              </a:rPr>
              <a:t>), lowest MAE (</a:t>
            </a:r>
            <a:r>
              <a:rPr lang="en-FI" dirty="0">
                <a:solidFill>
                  <a:schemeClr val="bg1"/>
                </a:solidFill>
                <a:latin typeface="Dosis" pitchFamily="2" charset="0"/>
              </a:rPr>
              <a:t>0.430</a:t>
            </a:r>
            <a:r>
              <a:rPr lang="en-US" dirty="0">
                <a:solidFill>
                  <a:schemeClr val="bg1"/>
                </a:solidFill>
                <a:latin typeface="Dosis" pitchFamily="2" charset="0"/>
              </a:rPr>
              <a:t>), and highest R² (</a:t>
            </a:r>
            <a:r>
              <a:rPr lang="en-FI" dirty="0">
                <a:solidFill>
                  <a:schemeClr val="bg1"/>
                </a:solidFill>
                <a:latin typeface="Dosis" pitchFamily="2" charset="0"/>
              </a:rPr>
              <a:t>0.762</a:t>
            </a:r>
            <a:r>
              <a:rPr lang="en-US" dirty="0">
                <a:solidFill>
                  <a:schemeClr val="bg1"/>
                </a:solidFill>
                <a:latin typeface="Dosis" pitchFamily="2" charset="0"/>
              </a:rPr>
              <a:t>).</a:t>
            </a:r>
          </a:p>
          <a:p>
            <a:endParaRPr lang="en-FI" sz="2000" b="1" dirty="0">
              <a:solidFill>
                <a:schemeClr val="bg1"/>
              </a:solidFill>
              <a:latin typeface="Space Grotesk" panose="020B0604020202020204" charset="0"/>
              <a:cs typeface="Space Grotesk" panose="020B0604020202020204" charset="0"/>
            </a:endParaRPr>
          </a:p>
        </p:txBody>
      </p:sp>
      <p:pic>
        <p:nvPicPr>
          <p:cNvPr id="6" name="Picture 5">
            <a:extLst>
              <a:ext uri="{FF2B5EF4-FFF2-40B4-BE49-F238E27FC236}">
                <a16:creationId xmlns:a16="http://schemas.microsoft.com/office/drawing/2014/main" id="{92ED2889-198F-E92F-69EC-59A8BE472F5F}"/>
              </a:ext>
            </a:extLst>
          </p:cNvPr>
          <p:cNvPicPr>
            <a:picLocks noChangeAspect="1"/>
          </p:cNvPicPr>
          <p:nvPr/>
        </p:nvPicPr>
        <p:blipFill>
          <a:blip r:embed="rId3"/>
          <a:stretch>
            <a:fillRect/>
          </a:stretch>
        </p:blipFill>
        <p:spPr>
          <a:xfrm>
            <a:off x="988255" y="1238551"/>
            <a:ext cx="7207260" cy="3523019"/>
          </a:xfrm>
          <a:prstGeom prst="rect">
            <a:avLst/>
          </a:prstGeom>
        </p:spPr>
      </p:pic>
    </p:spTree>
    <p:extLst>
      <p:ext uri="{BB962C8B-B14F-4D97-AF65-F5344CB8AC3E}">
        <p14:creationId xmlns:p14="http://schemas.microsoft.com/office/powerpoint/2010/main" val="1505363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75;p98">
            <a:extLst>
              <a:ext uri="{FF2B5EF4-FFF2-40B4-BE49-F238E27FC236}">
                <a16:creationId xmlns:a16="http://schemas.microsoft.com/office/drawing/2014/main" id="{47663C6D-6614-517F-73C1-BDAE843D3183}"/>
              </a:ext>
            </a:extLst>
          </p:cNvPr>
          <p:cNvSpPr txBox="1">
            <a:spLocks/>
          </p:cNvSpPr>
          <p:nvPr/>
        </p:nvSpPr>
        <p:spPr>
          <a:xfrm>
            <a:off x="653290" y="93152"/>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Model results </a:t>
            </a:r>
          </a:p>
          <a:p>
            <a:r>
              <a:rPr lang="en-US" sz="2000" dirty="0">
                <a:latin typeface="Dosis" pitchFamily="2" charset="0"/>
              </a:rPr>
              <a:t>Actual vs Predicted Unemployment (Lasso Model)</a:t>
            </a:r>
            <a:endParaRPr lang="fi-FI" sz="2000" b="1" dirty="0">
              <a:latin typeface="Dosis" pitchFamily="2" charset="0"/>
            </a:endParaRPr>
          </a:p>
          <a:p>
            <a:endParaRPr lang="fi-FI" b="1" dirty="0"/>
          </a:p>
        </p:txBody>
      </p:sp>
      <p:pic>
        <p:nvPicPr>
          <p:cNvPr id="5" name="Picture 4">
            <a:extLst>
              <a:ext uri="{FF2B5EF4-FFF2-40B4-BE49-F238E27FC236}">
                <a16:creationId xmlns:a16="http://schemas.microsoft.com/office/drawing/2014/main" id="{7ED32DC4-7C92-6B3D-1B50-100F338221DD}"/>
              </a:ext>
            </a:extLst>
          </p:cNvPr>
          <p:cNvPicPr>
            <a:picLocks noChangeAspect="1"/>
          </p:cNvPicPr>
          <p:nvPr/>
        </p:nvPicPr>
        <p:blipFill>
          <a:blip r:embed="rId3"/>
          <a:stretch>
            <a:fillRect/>
          </a:stretch>
        </p:blipFill>
        <p:spPr>
          <a:xfrm>
            <a:off x="717547" y="1025912"/>
            <a:ext cx="7835438" cy="3798875"/>
          </a:xfrm>
          <a:prstGeom prst="rect">
            <a:avLst/>
          </a:prstGeom>
        </p:spPr>
      </p:pic>
    </p:spTree>
    <p:extLst>
      <p:ext uri="{BB962C8B-B14F-4D97-AF65-F5344CB8AC3E}">
        <p14:creationId xmlns:p14="http://schemas.microsoft.com/office/powerpoint/2010/main" val="71149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00"/>
        <p:cNvGrpSpPr/>
        <p:nvPr/>
      </p:nvGrpSpPr>
      <p:grpSpPr>
        <a:xfrm>
          <a:off x="0" y="0"/>
          <a:ext cx="0" cy="0"/>
          <a:chOff x="0" y="0"/>
          <a:chExt cx="0" cy="0"/>
        </a:xfrm>
      </p:grpSpPr>
      <p:grpSp>
        <p:nvGrpSpPr>
          <p:cNvPr id="4601" name="Google Shape;4601;p97"/>
          <p:cNvGrpSpPr/>
          <p:nvPr/>
        </p:nvGrpSpPr>
        <p:grpSpPr>
          <a:xfrm>
            <a:off x="5077117" y="694298"/>
            <a:ext cx="3198366" cy="4556595"/>
            <a:chOff x="5077117" y="694298"/>
            <a:chExt cx="3198366" cy="4556595"/>
          </a:xfrm>
        </p:grpSpPr>
        <p:grpSp>
          <p:nvGrpSpPr>
            <p:cNvPr id="4602" name="Google Shape;4602;p97"/>
            <p:cNvGrpSpPr/>
            <p:nvPr/>
          </p:nvGrpSpPr>
          <p:grpSpPr>
            <a:xfrm flipH="1">
              <a:off x="5077117" y="694298"/>
              <a:ext cx="3198366" cy="4556595"/>
              <a:chOff x="1576575" y="1216150"/>
              <a:chExt cx="2944275" cy="4243825"/>
            </a:xfrm>
          </p:grpSpPr>
          <p:sp>
            <p:nvSpPr>
              <p:cNvPr id="4603" name="Google Shape;4603;p97"/>
              <p:cNvSpPr/>
              <p:nvPr/>
            </p:nvSpPr>
            <p:spPr>
              <a:xfrm>
                <a:off x="3270825" y="3452425"/>
                <a:ext cx="1100900" cy="2006925"/>
              </a:xfrm>
              <a:custGeom>
                <a:avLst/>
                <a:gdLst/>
                <a:ahLst/>
                <a:cxnLst/>
                <a:rect l="l" t="t" r="r" b="b"/>
                <a:pathLst>
                  <a:path w="44036" h="80277" extrusionOk="0">
                    <a:moveTo>
                      <a:pt x="35113" y="0"/>
                    </a:moveTo>
                    <a:lnTo>
                      <a:pt x="4136" y="902"/>
                    </a:lnTo>
                    <a:cubicBezTo>
                      <a:pt x="4136" y="902"/>
                      <a:pt x="0" y="19399"/>
                      <a:pt x="1680" y="80276"/>
                    </a:cubicBezTo>
                    <a:lnTo>
                      <a:pt x="21179" y="80276"/>
                    </a:lnTo>
                    <a:lnTo>
                      <a:pt x="22382" y="23935"/>
                    </a:lnTo>
                    <a:lnTo>
                      <a:pt x="25239" y="80276"/>
                    </a:lnTo>
                    <a:lnTo>
                      <a:pt x="44036" y="80276"/>
                    </a:lnTo>
                    <a:cubicBezTo>
                      <a:pt x="44036" y="80276"/>
                      <a:pt x="41655" y="17018"/>
                      <a:pt x="3511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97"/>
              <p:cNvSpPr/>
              <p:nvPr/>
            </p:nvSpPr>
            <p:spPr>
              <a:xfrm>
                <a:off x="3426850" y="3471850"/>
                <a:ext cx="52650" cy="604650"/>
              </a:xfrm>
              <a:custGeom>
                <a:avLst/>
                <a:gdLst/>
                <a:ahLst/>
                <a:cxnLst/>
                <a:rect l="l" t="t" r="r" b="b"/>
                <a:pathLst>
                  <a:path w="2106" h="24186" fill="none" extrusionOk="0">
                    <a:moveTo>
                      <a:pt x="2105" y="0"/>
                    </a:moveTo>
                    <a:cubicBezTo>
                      <a:pt x="2105" y="0"/>
                      <a:pt x="0" y="18797"/>
                      <a:pt x="326" y="24186"/>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97"/>
              <p:cNvSpPr/>
              <p:nvPr/>
            </p:nvSpPr>
            <p:spPr>
              <a:xfrm>
                <a:off x="3287125" y="4076475"/>
                <a:ext cx="314550" cy="529475"/>
              </a:xfrm>
              <a:custGeom>
                <a:avLst/>
                <a:gdLst/>
                <a:ahLst/>
                <a:cxnLst/>
                <a:rect l="l" t="t" r="r" b="b"/>
                <a:pathLst>
                  <a:path w="12582" h="21179" fill="none" extrusionOk="0">
                    <a:moveTo>
                      <a:pt x="627" y="1"/>
                    </a:moveTo>
                    <a:lnTo>
                      <a:pt x="11604" y="1"/>
                    </a:lnTo>
                    <a:cubicBezTo>
                      <a:pt x="11604" y="1"/>
                      <a:pt x="12582" y="20026"/>
                      <a:pt x="9474" y="20502"/>
                    </a:cubicBezTo>
                    <a:cubicBezTo>
                      <a:pt x="6341" y="20978"/>
                      <a:pt x="1880" y="21179"/>
                      <a:pt x="0" y="19650"/>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97"/>
              <p:cNvSpPr/>
              <p:nvPr/>
            </p:nvSpPr>
            <p:spPr>
              <a:xfrm>
                <a:off x="3302775" y="4133500"/>
                <a:ext cx="276350" cy="25"/>
              </a:xfrm>
              <a:custGeom>
                <a:avLst/>
                <a:gdLst/>
                <a:ahLst/>
                <a:cxnLst/>
                <a:rect l="l" t="t" r="r" b="b"/>
                <a:pathLst>
                  <a:path w="11054" h="1" fill="none" extrusionOk="0">
                    <a:moveTo>
                      <a:pt x="1" y="0"/>
                    </a:moveTo>
                    <a:lnTo>
                      <a:pt x="11053" y="0"/>
                    </a:ln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97"/>
              <p:cNvSpPr/>
              <p:nvPr/>
            </p:nvSpPr>
            <p:spPr>
              <a:xfrm>
                <a:off x="3403650" y="4597775"/>
                <a:ext cx="8800" cy="861575"/>
              </a:xfrm>
              <a:custGeom>
                <a:avLst/>
                <a:gdLst/>
                <a:ahLst/>
                <a:cxnLst/>
                <a:rect l="l" t="t" r="r" b="b"/>
                <a:pathLst>
                  <a:path w="352" h="34463" fill="none" extrusionOk="0">
                    <a:moveTo>
                      <a:pt x="352" y="1"/>
                    </a:moveTo>
                    <a:cubicBezTo>
                      <a:pt x="352" y="1"/>
                      <a:pt x="1" y="25039"/>
                      <a:pt x="352" y="34462"/>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97"/>
              <p:cNvSpPr/>
              <p:nvPr/>
            </p:nvSpPr>
            <p:spPr>
              <a:xfrm>
                <a:off x="3830350" y="3929850"/>
                <a:ext cx="104025" cy="120975"/>
              </a:xfrm>
              <a:custGeom>
                <a:avLst/>
                <a:gdLst/>
                <a:ahLst/>
                <a:cxnLst/>
                <a:rect l="l" t="t" r="r" b="b"/>
                <a:pathLst>
                  <a:path w="4161" h="4839" extrusionOk="0">
                    <a:moveTo>
                      <a:pt x="4161" y="1"/>
                    </a:moveTo>
                    <a:lnTo>
                      <a:pt x="4161" y="1"/>
                    </a:lnTo>
                    <a:cubicBezTo>
                      <a:pt x="3935" y="502"/>
                      <a:pt x="3610" y="903"/>
                      <a:pt x="3284" y="1329"/>
                    </a:cubicBezTo>
                    <a:cubicBezTo>
                      <a:pt x="2933" y="1730"/>
                      <a:pt x="2582" y="2131"/>
                      <a:pt x="2206" y="2507"/>
                    </a:cubicBezTo>
                    <a:cubicBezTo>
                      <a:pt x="1479" y="3284"/>
                      <a:pt x="727" y="4011"/>
                      <a:pt x="1" y="4838"/>
                    </a:cubicBezTo>
                    <a:cubicBezTo>
                      <a:pt x="477" y="4587"/>
                      <a:pt x="928" y="4287"/>
                      <a:pt x="1379" y="3961"/>
                    </a:cubicBezTo>
                    <a:cubicBezTo>
                      <a:pt x="1805" y="3610"/>
                      <a:pt x="2206" y="3234"/>
                      <a:pt x="2582" y="2858"/>
                    </a:cubicBezTo>
                    <a:cubicBezTo>
                      <a:pt x="2958" y="2457"/>
                      <a:pt x="3309" y="2031"/>
                      <a:pt x="3610" y="1555"/>
                    </a:cubicBezTo>
                    <a:cubicBezTo>
                      <a:pt x="3885" y="1079"/>
                      <a:pt x="4161" y="552"/>
                      <a:pt x="41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97"/>
              <p:cNvSpPr/>
              <p:nvPr/>
            </p:nvSpPr>
            <p:spPr>
              <a:xfrm>
                <a:off x="3441250" y="3471850"/>
                <a:ext cx="104675" cy="481225"/>
              </a:xfrm>
              <a:custGeom>
                <a:avLst/>
                <a:gdLst/>
                <a:ahLst/>
                <a:cxnLst/>
                <a:rect l="l" t="t" r="r" b="b"/>
                <a:pathLst>
                  <a:path w="4187" h="19249" fill="none" extrusionOk="0">
                    <a:moveTo>
                      <a:pt x="4186" y="0"/>
                    </a:moveTo>
                    <a:cubicBezTo>
                      <a:pt x="4186" y="0"/>
                      <a:pt x="3459" y="19248"/>
                      <a:pt x="1" y="19248"/>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97"/>
              <p:cNvSpPr/>
              <p:nvPr/>
            </p:nvSpPr>
            <p:spPr>
              <a:xfrm>
                <a:off x="3507675" y="1907300"/>
                <a:ext cx="352150" cy="393150"/>
              </a:xfrm>
              <a:custGeom>
                <a:avLst/>
                <a:gdLst/>
                <a:ahLst/>
                <a:cxnLst/>
                <a:rect l="l" t="t" r="r" b="b"/>
                <a:pathLst>
                  <a:path w="14086" h="15726" extrusionOk="0">
                    <a:moveTo>
                      <a:pt x="0" y="0"/>
                    </a:moveTo>
                    <a:lnTo>
                      <a:pt x="0" y="13058"/>
                    </a:lnTo>
                    <a:cubicBezTo>
                      <a:pt x="0" y="13058"/>
                      <a:pt x="2365" y="15726"/>
                      <a:pt x="6368" y="15726"/>
                    </a:cubicBezTo>
                    <a:cubicBezTo>
                      <a:pt x="6823" y="15726"/>
                      <a:pt x="7299" y="15691"/>
                      <a:pt x="7795" y="15614"/>
                    </a:cubicBezTo>
                    <a:cubicBezTo>
                      <a:pt x="12657" y="14837"/>
                      <a:pt x="14085" y="12156"/>
                      <a:pt x="14085" y="12156"/>
                    </a:cubicBezTo>
                    <a:lnTo>
                      <a:pt x="10752" y="0"/>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97"/>
              <p:cNvSpPr/>
              <p:nvPr/>
            </p:nvSpPr>
            <p:spPr>
              <a:xfrm>
                <a:off x="3507675" y="1907300"/>
                <a:ext cx="309550" cy="198050"/>
              </a:xfrm>
              <a:custGeom>
                <a:avLst/>
                <a:gdLst/>
                <a:ahLst/>
                <a:cxnLst/>
                <a:rect l="l" t="t" r="r" b="b"/>
                <a:pathLst>
                  <a:path w="12382" h="7922" extrusionOk="0">
                    <a:moveTo>
                      <a:pt x="0" y="0"/>
                    </a:moveTo>
                    <a:lnTo>
                      <a:pt x="0" y="6091"/>
                    </a:lnTo>
                    <a:cubicBezTo>
                      <a:pt x="1750" y="6977"/>
                      <a:pt x="4087" y="7921"/>
                      <a:pt x="5939" y="7921"/>
                    </a:cubicBezTo>
                    <a:cubicBezTo>
                      <a:pt x="6182" y="7921"/>
                      <a:pt x="6418" y="7905"/>
                      <a:pt x="6642" y="7870"/>
                    </a:cubicBezTo>
                    <a:cubicBezTo>
                      <a:pt x="8672" y="7519"/>
                      <a:pt x="10903" y="6642"/>
                      <a:pt x="12381" y="5990"/>
                    </a:cubicBezTo>
                    <a:lnTo>
                      <a:pt x="10752" y="0"/>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97"/>
              <p:cNvSpPr/>
              <p:nvPr/>
            </p:nvSpPr>
            <p:spPr>
              <a:xfrm>
                <a:off x="3736375" y="1377225"/>
                <a:ext cx="133475" cy="286350"/>
              </a:xfrm>
              <a:custGeom>
                <a:avLst/>
                <a:gdLst/>
                <a:ahLst/>
                <a:cxnLst/>
                <a:rect l="l" t="t" r="r" b="b"/>
                <a:pathLst>
                  <a:path w="5339" h="11454" extrusionOk="0">
                    <a:moveTo>
                      <a:pt x="2682" y="0"/>
                    </a:moveTo>
                    <a:cubicBezTo>
                      <a:pt x="1203" y="0"/>
                      <a:pt x="0" y="2557"/>
                      <a:pt x="0" y="5714"/>
                    </a:cubicBezTo>
                    <a:cubicBezTo>
                      <a:pt x="0" y="8897"/>
                      <a:pt x="1203" y="11454"/>
                      <a:pt x="2682" y="11454"/>
                    </a:cubicBezTo>
                    <a:cubicBezTo>
                      <a:pt x="4161" y="11454"/>
                      <a:pt x="5339" y="8897"/>
                      <a:pt x="5339" y="5714"/>
                    </a:cubicBezTo>
                    <a:cubicBezTo>
                      <a:pt x="5339" y="2557"/>
                      <a:pt x="4161" y="0"/>
                      <a:pt x="2682"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97"/>
              <p:cNvSpPr/>
              <p:nvPr/>
            </p:nvSpPr>
            <p:spPr>
              <a:xfrm>
                <a:off x="3303400" y="1334625"/>
                <a:ext cx="674225" cy="670175"/>
              </a:xfrm>
              <a:custGeom>
                <a:avLst/>
                <a:gdLst/>
                <a:ahLst/>
                <a:cxnLst/>
                <a:rect l="l" t="t" r="r" b="b"/>
                <a:pathLst>
                  <a:path w="26969" h="26807" extrusionOk="0">
                    <a:moveTo>
                      <a:pt x="13144" y="0"/>
                    </a:moveTo>
                    <a:cubicBezTo>
                      <a:pt x="11983" y="0"/>
                      <a:pt x="10628" y="139"/>
                      <a:pt x="9048" y="476"/>
                    </a:cubicBezTo>
                    <a:cubicBezTo>
                      <a:pt x="1" y="2406"/>
                      <a:pt x="3008" y="11980"/>
                      <a:pt x="3008" y="11980"/>
                    </a:cubicBezTo>
                    <a:cubicBezTo>
                      <a:pt x="2748" y="11842"/>
                      <a:pt x="2488" y="11775"/>
                      <a:pt x="2239" y="11775"/>
                    </a:cubicBezTo>
                    <a:cubicBezTo>
                      <a:pt x="1221" y="11775"/>
                      <a:pt x="406" y="12907"/>
                      <a:pt x="627" y="14962"/>
                    </a:cubicBezTo>
                    <a:cubicBezTo>
                      <a:pt x="878" y="17494"/>
                      <a:pt x="3434" y="19449"/>
                      <a:pt x="4312" y="20852"/>
                    </a:cubicBezTo>
                    <a:cubicBezTo>
                      <a:pt x="5045" y="22025"/>
                      <a:pt x="8353" y="26806"/>
                      <a:pt x="14454" y="26806"/>
                    </a:cubicBezTo>
                    <a:cubicBezTo>
                      <a:pt x="15652" y="26806"/>
                      <a:pt x="16957" y="26622"/>
                      <a:pt x="18372" y="26191"/>
                    </a:cubicBezTo>
                    <a:cubicBezTo>
                      <a:pt x="26968" y="23559"/>
                      <a:pt x="23460" y="13734"/>
                      <a:pt x="22758" y="10652"/>
                    </a:cubicBezTo>
                    <a:cubicBezTo>
                      <a:pt x="22056" y="7569"/>
                      <a:pt x="19775" y="3108"/>
                      <a:pt x="19775" y="3108"/>
                    </a:cubicBezTo>
                    <a:cubicBezTo>
                      <a:pt x="19775" y="3108"/>
                      <a:pt x="18631" y="0"/>
                      <a:pt x="1314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97"/>
              <p:cNvSpPr/>
              <p:nvPr/>
            </p:nvSpPr>
            <p:spPr>
              <a:xfrm>
                <a:off x="3258350" y="1216150"/>
                <a:ext cx="621725" cy="660300"/>
              </a:xfrm>
              <a:custGeom>
                <a:avLst/>
                <a:gdLst/>
                <a:ahLst/>
                <a:cxnLst/>
                <a:rect l="l" t="t" r="r" b="b"/>
                <a:pathLst>
                  <a:path w="24869" h="26412" extrusionOk="0">
                    <a:moveTo>
                      <a:pt x="15974" y="0"/>
                    </a:moveTo>
                    <a:cubicBezTo>
                      <a:pt x="15938" y="0"/>
                      <a:pt x="15901" y="1"/>
                      <a:pt x="15863" y="2"/>
                    </a:cubicBezTo>
                    <a:cubicBezTo>
                      <a:pt x="13708" y="52"/>
                      <a:pt x="9948" y="2809"/>
                      <a:pt x="9948" y="2809"/>
                    </a:cubicBezTo>
                    <a:cubicBezTo>
                      <a:pt x="9948" y="2809"/>
                      <a:pt x="9571" y="2650"/>
                      <a:pt x="8975" y="2650"/>
                    </a:cubicBezTo>
                    <a:cubicBezTo>
                      <a:pt x="7550" y="2650"/>
                      <a:pt x="4873" y="3559"/>
                      <a:pt x="3106" y="9726"/>
                    </a:cubicBezTo>
                    <a:cubicBezTo>
                      <a:pt x="3106" y="9726"/>
                      <a:pt x="124" y="11055"/>
                      <a:pt x="48" y="14288"/>
                    </a:cubicBezTo>
                    <a:cubicBezTo>
                      <a:pt x="1" y="17345"/>
                      <a:pt x="2092" y="26411"/>
                      <a:pt x="6020" y="26411"/>
                    </a:cubicBezTo>
                    <a:cubicBezTo>
                      <a:pt x="6214" y="26411"/>
                      <a:pt x="6412" y="26389"/>
                      <a:pt x="6615" y="26343"/>
                    </a:cubicBezTo>
                    <a:cubicBezTo>
                      <a:pt x="6615" y="26343"/>
                      <a:pt x="6038" y="24839"/>
                      <a:pt x="4835" y="24012"/>
                    </a:cubicBezTo>
                    <a:cubicBezTo>
                      <a:pt x="3632" y="23185"/>
                      <a:pt x="1527" y="18348"/>
                      <a:pt x="3031" y="16970"/>
                    </a:cubicBezTo>
                    <a:cubicBezTo>
                      <a:pt x="3214" y="16801"/>
                      <a:pt x="3392" y="16728"/>
                      <a:pt x="3564" y="16728"/>
                    </a:cubicBezTo>
                    <a:cubicBezTo>
                      <a:pt x="4799" y="16728"/>
                      <a:pt x="5687" y="20554"/>
                      <a:pt x="5687" y="20554"/>
                    </a:cubicBezTo>
                    <a:lnTo>
                      <a:pt x="6489" y="20127"/>
                    </a:lnTo>
                    <a:cubicBezTo>
                      <a:pt x="6489" y="20127"/>
                      <a:pt x="7617" y="16744"/>
                      <a:pt x="6489" y="12107"/>
                    </a:cubicBezTo>
                    <a:lnTo>
                      <a:pt x="6489" y="12107"/>
                    </a:lnTo>
                    <a:cubicBezTo>
                      <a:pt x="6490" y="12107"/>
                      <a:pt x="8502" y="12919"/>
                      <a:pt x="11299" y="12919"/>
                    </a:cubicBezTo>
                    <a:cubicBezTo>
                      <a:pt x="14085" y="12919"/>
                      <a:pt x="17649" y="12114"/>
                      <a:pt x="20775" y="8899"/>
                    </a:cubicBezTo>
                    <a:cubicBezTo>
                      <a:pt x="20775" y="8899"/>
                      <a:pt x="20864" y="8911"/>
                      <a:pt x="21013" y="8911"/>
                    </a:cubicBezTo>
                    <a:cubicBezTo>
                      <a:pt x="21733" y="8911"/>
                      <a:pt x="23870" y="8636"/>
                      <a:pt x="24409" y="5441"/>
                    </a:cubicBezTo>
                    <a:cubicBezTo>
                      <a:pt x="24868" y="2724"/>
                      <a:pt x="22533" y="1274"/>
                      <a:pt x="20375" y="1274"/>
                    </a:cubicBezTo>
                    <a:cubicBezTo>
                      <a:pt x="19468" y="1274"/>
                      <a:pt x="18592" y="1530"/>
                      <a:pt x="17968" y="2057"/>
                    </a:cubicBezTo>
                    <a:cubicBezTo>
                      <a:pt x="17968" y="2057"/>
                      <a:pt x="18041" y="0"/>
                      <a:pt x="15974"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97"/>
              <p:cNvSpPr/>
              <p:nvPr/>
            </p:nvSpPr>
            <p:spPr>
              <a:xfrm>
                <a:off x="3705675" y="1639750"/>
                <a:ext cx="68925" cy="142250"/>
              </a:xfrm>
              <a:custGeom>
                <a:avLst/>
                <a:gdLst/>
                <a:ahLst/>
                <a:cxnLst/>
                <a:rect l="l" t="t" r="r" b="b"/>
                <a:pathLst>
                  <a:path w="2757" h="5690" extrusionOk="0">
                    <a:moveTo>
                      <a:pt x="0" y="0"/>
                    </a:moveTo>
                    <a:cubicBezTo>
                      <a:pt x="125" y="928"/>
                      <a:pt x="351" y="1805"/>
                      <a:pt x="602" y="2707"/>
                    </a:cubicBezTo>
                    <a:lnTo>
                      <a:pt x="627" y="2782"/>
                    </a:lnTo>
                    <a:lnTo>
                      <a:pt x="727" y="2833"/>
                    </a:lnTo>
                    <a:cubicBezTo>
                      <a:pt x="1028" y="3008"/>
                      <a:pt x="1328" y="3209"/>
                      <a:pt x="1604" y="3434"/>
                    </a:cubicBezTo>
                    <a:cubicBezTo>
                      <a:pt x="1729" y="3534"/>
                      <a:pt x="1880" y="3660"/>
                      <a:pt x="1980" y="3785"/>
                    </a:cubicBezTo>
                    <a:cubicBezTo>
                      <a:pt x="2105" y="3885"/>
                      <a:pt x="2181" y="4036"/>
                      <a:pt x="2231" y="4161"/>
                    </a:cubicBezTo>
                    <a:cubicBezTo>
                      <a:pt x="2331" y="4437"/>
                      <a:pt x="2256" y="4762"/>
                      <a:pt x="2055" y="5038"/>
                    </a:cubicBezTo>
                    <a:cubicBezTo>
                      <a:pt x="1855" y="5314"/>
                      <a:pt x="1579" y="5564"/>
                      <a:pt x="1228" y="5690"/>
                    </a:cubicBezTo>
                    <a:cubicBezTo>
                      <a:pt x="1604" y="5690"/>
                      <a:pt x="1980" y="5514"/>
                      <a:pt x="2281" y="5239"/>
                    </a:cubicBezTo>
                    <a:cubicBezTo>
                      <a:pt x="2582" y="4963"/>
                      <a:pt x="2757" y="4487"/>
                      <a:pt x="2657" y="4036"/>
                    </a:cubicBezTo>
                    <a:cubicBezTo>
                      <a:pt x="2531" y="3559"/>
                      <a:pt x="2206" y="3284"/>
                      <a:pt x="1930" y="3033"/>
                    </a:cubicBezTo>
                    <a:cubicBezTo>
                      <a:pt x="1632" y="2804"/>
                      <a:pt x="1334" y="2616"/>
                      <a:pt x="1017" y="2452"/>
                    </a:cubicBezTo>
                    <a:lnTo>
                      <a:pt x="1017" y="2452"/>
                    </a:lnTo>
                    <a:cubicBezTo>
                      <a:pt x="726" y="1612"/>
                      <a:pt x="409" y="795"/>
                      <a:pt x="0"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97"/>
              <p:cNvSpPr/>
              <p:nvPr/>
            </p:nvSpPr>
            <p:spPr>
              <a:xfrm>
                <a:off x="3663675" y="1839000"/>
                <a:ext cx="139750" cy="77125"/>
              </a:xfrm>
              <a:custGeom>
                <a:avLst/>
                <a:gdLst/>
                <a:ahLst/>
                <a:cxnLst/>
                <a:rect l="l" t="t" r="r" b="b"/>
                <a:pathLst>
                  <a:path w="5590" h="3085" extrusionOk="0">
                    <a:moveTo>
                      <a:pt x="1" y="0"/>
                    </a:moveTo>
                    <a:cubicBezTo>
                      <a:pt x="1" y="0"/>
                      <a:pt x="588" y="3084"/>
                      <a:pt x="2852" y="3084"/>
                    </a:cubicBezTo>
                    <a:cubicBezTo>
                      <a:pt x="2879" y="3084"/>
                      <a:pt x="2906" y="3084"/>
                      <a:pt x="2933" y="3083"/>
                    </a:cubicBezTo>
                    <a:cubicBezTo>
                      <a:pt x="5264" y="3008"/>
                      <a:pt x="5590" y="0"/>
                      <a:pt x="5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97"/>
              <p:cNvSpPr/>
              <p:nvPr/>
            </p:nvSpPr>
            <p:spPr>
              <a:xfrm>
                <a:off x="3535225" y="1576150"/>
                <a:ext cx="67075" cy="44825"/>
              </a:xfrm>
              <a:custGeom>
                <a:avLst/>
                <a:gdLst/>
                <a:ahLst/>
                <a:cxnLst/>
                <a:rect l="l" t="t" r="r" b="b"/>
                <a:pathLst>
                  <a:path w="2683" h="1793" extrusionOk="0">
                    <a:moveTo>
                      <a:pt x="1556" y="0"/>
                    </a:moveTo>
                    <a:cubicBezTo>
                      <a:pt x="975" y="0"/>
                      <a:pt x="321" y="364"/>
                      <a:pt x="1" y="1793"/>
                    </a:cubicBezTo>
                    <a:lnTo>
                      <a:pt x="2683" y="389"/>
                    </a:lnTo>
                    <a:cubicBezTo>
                      <a:pt x="2683" y="389"/>
                      <a:pt x="2158" y="0"/>
                      <a:pt x="1556" y="0"/>
                    </a:cubicBezTo>
                    <a:close/>
                  </a:path>
                </a:pathLst>
              </a:custGeom>
              <a:solidFill>
                <a:srgbClr val="66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97"/>
              <p:cNvSpPr/>
              <p:nvPr/>
            </p:nvSpPr>
            <p:spPr>
              <a:xfrm>
                <a:off x="3767700" y="1537825"/>
                <a:ext cx="63925" cy="21750"/>
              </a:xfrm>
              <a:custGeom>
                <a:avLst/>
                <a:gdLst/>
                <a:ahLst/>
                <a:cxnLst/>
                <a:rect l="l" t="t" r="r" b="b"/>
                <a:pathLst>
                  <a:path w="2557" h="870" extrusionOk="0">
                    <a:moveTo>
                      <a:pt x="1109" y="1"/>
                    </a:moveTo>
                    <a:cubicBezTo>
                      <a:pt x="730" y="1"/>
                      <a:pt x="334" y="218"/>
                      <a:pt x="0" y="869"/>
                    </a:cubicBezTo>
                    <a:lnTo>
                      <a:pt x="2557" y="869"/>
                    </a:lnTo>
                    <a:cubicBezTo>
                      <a:pt x="2557" y="869"/>
                      <a:pt x="1866" y="1"/>
                      <a:pt x="1109" y="1"/>
                    </a:cubicBezTo>
                    <a:close/>
                  </a:path>
                </a:pathLst>
              </a:custGeom>
              <a:solidFill>
                <a:srgbClr val="66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97"/>
              <p:cNvSpPr/>
              <p:nvPr/>
            </p:nvSpPr>
            <p:spPr>
              <a:xfrm>
                <a:off x="3334725" y="1660050"/>
                <a:ext cx="51425" cy="81850"/>
              </a:xfrm>
              <a:custGeom>
                <a:avLst/>
                <a:gdLst/>
                <a:ahLst/>
                <a:cxnLst/>
                <a:rect l="l" t="t" r="r" b="b"/>
                <a:pathLst>
                  <a:path w="2057" h="3274" extrusionOk="0">
                    <a:moveTo>
                      <a:pt x="574" y="0"/>
                    </a:moveTo>
                    <a:cubicBezTo>
                      <a:pt x="507" y="0"/>
                      <a:pt x="440" y="13"/>
                      <a:pt x="377" y="41"/>
                    </a:cubicBezTo>
                    <a:cubicBezTo>
                      <a:pt x="176" y="116"/>
                      <a:pt x="51" y="291"/>
                      <a:pt x="1" y="467"/>
                    </a:cubicBezTo>
                    <a:cubicBezTo>
                      <a:pt x="151" y="366"/>
                      <a:pt x="302" y="266"/>
                      <a:pt x="452" y="266"/>
                    </a:cubicBezTo>
                    <a:cubicBezTo>
                      <a:pt x="577" y="266"/>
                      <a:pt x="653" y="366"/>
                      <a:pt x="753" y="467"/>
                    </a:cubicBezTo>
                    <a:cubicBezTo>
                      <a:pt x="828" y="592"/>
                      <a:pt x="903" y="717"/>
                      <a:pt x="953" y="868"/>
                    </a:cubicBezTo>
                    <a:cubicBezTo>
                      <a:pt x="1028" y="1043"/>
                      <a:pt x="1079" y="1193"/>
                      <a:pt x="1154" y="1344"/>
                    </a:cubicBezTo>
                    <a:cubicBezTo>
                      <a:pt x="1404" y="1996"/>
                      <a:pt x="1655" y="2647"/>
                      <a:pt x="2031" y="3274"/>
                    </a:cubicBezTo>
                    <a:cubicBezTo>
                      <a:pt x="2056" y="2898"/>
                      <a:pt x="2006" y="2547"/>
                      <a:pt x="1931" y="2196"/>
                    </a:cubicBezTo>
                    <a:cubicBezTo>
                      <a:pt x="1856" y="1845"/>
                      <a:pt x="1755" y="1494"/>
                      <a:pt x="1630" y="1168"/>
                    </a:cubicBezTo>
                    <a:cubicBezTo>
                      <a:pt x="1480" y="843"/>
                      <a:pt x="1354" y="492"/>
                      <a:pt x="1028" y="191"/>
                    </a:cubicBezTo>
                    <a:cubicBezTo>
                      <a:pt x="920" y="83"/>
                      <a:pt x="747" y="0"/>
                      <a:pt x="57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97"/>
              <p:cNvSpPr/>
              <p:nvPr/>
            </p:nvSpPr>
            <p:spPr>
              <a:xfrm>
                <a:off x="4077850" y="2662300"/>
                <a:ext cx="443000" cy="1267425"/>
              </a:xfrm>
              <a:custGeom>
                <a:avLst/>
                <a:gdLst/>
                <a:ahLst/>
                <a:cxnLst/>
                <a:rect l="l" t="t" r="r" b="b"/>
                <a:pathLst>
                  <a:path w="17720" h="50697" extrusionOk="0">
                    <a:moveTo>
                      <a:pt x="9324" y="1"/>
                    </a:moveTo>
                    <a:lnTo>
                      <a:pt x="0" y="3460"/>
                    </a:lnTo>
                    <a:lnTo>
                      <a:pt x="3334" y="13209"/>
                    </a:lnTo>
                    <a:cubicBezTo>
                      <a:pt x="4161" y="20778"/>
                      <a:pt x="10827" y="35841"/>
                      <a:pt x="10827" y="35841"/>
                    </a:cubicBezTo>
                    <a:cubicBezTo>
                      <a:pt x="10827" y="35841"/>
                      <a:pt x="9975" y="37470"/>
                      <a:pt x="10276" y="39099"/>
                    </a:cubicBezTo>
                    <a:cubicBezTo>
                      <a:pt x="10502" y="40202"/>
                      <a:pt x="10878" y="42282"/>
                      <a:pt x="11103" y="43460"/>
                    </a:cubicBezTo>
                    <a:cubicBezTo>
                      <a:pt x="11203" y="44011"/>
                      <a:pt x="11680" y="44387"/>
                      <a:pt x="12231" y="44387"/>
                    </a:cubicBezTo>
                    <a:cubicBezTo>
                      <a:pt x="12657" y="44387"/>
                      <a:pt x="13183" y="43861"/>
                      <a:pt x="13158" y="43209"/>
                    </a:cubicBezTo>
                    <a:lnTo>
                      <a:pt x="13158" y="40402"/>
                    </a:lnTo>
                    <a:cubicBezTo>
                      <a:pt x="13158" y="40402"/>
                      <a:pt x="15113" y="45189"/>
                      <a:pt x="14336" y="49425"/>
                    </a:cubicBezTo>
                    <a:cubicBezTo>
                      <a:pt x="14261" y="49926"/>
                      <a:pt x="14512" y="50427"/>
                      <a:pt x="14988" y="50628"/>
                    </a:cubicBezTo>
                    <a:cubicBezTo>
                      <a:pt x="15112" y="50674"/>
                      <a:pt x="15240" y="50696"/>
                      <a:pt x="15365" y="50696"/>
                    </a:cubicBezTo>
                    <a:cubicBezTo>
                      <a:pt x="15847" y="50696"/>
                      <a:pt x="16297" y="50373"/>
                      <a:pt x="16416" y="49876"/>
                    </a:cubicBezTo>
                    <a:cubicBezTo>
                      <a:pt x="16567" y="49174"/>
                      <a:pt x="16717" y="48322"/>
                      <a:pt x="16717" y="47695"/>
                    </a:cubicBezTo>
                    <a:cubicBezTo>
                      <a:pt x="17294" y="47294"/>
                      <a:pt x="17645" y="46643"/>
                      <a:pt x="17695" y="45941"/>
                    </a:cubicBezTo>
                    <a:cubicBezTo>
                      <a:pt x="17695" y="45515"/>
                      <a:pt x="17720" y="45039"/>
                      <a:pt x="17670" y="44563"/>
                    </a:cubicBezTo>
                    <a:cubicBezTo>
                      <a:pt x="17619" y="44036"/>
                      <a:pt x="17569" y="43510"/>
                      <a:pt x="17569" y="42959"/>
                    </a:cubicBezTo>
                    <a:cubicBezTo>
                      <a:pt x="17569" y="41881"/>
                      <a:pt x="17494" y="40001"/>
                      <a:pt x="17093" y="38673"/>
                    </a:cubicBezTo>
                    <a:cubicBezTo>
                      <a:pt x="16492" y="36693"/>
                      <a:pt x="15339" y="35214"/>
                      <a:pt x="15339" y="35214"/>
                    </a:cubicBezTo>
                    <a:cubicBezTo>
                      <a:pt x="13083" y="13384"/>
                      <a:pt x="10376" y="9575"/>
                      <a:pt x="10376" y="9575"/>
                    </a:cubicBezTo>
                    <a:lnTo>
                      <a:pt x="9324"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97"/>
              <p:cNvSpPr/>
              <p:nvPr/>
            </p:nvSpPr>
            <p:spPr>
              <a:xfrm>
                <a:off x="3472575" y="2154175"/>
                <a:ext cx="684250" cy="1387875"/>
              </a:xfrm>
              <a:custGeom>
                <a:avLst/>
                <a:gdLst/>
                <a:ahLst/>
                <a:cxnLst/>
                <a:rect l="l" t="t" r="r" b="b"/>
                <a:pathLst>
                  <a:path w="27370" h="55515" extrusionOk="0">
                    <a:moveTo>
                      <a:pt x="14863" y="0"/>
                    </a:moveTo>
                    <a:cubicBezTo>
                      <a:pt x="14863" y="0"/>
                      <a:pt x="12407" y="3183"/>
                      <a:pt x="8447" y="3434"/>
                    </a:cubicBezTo>
                    <a:cubicBezTo>
                      <a:pt x="8269" y="3445"/>
                      <a:pt x="8093" y="3450"/>
                      <a:pt x="7919" y="3450"/>
                    </a:cubicBezTo>
                    <a:cubicBezTo>
                      <a:pt x="4195" y="3450"/>
                      <a:pt x="1404" y="1003"/>
                      <a:pt x="1404" y="1003"/>
                    </a:cubicBezTo>
                    <a:lnTo>
                      <a:pt x="1" y="1253"/>
                    </a:lnTo>
                    <a:lnTo>
                      <a:pt x="1" y="53459"/>
                    </a:lnTo>
                    <a:cubicBezTo>
                      <a:pt x="1" y="53459"/>
                      <a:pt x="3585" y="55514"/>
                      <a:pt x="13033" y="55514"/>
                    </a:cubicBezTo>
                    <a:cubicBezTo>
                      <a:pt x="22482" y="55514"/>
                      <a:pt x="27369" y="51930"/>
                      <a:pt x="27369" y="51930"/>
                    </a:cubicBezTo>
                    <a:lnTo>
                      <a:pt x="179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97"/>
              <p:cNvSpPr/>
              <p:nvPr/>
            </p:nvSpPr>
            <p:spPr>
              <a:xfrm>
                <a:off x="3472575" y="2153525"/>
                <a:ext cx="424850" cy="147750"/>
              </a:xfrm>
              <a:custGeom>
                <a:avLst/>
                <a:gdLst/>
                <a:ahLst/>
                <a:cxnLst/>
                <a:rect l="l" t="t" r="r" b="b"/>
                <a:pathLst>
                  <a:path w="16994" h="5910" extrusionOk="0">
                    <a:moveTo>
                      <a:pt x="16993" y="1"/>
                    </a:moveTo>
                    <a:lnTo>
                      <a:pt x="14863" y="26"/>
                    </a:lnTo>
                    <a:cubicBezTo>
                      <a:pt x="14863" y="26"/>
                      <a:pt x="11780" y="3460"/>
                      <a:pt x="8447" y="3460"/>
                    </a:cubicBezTo>
                    <a:cubicBezTo>
                      <a:pt x="4136" y="3460"/>
                      <a:pt x="1404" y="1029"/>
                      <a:pt x="1404" y="1029"/>
                    </a:cubicBezTo>
                    <a:lnTo>
                      <a:pt x="1" y="1279"/>
                    </a:lnTo>
                    <a:cubicBezTo>
                      <a:pt x="1" y="1279"/>
                      <a:pt x="1952" y="5909"/>
                      <a:pt x="7463" y="5909"/>
                    </a:cubicBezTo>
                    <a:cubicBezTo>
                      <a:pt x="8006" y="5909"/>
                      <a:pt x="8584" y="5864"/>
                      <a:pt x="9199" y="5765"/>
                    </a:cubicBezTo>
                    <a:cubicBezTo>
                      <a:pt x="16066" y="4638"/>
                      <a:pt x="16993" y="1"/>
                      <a:pt x="16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97"/>
              <p:cNvSpPr/>
              <p:nvPr/>
            </p:nvSpPr>
            <p:spPr>
              <a:xfrm>
                <a:off x="3844125" y="2153300"/>
                <a:ext cx="493150" cy="1507150"/>
              </a:xfrm>
              <a:custGeom>
                <a:avLst/>
                <a:gdLst/>
                <a:ahLst/>
                <a:cxnLst/>
                <a:rect l="l" t="t" r="r" b="b"/>
                <a:pathLst>
                  <a:path w="19726" h="60286" extrusionOk="0">
                    <a:moveTo>
                      <a:pt x="1132" y="0"/>
                    </a:moveTo>
                    <a:cubicBezTo>
                      <a:pt x="424" y="0"/>
                      <a:pt x="1" y="35"/>
                      <a:pt x="1" y="35"/>
                    </a:cubicBezTo>
                    <a:lnTo>
                      <a:pt x="3861" y="14872"/>
                    </a:lnTo>
                    <a:cubicBezTo>
                      <a:pt x="5866" y="22717"/>
                      <a:pt x="7119" y="30737"/>
                      <a:pt x="7570" y="38807"/>
                    </a:cubicBezTo>
                    <a:lnTo>
                      <a:pt x="9550" y="60286"/>
                    </a:lnTo>
                    <a:cubicBezTo>
                      <a:pt x="15114" y="59133"/>
                      <a:pt x="15490" y="56827"/>
                      <a:pt x="15490" y="56827"/>
                    </a:cubicBezTo>
                    <a:lnTo>
                      <a:pt x="10402" y="24672"/>
                    </a:lnTo>
                    <a:lnTo>
                      <a:pt x="19725" y="20737"/>
                    </a:lnTo>
                    <a:cubicBezTo>
                      <a:pt x="19725" y="20737"/>
                      <a:pt x="17695" y="9133"/>
                      <a:pt x="13084" y="4221"/>
                    </a:cubicBezTo>
                    <a:cubicBezTo>
                      <a:pt x="9520" y="424"/>
                      <a:pt x="3597" y="0"/>
                      <a:pt x="11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97"/>
              <p:cNvSpPr/>
              <p:nvPr/>
            </p:nvSpPr>
            <p:spPr>
              <a:xfrm>
                <a:off x="3086625" y="2179225"/>
                <a:ext cx="524450" cy="1511225"/>
              </a:xfrm>
              <a:custGeom>
                <a:avLst/>
                <a:gdLst/>
                <a:ahLst/>
                <a:cxnLst/>
                <a:rect l="l" t="t" r="r" b="b"/>
                <a:pathLst>
                  <a:path w="20978" h="60449" extrusionOk="0">
                    <a:moveTo>
                      <a:pt x="16842" y="1"/>
                    </a:moveTo>
                    <a:cubicBezTo>
                      <a:pt x="0" y="3384"/>
                      <a:pt x="3258" y="17795"/>
                      <a:pt x="4035" y="20226"/>
                    </a:cubicBezTo>
                    <a:cubicBezTo>
                      <a:pt x="4812" y="22682"/>
                      <a:pt x="7218" y="23259"/>
                      <a:pt x="7218" y="23259"/>
                    </a:cubicBezTo>
                    <a:lnTo>
                      <a:pt x="7218" y="58096"/>
                    </a:lnTo>
                    <a:cubicBezTo>
                      <a:pt x="9921" y="60155"/>
                      <a:pt x="15783" y="60449"/>
                      <a:pt x="18912" y="60449"/>
                    </a:cubicBezTo>
                    <a:cubicBezTo>
                      <a:pt x="20163" y="60449"/>
                      <a:pt x="20978" y="60402"/>
                      <a:pt x="20978" y="60402"/>
                    </a:cubicBezTo>
                    <a:cubicBezTo>
                      <a:pt x="20978" y="60402"/>
                      <a:pt x="20552" y="27971"/>
                      <a:pt x="19298" y="17469"/>
                    </a:cubicBezTo>
                    <a:cubicBezTo>
                      <a:pt x="18045" y="6968"/>
                      <a:pt x="16842" y="1"/>
                      <a:pt x="16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97"/>
              <p:cNvSpPr/>
              <p:nvPr/>
            </p:nvSpPr>
            <p:spPr>
              <a:xfrm>
                <a:off x="3366450" y="2179225"/>
                <a:ext cx="184475" cy="294100"/>
              </a:xfrm>
              <a:custGeom>
                <a:avLst/>
                <a:gdLst/>
                <a:ahLst/>
                <a:cxnLst/>
                <a:rect l="l" t="t" r="r" b="b"/>
                <a:pathLst>
                  <a:path w="7379" h="11764" extrusionOk="0">
                    <a:moveTo>
                      <a:pt x="5649" y="1"/>
                    </a:moveTo>
                    <a:lnTo>
                      <a:pt x="3594" y="376"/>
                    </a:lnTo>
                    <a:cubicBezTo>
                      <a:pt x="3594" y="376"/>
                      <a:pt x="1" y="11764"/>
                      <a:pt x="7033" y="11764"/>
                    </a:cubicBezTo>
                    <a:cubicBezTo>
                      <a:pt x="7145" y="11764"/>
                      <a:pt x="7261" y="11761"/>
                      <a:pt x="7379" y="11755"/>
                    </a:cubicBezTo>
                    <a:lnTo>
                      <a:pt x="56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97"/>
              <p:cNvSpPr/>
              <p:nvPr/>
            </p:nvSpPr>
            <p:spPr>
              <a:xfrm>
                <a:off x="3844125" y="2153525"/>
                <a:ext cx="243150" cy="294525"/>
              </a:xfrm>
              <a:custGeom>
                <a:avLst/>
                <a:gdLst/>
                <a:ahLst/>
                <a:cxnLst/>
                <a:rect l="l" t="t" r="r" b="b"/>
                <a:pathLst>
                  <a:path w="9726" h="11781" extrusionOk="0">
                    <a:moveTo>
                      <a:pt x="2131" y="1"/>
                    </a:moveTo>
                    <a:lnTo>
                      <a:pt x="1" y="26"/>
                    </a:lnTo>
                    <a:lnTo>
                      <a:pt x="3059" y="11780"/>
                    </a:lnTo>
                    <a:cubicBezTo>
                      <a:pt x="9725" y="8372"/>
                      <a:pt x="2131" y="1"/>
                      <a:pt x="2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97"/>
              <p:cNvSpPr/>
              <p:nvPr/>
            </p:nvSpPr>
            <p:spPr>
              <a:xfrm>
                <a:off x="4051525" y="2523225"/>
                <a:ext cx="58925" cy="248125"/>
              </a:xfrm>
              <a:custGeom>
                <a:avLst/>
                <a:gdLst/>
                <a:ahLst/>
                <a:cxnLst/>
                <a:rect l="l" t="t" r="r" b="b"/>
                <a:pathLst>
                  <a:path w="2357" h="9925" extrusionOk="0">
                    <a:moveTo>
                      <a:pt x="1" y="0"/>
                    </a:moveTo>
                    <a:cubicBezTo>
                      <a:pt x="427" y="1629"/>
                      <a:pt x="753" y="3283"/>
                      <a:pt x="1053" y="4937"/>
                    </a:cubicBezTo>
                    <a:cubicBezTo>
                      <a:pt x="1354" y="6592"/>
                      <a:pt x="1605" y="8271"/>
                      <a:pt x="1855" y="9925"/>
                    </a:cubicBezTo>
                    <a:lnTo>
                      <a:pt x="2357" y="9850"/>
                    </a:lnTo>
                    <a:cubicBezTo>
                      <a:pt x="2031" y="8170"/>
                      <a:pt x="1680" y="6541"/>
                      <a:pt x="1304" y="4887"/>
                    </a:cubicBezTo>
                    <a:cubicBezTo>
                      <a:pt x="903" y="3233"/>
                      <a:pt x="502" y="1604"/>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97"/>
              <p:cNvSpPr/>
              <p:nvPr/>
            </p:nvSpPr>
            <p:spPr>
              <a:xfrm>
                <a:off x="4096650" y="2627850"/>
                <a:ext cx="240625" cy="144750"/>
              </a:xfrm>
              <a:custGeom>
                <a:avLst/>
                <a:gdLst/>
                <a:ahLst/>
                <a:cxnLst/>
                <a:rect l="l" t="t" r="r" b="b"/>
                <a:pathLst>
                  <a:path w="9625" h="5790" extrusionOk="0">
                    <a:moveTo>
                      <a:pt x="9248" y="0"/>
                    </a:moveTo>
                    <a:lnTo>
                      <a:pt x="0" y="3935"/>
                    </a:lnTo>
                    <a:lnTo>
                      <a:pt x="326" y="5790"/>
                    </a:lnTo>
                    <a:lnTo>
                      <a:pt x="9624" y="1755"/>
                    </a:lnTo>
                    <a:lnTo>
                      <a:pt x="92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97"/>
              <p:cNvSpPr/>
              <p:nvPr/>
            </p:nvSpPr>
            <p:spPr>
              <a:xfrm>
                <a:off x="3225075" y="1670575"/>
                <a:ext cx="367200" cy="491100"/>
              </a:xfrm>
              <a:custGeom>
                <a:avLst/>
                <a:gdLst/>
                <a:ahLst/>
                <a:cxnLst/>
                <a:rect l="l" t="t" r="r" b="b"/>
                <a:pathLst>
                  <a:path w="14688" h="19644" extrusionOk="0">
                    <a:moveTo>
                      <a:pt x="6491" y="1"/>
                    </a:moveTo>
                    <a:cubicBezTo>
                      <a:pt x="6373" y="1"/>
                      <a:pt x="6253" y="32"/>
                      <a:pt x="6141" y="96"/>
                    </a:cubicBezTo>
                    <a:lnTo>
                      <a:pt x="452" y="3329"/>
                    </a:lnTo>
                    <a:cubicBezTo>
                      <a:pt x="126" y="3504"/>
                      <a:pt x="1" y="3905"/>
                      <a:pt x="151" y="4231"/>
                    </a:cubicBezTo>
                    <a:lnTo>
                      <a:pt x="7044" y="19244"/>
                    </a:lnTo>
                    <a:cubicBezTo>
                      <a:pt x="7169" y="19495"/>
                      <a:pt x="7423" y="19643"/>
                      <a:pt x="7685" y="19643"/>
                    </a:cubicBezTo>
                    <a:cubicBezTo>
                      <a:pt x="7790" y="19643"/>
                      <a:pt x="7896" y="19620"/>
                      <a:pt x="7996" y="19570"/>
                    </a:cubicBezTo>
                    <a:lnTo>
                      <a:pt x="14211" y="16311"/>
                    </a:lnTo>
                    <a:cubicBezTo>
                      <a:pt x="14537" y="16136"/>
                      <a:pt x="14688" y="15710"/>
                      <a:pt x="14512" y="15384"/>
                    </a:cubicBezTo>
                    <a:lnTo>
                      <a:pt x="7119" y="397"/>
                    </a:lnTo>
                    <a:cubicBezTo>
                      <a:pt x="6982" y="141"/>
                      <a:pt x="6741" y="1"/>
                      <a:pt x="649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97"/>
              <p:cNvSpPr/>
              <p:nvPr/>
            </p:nvSpPr>
            <p:spPr>
              <a:xfrm>
                <a:off x="2966950" y="1812775"/>
                <a:ext cx="507525" cy="1221075"/>
              </a:xfrm>
              <a:custGeom>
                <a:avLst/>
                <a:gdLst/>
                <a:ahLst/>
                <a:cxnLst/>
                <a:rect l="l" t="t" r="r" b="b"/>
                <a:pathLst>
                  <a:path w="20301" h="48843" extrusionOk="0">
                    <a:moveTo>
                      <a:pt x="17149" y="1"/>
                    </a:moveTo>
                    <a:cubicBezTo>
                      <a:pt x="16900" y="1"/>
                      <a:pt x="16647" y="90"/>
                      <a:pt x="16441" y="272"/>
                    </a:cubicBezTo>
                    <a:cubicBezTo>
                      <a:pt x="14612" y="1877"/>
                      <a:pt x="10201" y="6538"/>
                      <a:pt x="9399" y="8694"/>
                    </a:cubicBezTo>
                    <a:cubicBezTo>
                      <a:pt x="8346" y="11450"/>
                      <a:pt x="10075" y="15260"/>
                      <a:pt x="10075" y="15260"/>
                    </a:cubicBezTo>
                    <a:cubicBezTo>
                      <a:pt x="10075" y="15260"/>
                      <a:pt x="0" y="47240"/>
                      <a:pt x="9173" y="48769"/>
                    </a:cubicBezTo>
                    <a:cubicBezTo>
                      <a:pt x="9470" y="48818"/>
                      <a:pt x="9754" y="48842"/>
                      <a:pt x="10028" y="48842"/>
                    </a:cubicBezTo>
                    <a:cubicBezTo>
                      <a:pt x="18224" y="48842"/>
                      <a:pt x="16029" y="27176"/>
                      <a:pt x="14937" y="15486"/>
                    </a:cubicBezTo>
                    <a:lnTo>
                      <a:pt x="16742" y="13255"/>
                    </a:lnTo>
                    <a:cubicBezTo>
                      <a:pt x="17469" y="12353"/>
                      <a:pt x="17970" y="11275"/>
                      <a:pt x="18221" y="10147"/>
                    </a:cubicBezTo>
                    <a:lnTo>
                      <a:pt x="20000" y="7541"/>
                    </a:lnTo>
                    <a:cubicBezTo>
                      <a:pt x="20251" y="7265"/>
                      <a:pt x="20301" y="6864"/>
                      <a:pt x="20151" y="6538"/>
                    </a:cubicBezTo>
                    <a:cubicBezTo>
                      <a:pt x="20001" y="6156"/>
                      <a:pt x="19641" y="5939"/>
                      <a:pt x="19270" y="5939"/>
                    </a:cubicBezTo>
                    <a:cubicBezTo>
                      <a:pt x="19082" y="5939"/>
                      <a:pt x="18890" y="5994"/>
                      <a:pt x="18722" y="6112"/>
                    </a:cubicBezTo>
                    <a:lnTo>
                      <a:pt x="14060" y="9897"/>
                    </a:lnTo>
                    <a:lnTo>
                      <a:pt x="19023" y="4784"/>
                    </a:lnTo>
                    <a:cubicBezTo>
                      <a:pt x="19348" y="4483"/>
                      <a:pt x="19424" y="3982"/>
                      <a:pt x="19198" y="3606"/>
                    </a:cubicBezTo>
                    <a:cubicBezTo>
                      <a:pt x="19030" y="3285"/>
                      <a:pt x="18713" y="3113"/>
                      <a:pt x="18383" y="3113"/>
                    </a:cubicBezTo>
                    <a:cubicBezTo>
                      <a:pt x="18172" y="3113"/>
                      <a:pt x="17955" y="3183"/>
                      <a:pt x="17770" y="3330"/>
                    </a:cubicBezTo>
                    <a:lnTo>
                      <a:pt x="12582" y="7992"/>
                    </a:lnTo>
                    <a:lnTo>
                      <a:pt x="17920" y="1776"/>
                    </a:lnTo>
                    <a:cubicBezTo>
                      <a:pt x="18296" y="1400"/>
                      <a:pt x="18296" y="774"/>
                      <a:pt x="17945" y="373"/>
                    </a:cubicBezTo>
                    <a:cubicBezTo>
                      <a:pt x="17740" y="127"/>
                      <a:pt x="17447" y="1"/>
                      <a:pt x="17149"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97"/>
              <p:cNvSpPr/>
              <p:nvPr/>
            </p:nvSpPr>
            <p:spPr>
              <a:xfrm>
                <a:off x="3201900" y="1880350"/>
                <a:ext cx="90875" cy="149775"/>
              </a:xfrm>
              <a:custGeom>
                <a:avLst/>
                <a:gdLst/>
                <a:ahLst/>
                <a:cxnLst/>
                <a:rect l="l" t="t" r="r" b="b"/>
                <a:pathLst>
                  <a:path w="3635" h="5991" extrusionOk="0">
                    <a:moveTo>
                      <a:pt x="3008" y="1"/>
                    </a:moveTo>
                    <a:cubicBezTo>
                      <a:pt x="752" y="2156"/>
                      <a:pt x="76" y="5790"/>
                      <a:pt x="1" y="5991"/>
                    </a:cubicBezTo>
                    <a:lnTo>
                      <a:pt x="3635" y="1379"/>
                    </a:lnTo>
                    <a:lnTo>
                      <a:pt x="3008"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97"/>
              <p:cNvSpPr/>
              <p:nvPr/>
            </p:nvSpPr>
            <p:spPr>
              <a:xfrm>
                <a:off x="2588500" y="3820200"/>
                <a:ext cx="223075" cy="438525"/>
              </a:xfrm>
              <a:custGeom>
                <a:avLst/>
                <a:gdLst/>
                <a:ahLst/>
                <a:cxnLst/>
                <a:rect l="l" t="t" r="r" b="b"/>
                <a:pathLst>
                  <a:path w="8923" h="17541" extrusionOk="0">
                    <a:moveTo>
                      <a:pt x="3183" y="1"/>
                    </a:moveTo>
                    <a:cubicBezTo>
                      <a:pt x="3183" y="1"/>
                      <a:pt x="0" y="14237"/>
                      <a:pt x="526" y="15690"/>
                    </a:cubicBezTo>
                    <a:cubicBezTo>
                      <a:pt x="1078" y="17144"/>
                      <a:pt x="2055" y="17294"/>
                      <a:pt x="2055" y="17294"/>
                    </a:cubicBezTo>
                    <a:cubicBezTo>
                      <a:pt x="2454" y="17464"/>
                      <a:pt x="2815" y="17541"/>
                      <a:pt x="3144" y="17541"/>
                    </a:cubicBezTo>
                    <a:cubicBezTo>
                      <a:pt x="6412" y="17541"/>
                      <a:pt x="6391" y="9926"/>
                      <a:pt x="6391" y="9926"/>
                    </a:cubicBezTo>
                    <a:cubicBezTo>
                      <a:pt x="8922" y="8497"/>
                      <a:pt x="7168" y="628"/>
                      <a:pt x="7168" y="628"/>
                    </a:cubicBezTo>
                    <a:lnTo>
                      <a:pt x="3183"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97"/>
              <p:cNvSpPr/>
              <p:nvPr/>
            </p:nvSpPr>
            <p:spPr>
              <a:xfrm>
                <a:off x="1675575" y="3271975"/>
                <a:ext cx="1037000" cy="2187375"/>
              </a:xfrm>
              <a:custGeom>
                <a:avLst/>
                <a:gdLst/>
                <a:ahLst/>
                <a:cxnLst/>
                <a:rect l="l" t="t" r="r" b="b"/>
                <a:pathLst>
                  <a:path w="41480" h="87495" extrusionOk="0">
                    <a:moveTo>
                      <a:pt x="36216" y="0"/>
                    </a:moveTo>
                    <a:lnTo>
                      <a:pt x="6742" y="2481"/>
                    </a:lnTo>
                    <a:cubicBezTo>
                      <a:pt x="6742" y="2481"/>
                      <a:pt x="1" y="18872"/>
                      <a:pt x="1780" y="35740"/>
                    </a:cubicBezTo>
                    <a:cubicBezTo>
                      <a:pt x="3560" y="52582"/>
                      <a:pt x="8873" y="87494"/>
                      <a:pt x="8873" y="87494"/>
                    </a:cubicBezTo>
                    <a:lnTo>
                      <a:pt x="35966" y="87494"/>
                    </a:lnTo>
                    <a:cubicBezTo>
                      <a:pt x="35966" y="87494"/>
                      <a:pt x="41480" y="36241"/>
                      <a:pt x="39525" y="23083"/>
                    </a:cubicBezTo>
                    <a:cubicBezTo>
                      <a:pt x="37545" y="9950"/>
                      <a:pt x="36216" y="0"/>
                      <a:pt x="3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97"/>
              <p:cNvSpPr/>
              <p:nvPr/>
            </p:nvSpPr>
            <p:spPr>
              <a:xfrm>
                <a:off x="2287100" y="3849025"/>
                <a:ext cx="109675" cy="1610950"/>
              </a:xfrm>
              <a:custGeom>
                <a:avLst/>
                <a:gdLst/>
                <a:ahLst/>
                <a:cxnLst/>
                <a:rect l="l" t="t" r="r" b="b"/>
                <a:pathLst>
                  <a:path w="4387" h="64438" extrusionOk="0">
                    <a:moveTo>
                      <a:pt x="4387" y="1"/>
                    </a:moveTo>
                    <a:lnTo>
                      <a:pt x="1" y="5364"/>
                    </a:lnTo>
                    <a:lnTo>
                      <a:pt x="1" y="5389"/>
                    </a:lnTo>
                    <a:lnTo>
                      <a:pt x="51" y="64437"/>
                    </a:lnTo>
                    <a:lnTo>
                      <a:pt x="1079" y="64412"/>
                    </a:lnTo>
                    <a:lnTo>
                      <a:pt x="76" y="5389"/>
                    </a:lnTo>
                    <a:lnTo>
                      <a:pt x="51" y="5414"/>
                    </a:lnTo>
                    <a:lnTo>
                      <a:pt x="51" y="5414"/>
                    </a:lnTo>
                    <a:lnTo>
                      <a:pt x="438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97"/>
              <p:cNvSpPr/>
              <p:nvPr/>
            </p:nvSpPr>
            <p:spPr>
              <a:xfrm>
                <a:off x="1829725" y="3334000"/>
                <a:ext cx="151025" cy="2125350"/>
              </a:xfrm>
              <a:custGeom>
                <a:avLst/>
                <a:gdLst/>
                <a:ahLst/>
                <a:cxnLst/>
                <a:rect l="l" t="t" r="r" b="b"/>
                <a:pathLst>
                  <a:path w="6041" h="85014" fill="none" extrusionOk="0">
                    <a:moveTo>
                      <a:pt x="5013" y="0"/>
                    </a:moveTo>
                    <a:cubicBezTo>
                      <a:pt x="4211" y="1930"/>
                      <a:pt x="0" y="13559"/>
                      <a:pt x="0" y="29223"/>
                    </a:cubicBezTo>
                    <a:cubicBezTo>
                      <a:pt x="0" y="44888"/>
                      <a:pt x="6040" y="85013"/>
                      <a:pt x="6040" y="85013"/>
                    </a:cubicBezTo>
                  </a:path>
                </a:pathLst>
              </a:custGeom>
              <a:solidFill>
                <a:schemeClr val="dk2"/>
              </a:solidFill>
              <a:ln w="12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97"/>
              <p:cNvSpPr/>
              <p:nvPr/>
            </p:nvSpPr>
            <p:spPr>
              <a:xfrm>
                <a:off x="1885475" y="3334000"/>
                <a:ext cx="253150" cy="258800"/>
              </a:xfrm>
              <a:custGeom>
                <a:avLst/>
                <a:gdLst/>
                <a:ahLst/>
                <a:cxnLst/>
                <a:rect l="l" t="t" r="r" b="b"/>
                <a:pathLst>
                  <a:path w="10126" h="10352" fill="none" extrusionOk="0">
                    <a:moveTo>
                      <a:pt x="1" y="9424"/>
                    </a:moveTo>
                    <a:cubicBezTo>
                      <a:pt x="1" y="9424"/>
                      <a:pt x="8823" y="10351"/>
                      <a:pt x="10126" y="0"/>
                    </a:cubicBezTo>
                  </a:path>
                </a:pathLst>
              </a:custGeom>
              <a:solidFill>
                <a:schemeClr val="dk2"/>
              </a:solidFill>
              <a:ln w="12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97"/>
              <p:cNvSpPr/>
              <p:nvPr/>
            </p:nvSpPr>
            <p:spPr>
              <a:xfrm>
                <a:off x="1672450" y="1577725"/>
                <a:ext cx="873450" cy="805150"/>
              </a:xfrm>
              <a:custGeom>
                <a:avLst/>
                <a:gdLst/>
                <a:ahLst/>
                <a:cxnLst/>
                <a:rect l="l" t="t" r="r" b="b"/>
                <a:pathLst>
                  <a:path w="34938" h="32206" extrusionOk="0">
                    <a:moveTo>
                      <a:pt x="23534" y="0"/>
                    </a:moveTo>
                    <a:cubicBezTo>
                      <a:pt x="19023" y="4512"/>
                      <a:pt x="7444" y="5289"/>
                      <a:pt x="7444" y="5289"/>
                    </a:cubicBezTo>
                    <a:cubicBezTo>
                      <a:pt x="7444" y="5289"/>
                      <a:pt x="3985" y="11805"/>
                      <a:pt x="2256" y="19474"/>
                    </a:cubicBezTo>
                    <a:cubicBezTo>
                      <a:pt x="0" y="29299"/>
                      <a:pt x="9549" y="32206"/>
                      <a:pt x="9549" y="32206"/>
                    </a:cubicBezTo>
                    <a:lnTo>
                      <a:pt x="34938" y="32206"/>
                    </a:lnTo>
                    <a:cubicBezTo>
                      <a:pt x="31855" y="20301"/>
                      <a:pt x="33660" y="5364"/>
                      <a:pt x="33660" y="5364"/>
                    </a:cubicBezTo>
                    <a:lnTo>
                      <a:pt x="23534" y="0"/>
                    </a:ln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97"/>
              <p:cNvSpPr/>
              <p:nvPr/>
            </p:nvSpPr>
            <p:spPr>
              <a:xfrm>
                <a:off x="1970700" y="1983725"/>
                <a:ext cx="417300" cy="473850"/>
              </a:xfrm>
              <a:custGeom>
                <a:avLst/>
                <a:gdLst/>
                <a:ahLst/>
                <a:cxnLst/>
                <a:rect l="l" t="t" r="r" b="b"/>
                <a:pathLst>
                  <a:path w="16692" h="18954" extrusionOk="0">
                    <a:moveTo>
                      <a:pt x="1755" y="1"/>
                    </a:moveTo>
                    <a:lnTo>
                      <a:pt x="0" y="11881"/>
                    </a:lnTo>
                    <a:cubicBezTo>
                      <a:pt x="0" y="11881"/>
                      <a:pt x="1580" y="18954"/>
                      <a:pt x="8809" y="18954"/>
                    </a:cubicBezTo>
                    <a:cubicBezTo>
                      <a:pt x="8920" y="18954"/>
                      <a:pt x="9034" y="18952"/>
                      <a:pt x="9148" y="18948"/>
                    </a:cubicBezTo>
                    <a:cubicBezTo>
                      <a:pt x="16692" y="18748"/>
                      <a:pt x="15489" y="11981"/>
                      <a:pt x="15489" y="11981"/>
                    </a:cubicBezTo>
                    <a:lnTo>
                      <a:pt x="12933" y="3911"/>
                    </a:lnTo>
                    <a:lnTo>
                      <a:pt x="1755"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97"/>
              <p:cNvSpPr/>
              <p:nvPr/>
            </p:nvSpPr>
            <p:spPr>
              <a:xfrm>
                <a:off x="2003900" y="1983100"/>
                <a:ext cx="310800" cy="218700"/>
              </a:xfrm>
              <a:custGeom>
                <a:avLst/>
                <a:gdLst/>
                <a:ahLst/>
                <a:cxnLst/>
                <a:rect l="l" t="t" r="r" b="b"/>
                <a:pathLst>
                  <a:path w="12432" h="8748" extrusionOk="0">
                    <a:moveTo>
                      <a:pt x="427" y="1"/>
                    </a:moveTo>
                    <a:lnTo>
                      <a:pt x="1" y="2858"/>
                    </a:lnTo>
                    <a:cubicBezTo>
                      <a:pt x="1103" y="5640"/>
                      <a:pt x="3234" y="8748"/>
                      <a:pt x="8647" y="8748"/>
                    </a:cubicBezTo>
                    <a:cubicBezTo>
                      <a:pt x="10778" y="8748"/>
                      <a:pt x="11780" y="7921"/>
                      <a:pt x="12432" y="6567"/>
                    </a:cubicBezTo>
                    <a:lnTo>
                      <a:pt x="11605" y="3936"/>
                    </a:lnTo>
                    <a:lnTo>
                      <a:pt x="427"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97"/>
              <p:cNvSpPr/>
              <p:nvPr/>
            </p:nvSpPr>
            <p:spPr>
              <a:xfrm>
                <a:off x="1862750" y="1414325"/>
                <a:ext cx="670000" cy="711500"/>
              </a:xfrm>
              <a:custGeom>
                <a:avLst/>
                <a:gdLst/>
                <a:ahLst/>
                <a:cxnLst/>
                <a:rect l="l" t="t" r="r" b="b"/>
                <a:pathLst>
                  <a:path w="26800" h="28460" extrusionOk="0">
                    <a:moveTo>
                      <a:pt x="14304" y="0"/>
                    </a:moveTo>
                    <a:cubicBezTo>
                      <a:pt x="10290" y="0"/>
                      <a:pt x="6504" y="2516"/>
                      <a:pt x="5872" y="10145"/>
                    </a:cubicBezTo>
                    <a:cubicBezTo>
                      <a:pt x="5872" y="10145"/>
                      <a:pt x="5105" y="9040"/>
                      <a:pt x="3738" y="9040"/>
                    </a:cubicBezTo>
                    <a:cubicBezTo>
                      <a:pt x="3358" y="9040"/>
                      <a:pt x="2932" y="9125"/>
                      <a:pt x="2464" y="9343"/>
                    </a:cubicBezTo>
                    <a:cubicBezTo>
                      <a:pt x="386" y="10345"/>
                      <a:pt x="1" y="19738"/>
                      <a:pt x="3865" y="19738"/>
                    </a:cubicBezTo>
                    <a:cubicBezTo>
                      <a:pt x="3963" y="19738"/>
                      <a:pt x="4064" y="19732"/>
                      <a:pt x="4168" y="19719"/>
                    </a:cubicBezTo>
                    <a:cubicBezTo>
                      <a:pt x="4168" y="19719"/>
                      <a:pt x="4995" y="26912"/>
                      <a:pt x="11035" y="28165"/>
                    </a:cubicBezTo>
                    <a:cubicBezTo>
                      <a:pt x="11997" y="28364"/>
                      <a:pt x="12864" y="28459"/>
                      <a:pt x="13650" y="28459"/>
                    </a:cubicBezTo>
                    <a:cubicBezTo>
                      <a:pt x="17820" y="28459"/>
                      <a:pt x="19738" y="25797"/>
                      <a:pt x="21762" y="21875"/>
                    </a:cubicBezTo>
                    <a:cubicBezTo>
                      <a:pt x="24143" y="17213"/>
                      <a:pt x="26800" y="6235"/>
                      <a:pt x="21762" y="2576"/>
                    </a:cubicBezTo>
                    <a:cubicBezTo>
                      <a:pt x="19749" y="1114"/>
                      <a:pt x="16976" y="0"/>
                      <a:pt x="1430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97"/>
              <p:cNvSpPr/>
              <p:nvPr/>
            </p:nvSpPr>
            <p:spPr>
              <a:xfrm>
                <a:off x="2218825" y="1851525"/>
                <a:ext cx="52650" cy="96525"/>
              </a:xfrm>
              <a:custGeom>
                <a:avLst/>
                <a:gdLst/>
                <a:ahLst/>
                <a:cxnLst/>
                <a:rect l="l" t="t" r="r" b="b"/>
                <a:pathLst>
                  <a:path w="2106" h="3861" extrusionOk="0">
                    <a:moveTo>
                      <a:pt x="1704" y="1"/>
                    </a:moveTo>
                    <a:lnTo>
                      <a:pt x="1704" y="1"/>
                    </a:lnTo>
                    <a:cubicBezTo>
                      <a:pt x="1454" y="577"/>
                      <a:pt x="1278" y="1154"/>
                      <a:pt x="1153" y="1755"/>
                    </a:cubicBezTo>
                    <a:lnTo>
                      <a:pt x="1128" y="1830"/>
                    </a:lnTo>
                    <a:lnTo>
                      <a:pt x="1203" y="1956"/>
                    </a:lnTo>
                    <a:cubicBezTo>
                      <a:pt x="1328" y="2156"/>
                      <a:pt x="1479" y="2382"/>
                      <a:pt x="1529" y="2632"/>
                    </a:cubicBezTo>
                    <a:cubicBezTo>
                      <a:pt x="1604" y="2858"/>
                      <a:pt x="1554" y="3083"/>
                      <a:pt x="1454" y="3259"/>
                    </a:cubicBezTo>
                    <a:cubicBezTo>
                      <a:pt x="1404" y="3334"/>
                      <a:pt x="1328" y="3409"/>
                      <a:pt x="1228" y="3459"/>
                    </a:cubicBezTo>
                    <a:cubicBezTo>
                      <a:pt x="1128" y="3484"/>
                      <a:pt x="1003" y="3535"/>
                      <a:pt x="852" y="3535"/>
                    </a:cubicBezTo>
                    <a:cubicBezTo>
                      <a:pt x="736" y="3556"/>
                      <a:pt x="619" y="3563"/>
                      <a:pt x="501" y="3563"/>
                    </a:cubicBezTo>
                    <a:cubicBezTo>
                      <a:pt x="339" y="3563"/>
                      <a:pt x="174" y="3549"/>
                      <a:pt x="0" y="3535"/>
                    </a:cubicBezTo>
                    <a:lnTo>
                      <a:pt x="0" y="3535"/>
                    </a:lnTo>
                    <a:cubicBezTo>
                      <a:pt x="251" y="3710"/>
                      <a:pt x="551" y="3810"/>
                      <a:pt x="852" y="3860"/>
                    </a:cubicBezTo>
                    <a:cubicBezTo>
                      <a:pt x="1003" y="3860"/>
                      <a:pt x="1178" y="3860"/>
                      <a:pt x="1353" y="3835"/>
                    </a:cubicBezTo>
                    <a:cubicBezTo>
                      <a:pt x="1529" y="3785"/>
                      <a:pt x="1704" y="3685"/>
                      <a:pt x="1830" y="3535"/>
                    </a:cubicBezTo>
                    <a:cubicBezTo>
                      <a:pt x="2080" y="3234"/>
                      <a:pt x="2105" y="2833"/>
                      <a:pt x="2030" y="2507"/>
                    </a:cubicBezTo>
                    <a:cubicBezTo>
                      <a:pt x="1940" y="2191"/>
                      <a:pt x="1809" y="1936"/>
                      <a:pt x="1619" y="1706"/>
                    </a:cubicBezTo>
                    <a:lnTo>
                      <a:pt x="1619" y="1706"/>
                    </a:lnTo>
                    <a:cubicBezTo>
                      <a:pt x="1686" y="1146"/>
                      <a:pt x="1728" y="584"/>
                      <a:pt x="17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97"/>
              <p:cNvSpPr/>
              <p:nvPr/>
            </p:nvSpPr>
            <p:spPr>
              <a:xfrm>
                <a:off x="2126075" y="1958050"/>
                <a:ext cx="156050" cy="113525"/>
              </a:xfrm>
              <a:custGeom>
                <a:avLst/>
                <a:gdLst/>
                <a:ahLst/>
                <a:cxnLst/>
                <a:rect l="l" t="t" r="r" b="b"/>
                <a:pathLst>
                  <a:path w="6242" h="4541" extrusionOk="0">
                    <a:moveTo>
                      <a:pt x="1104" y="0"/>
                    </a:moveTo>
                    <a:lnTo>
                      <a:pt x="1104" y="0"/>
                    </a:lnTo>
                    <a:cubicBezTo>
                      <a:pt x="1103" y="0"/>
                      <a:pt x="1" y="4411"/>
                      <a:pt x="2657" y="4537"/>
                    </a:cubicBezTo>
                    <a:cubicBezTo>
                      <a:pt x="2709" y="4539"/>
                      <a:pt x="2761" y="4540"/>
                      <a:pt x="2811" y="4540"/>
                    </a:cubicBezTo>
                    <a:cubicBezTo>
                      <a:pt x="5326" y="4540"/>
                      <a:pt x="6241" y="1554"/>
                      <a:pt x="6241" y="1554"/>
                    </a:cubicBezTo>
                    <a:lnTo>
                      <a:pt x="11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97"/>
              <p:cNvSpPr/>
              <p:nvPr/>
            </p:nvSpPr>
            <p:spPr>
              <a:xfrm>
                <a:off x="2133600" y="1733050"/>
                <a:ext cx="61425" cy="17000"/>
              </a:xfrm>
              <a:custGeom>
                <a:avLst/>
                <a:gdLst/>
                <a:ahLst/>
                <a:cxnLst/>
                <a:rect l="l" t="t" r="r" b="b"/>
                <a:pathLst>
                  <a:path w="2457" h="680" extrusionOk="0">
                    <a:moveTo>
                      <a:pt x="1462" y="0"/>
                    </a:moveTo>
                    <a:cubicBezTo>
                      <a:pt x="1098" y="0"/>
                      <a:pt x="619" y="170"/>
                      <a:pt x="1" y="680"/>
                    </a:cubicBezTo>
                    <a:lnTo>
                      <a:pt x="2457" y="680"/>
                    </a:lnTo>
                    <a:cubicBezTo>
                      <a:pt x="2457" y="680"/>
                      <a:pt x="2189" y="0"/>
                      <a:pt x="1462" y="0"/>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97"/>
              <p:cNvSpPr/>
              <p:nvPr/>
            </p:nvSpPr>
            <p:spPr>
              <a:xfrm>
                <a:off x="2364175" y="1793150"/>
                <a:ext cx="47025" cy="38350"/>
              </a:xfrm>
              <a:custGeom>
                <a:avLst/>
                <a:gdLst/>
                <a:ahLst/>
                <a:cxnLst/>
                <a:rect l="l" t="t" r="r" b="b"/>
                <a:pathLst>
                  <a:path w="1881" h="1534" extrusionOk="0">
                    <a:moveTo>
                      <a:pt x="744" y="1"/>
                    </a:moveTo>
                    <a:cubicBezTo>
                      <a:pt x="536" y="1"/>
                      <a:pt x="290" y="75"/>
                      <a:pt x="1" y="255"/>
                    </a:cubicBezTo>
                    <a:lnTo>
                      <a:pt x="1880" y="1534"/>
                    </a:lnTo>
                    <a:cubicBezTo>
                      <a:pt x="1880" y="1534"/>
                      <a:pt x="1695" y="1"/>
                      <a:pt x="744" y="1"/>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97"/>
              <p:cNvSpPr/>
              <p:nvPr/>
            </p:nvSpPr>
            <p:spPr>
              <a:xfrm>
                <a:off x="1858525" y="1338125"/>
                <a:ext cx="726850" cy="404775"/>
              </a:xfrm>
              <a:custGeom>
                <a:avLst/>
                <a:gdLst/>
                <a:ahLst/>
                <a:cxnLst/>
                <a:rect l="l" t="t" r="r" b="b"/>
                <a:pathLst>
                  <a:path w="29074" h="16191" extrusionOk="0">
                    <a:moveTo>
                      <a:pt x="13673" y="1"/>
                    </a:moveTo>
                    <a:cubicBezTo>
                      <a:pt x="4663" y="1"/>
                      <a:pt x="3818" y="5747"/>
                      <a:pt x="1" y="14873"/>
                    </a:cubicBezTo>
                    <a:lnTo>
                      <a:pt x="1279" y="15148"/>
                    </a:lnTo>
                    <a:cubicBezTo>
                      <a:pt x="1279" y="15148"/>
                      <a:pt x="1972" y="12334"/>
                      <a:pt x="3543" y="12334"/>
                    </a:cubicBezTo>
                    <a:cubicBezTo>
                      <a:pt x="3713" y="12334"/>
                      <a:pt x="3895" y="12368"/>
                      <a:pt x="4086" y="12441"/>
                    </a:cubicBezTo>
                    <a:cubicBezTo>
                      <a:pt x="6041" y="13193"/>
                      <a:pt x="6116" y="15524"/>
                      <a:pt x="6116" y="15524"/>
                    </a:cubicBezTo>
                    <a:cubicBezTo>
                      <a:pt x="6116" y="15524"/>
                      <a:pt x="6121" y="15524"/>
                      <a:pt x="6132" y="15524"/>
                    </a:cubicBezTo>
                    <a:cubicBezTo>
                      <a:pt x="6471" y="15524"/>
                      <a:pt x="12322" y="15477"/>
                      <a:pt x="15314" y="12241"/>
                    </a:cubicBezTo>
                    <a:lnTo>
                      <a:pt x="15314" y="12241"/>
                    </a:lnTo>
                    <a:lnTo>
                      <a:pt x="13735" y="14822"/>
                    </a:lnTo>
                    <a:cubicBezTo>
                      <a:pt x="13735" y="14822"/>
                      <a:pt x="14178" y="14861"/>
                      <a:pt x="14852" y="14861"/>
                    </a:cubicBezTo>
                    <a:cubicBezTo>
                      <a:pt x="16149" y="14861"/>
                      <a:pt x="18300" y="14719"/>
                      <a:pt x="19801" y="13895"/>
                    </a:cubicBezTo>
                    <a:lnTo>
                      <a:pt x="19801" y="13895"/>
                    </a:lnTo>
                    <a:lnTo>
                      <a:pt x="18723" y="15800"/>
                    </a:lnTo>
                    <a:cubicBezTo>
                      <a:pt x="18723" y="15800"/>
                      <a:pt x="19969" y="16190"/>
                      <a:pt x="21644" y="16190"/>
                    </a:cubicBezTo>
                    <a:cubicBezTo>
                      <a:pt x="23030" y="16190"/>
                      <a:pt x="24708" y="15923"/>
                      <a:pt x="26217" y="14948"/>
                    </a:cubicBezTo>
                    <a:cubicBezTo>
                      <a:pt x="26217" y="14948"/>
                      <a:pt x="29074" y="1614"/>
                      <a:pt x="16943" y="211"/>
                    </a:cubicBezTo>
                    <a:cubicBezTo>
                      <a:pt x="15746" y="70"/>
                      <a:pt x="14660" y="1"/>
                      <a:pt x="13673" y="1"/>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97"/>
              <p:cNvSpPr/>
              <p:nvPr/>
            </p:nvSpPr>
            <p:spPr>
              <a:xfrm>
                <a:off x="1858525" y="1716825"/>
                <a:ext cx="113450" cy="215550"/>
              </a:xfrm>
              <a:custGeom>
                <a:avLst/>
                <a:gdLst/>
                <a:ahLst/>
                <a:cxnLst/>
                <a:rect l="l" t="t" r="r" b="b"/>
                <a:pathLst>
                  <a:path w="4538" h="8622" extrusionOk="0">
                    <a:moveTo>
                      <a:pt x="502" y="0"/>
                    </a:moveTo>
                    <a:lnTo>
                      <a:pt x="1" y="8622"/>
                    </a:lnTo>
                    <a:lnTo>
                      <a:pt x="4537" y="8622"/>
                    </a:lnTo>
                    <a:cubicBezTo>
                      <a:pt x="4161" y="7344"/>
                      <a:pt x="4537" y="6065"/>
                      <a:pt x="4537" y="6065"/>
                    </a:cubicBezTo>
                    <a:cubicBezTo>
                      <a:pt x="126" y="5163"/>
                      <a:pt x="1279" y="0"/>
                      <a:pt x="1279"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97"/>
              <p:cNvSpPr/>
              <p:nvPr/>
            </p:nvSpPr>
            <p:spPr>
              <a:xfrm>
                <a:off x="1928700" y="1687550"/>
                <a:ext cx="63950" cy="130800"/>
              </a:xfrm>
              <a:custGeom>
                <a:avLst/>
                <a:gdLst/>
                <a:ahLst/>
                <a:cxnLst/>
                <a:rect l="l" t="t" r="r" b="b"/>
                <a:pathLst>
                  <a:path w="2558" h="5232" extrusionOk="0">
                    <a:moveTo>
                      <a:pt x="754" y="0"/>
                    </a:moveTo>
                    <a:cubicBezTo>
                      <a:pt x="479" y="0"/>
                      <a:pt x="209" y="91"/>
                      <a:pt x="1" y="244"/>
                    </a:cubicBezTo>
                    <a:cubicBezTo>
                      <a:pt x="155" y="201"/>
                      <a:pt x="311" y="179"/>
                      <a:pt x="463" y="179"/>
                    </a:cubicBezTo>
                    <a:cubicBezTo>
                      <a:pt x="756" y="179"/>
                      <a:pt x="1031" y="263"/>
                      <a:pt x="1229" y="444"/>
                    </a:cubicBezTo>
                    <a:cubicBezTo>
                      <a:pt x="1530" y="720"/>
                      <a:pt x="1680" y="1121"/>
                      <a:pt x="1805" y="1547"/>
                    </a:cubicBezTo>
                    <a:cubicBezTo>
                      <a:pt x="1906" y="1973"/>
                      <a:pt x="1981" y="2399"/>
                      <a:pt x="2006" y="2850"/>
                    </a:cubicBezTo>
                    <a:cubicBezTo>
                      <a:pt x="2027" y="3037"/>
                      <a:pt x="2035" y="3223"/>
                      <a:pt x="2038" y="3411"/>
                    </a:cubicBezTo>
                    <a:lnTo>
                      <a:pt x="2038" y="3411"/>
                    </a:lnTo>
                    <a:cubicBezTo>
                      <a:pt x="1996" y="3350"/>
                      <a:pt x="1952" y="3288"/>
                      <a:pt x="1906" y="3226"/>
                    </a:cubicBezTo>
                    <a:cubicBezTo>
                      <a:pt x="1805" y="3076"/>
                      <a:pt x="1705" y="2926"/>
                      <a:pt x="1580" y="2800"/>
                    </a:cubicBezTo>
                    <a:cubicBezTo>
                      <a:pt x="1455" y="2675"/>
                      <a:pt x="1329" y="2525"/>
                      <a:pt x="1154" y="2500"/>
                    </a:cubicBezTo>
                    <a:lnTo>
                      <a:pt x="1154" y="2500"/>
                    </a:lnTo>
                    <a:cubicBezTo>
                      <a:pt x="1279" y="2600"/>
                      <a:pt x="1379" y="2750"/>
                      <a:pt x="1455" y="2901"/>
                    </a:cubicBezTo>
                    <a:cubicBezTo>
                      <a:pt x="1530" y="3051"/>
                      <a:pt x="1605" y="3201"/>
                      <a:pt x="1680" y="3352"/>
                    </a:cubicBezTo>
                    <a:cubicBezTo>
                      <a:pt x="1831" y="3677"/>
                      <a:pt x="1956" y="4003"/>
                      <a:pt x="2081" y="4304"/>
                    </a:cubicBezTo>
                    <a:lnTo>
                      <a:pt x="2432" y="5231"/>
                    </a:lnTo>
                    <a:lnTo>
                      <a:pt x="2482" y="4229"/>
                    </a:lnTo>
                    <a:cubicBezTo>
                      <a:pt x="2507" y="3753"/>
                      <a:pt x="2557" y="3302"/>
                      <a:pt x="2507" y="2825"/>
                    </a:cubicBezTo>
                    <a:cubicBezTo>
                      <a:pt x="2507" y="2700"/>
                      <a:pt x="2507" y="2575"/>
                      <a:pt x="2482" y="2474"/>
                    </a:cubicBezTo>
                    <a:lnTo>
                      <a:pt x="2432" y="2124"/>
                    </a:lnTo>
                    <a:cubicBezTo>
                      <a:pt x="2407" y="1873"/>
                      <a:pt x="2332" y="1647"/>
                      <a:pt x="2257" y="1397"/>
                    </a:cubicBezTo>
                    <a:cubicBezTo>
                      <a:pt x="2106" y="946"/>
                      <a:pt x="1856" y="469"/>
                      <a:pt x="1404" y="194"/>
                    </a:cubicBezTo>
                    <a:cubicBezTo>
                      <a:pt x="1203" y="59"/>
                      <a:pt x="977" y="0"/>
                      <a:pt x="75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97"/>
              <p:cNvSpPr/>
              <p:nvPr/>
            </p:nvSpPr>
            <p:spPr>
              <a:xfrm>
                <a:off x="1913050" y="1833175"/>
                <a:ext cx="37000" cy="36950"/>
              </a:xfrm>
              <a:custGeom>
                <a:avLst/>
                <a:gdLst/>
                <a:ahLst/>
                <a:cxnLst/>
                <a:rect l="l" t="t" r="r" b="b"/>
                <a:pathLst>
                  <a:path w="1480" h="1478" extrusionOk="0">
                    <a:moveTo>
                      <a:pt x="1046" y="1"/>
                    </a:moveTo>
                    <a:cubicBezTo>
                      <a:pt x="945" y="1"/>
                      <a:pt x="846" y="39"/>
                      <a:pt x="777" y="108"/>
                    </a:cubicBezTo>
                    <a:lnTo>
                      <a:pt x="126" y="860"/>
                    </a:lnTo>
                    <a:cubicBezTo>
                      <a:pt x="0" y="1010"/>
                      <a:pt x="0" y="1211"/>
                      <a:pt x="151" y="1336"/>
                    </a:cubicBezTo>
                    <a:lnTo>
                      <a:pt x="201" y="1386"/>
                    </a:lnTo>
                    <a:cubicBezTo>
                      <a:pt x="273" y="1446"/>
                      <a:pt x="362" y="1477"/>
                      <a:pt x="448" y="1477"/>
                    </a:cubicBezTo>
                    <a:cubicBezTo>
                      <a:pt x="544" y="1477"/>
                      <a:pt x="637" y="1440"/>
                      <a:pt x="702" y="1361"/>
                    </a:cubicBezTo>
                    <a:lnTo>
                      <a:pt x="1354" y="634"/>
                    </a:lnTo>
                    <a:cubicBezTo>
                      <a:pt x="1479" y="484"/>
                      <a:pt x="1479" y="258"/>
                      <a:pt x="1329" y="133"/>
                    </a:cubicBezTo>
                    <a:lnTo>
                      <a:pt x="1279" y="83"/>
                    </a:lnTo>
                    <a:cubicBezTo>
                      <a:pt x="1211" y="27"/>
                      <a:pt x="112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97"/>
              <p:cNvSpPr/>
              <p:nvPr/>
            </p:nvSpPr>
            <p:spPr>
              <a:xfrm>
                <a:off x="1883600" y="1801775"/>
                <a:ext cx="40750" cy="33625"/>
              </a:xfrm>
              <a:custGeom>
                <a:avLst/>
                <a:gdLst/>
                <a:ahLst/>
                <a:cxnLst/>
                <a:rect l="l" t="t" r="r" b="b"/>
                <a:pathLst>
                  <a:path w="1630" h="1345" extrusionOk="0">
                    <a:moveTo>
                      <a:pt x="1182" y="1"/>
                    </a:moveTo>
                    <a:cubicBezTo>
                      <a:pt x="1110" y="1"/>
                      <a:pt x="1038" y="21"/>
                      <a:pt x="978" y="61"/>
                    </a:cubicBezTo>
                    <a:lnTo>
                      <a:pt x="201" y="662"/>
                    </a:lnTo>
                    <a:cubicBezTo>
                      <a:pt x="51" y="788"/>
                      <a:pt x="0" y="988"/>
                      <a:pt x="126" y="1139"/>
                    </a:cubicBezTo>
                    <a:lnTo>
                      <a:pt x="176" y="1214"/>
                    </a:lnTo>
                    <a:cubicBezTo>
                      <a:pt x="233" y="1299"/>
                      <a:pt x="330" y="1344"/>
                      <a:pt x="431" y="1344"/>
                    </a:cubicBezTo>
                    <a:cubicBezTo>
                      <a:pt x="508" y="1344"/>
                      <a:pt x="587" y="1318"/>
                      <a:pt x="652" y="1264"/>
                    </a:cubicBezTo>
                    <a:lnTo>
                      <a:pt x="1429" y="662"/>
                    </a:lnTo>
                    <a:cubicBezTo>
                      <a:pt x="1579" y="562"/>
                      <a:pt x="1630" y="337"/>
                      <a:pt x="1504" y="186"/>
                    </a:cubicBezTo>
                    <a:lnTo>
                      <a:pt x="1454" y="136"/>
                    </a:lnTo>
                    <a:cubicBezTo>
                      <a:pt x="1394" y="46"/>
                      <a:pt x="1289" y="1"/>
                      <a:pt x="11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97"/>
              <p:cNvSpPr/>
              <p:nvPr/>
            </p:nvSpPr>
            <p:spPr>
              <a:xfrm>
                <a:off x="1911175" y="1648925"/>
                <a:ext cx="25700" cy="22225"/>
              </a:xfrm>
              <a:custGeom>
                <a:avLst/>
                <a:gdLst/>
                <a:ahLst/>
                <a:cxnLst/>
                <a:rect l="l" t="t" r="r" b="b"/>
                <a:pathLst>
                  <a:path w="1028" h="889" extrusionOk="0">
                    <a:moveTo>
                      <a:pt x="413" y="1"/>
                    </a:moveTo>
                    <a:cubicBezTo>
                      <a:pt x="308" y="1"/>
                      <a:pt x="203" y="52"/>
                      <a:pt x="126" y="160"/>
                    </a:cubicBezTo>
                    <a:lnTo>
                      <a:pt x="100" y="210"/>
                    </a:lnTo>
                    <a:cubicBezTo>
                      <a:pt x="0" y="360"/>
                      <a:pt x="25" y="586"/>
                      <a:pt x="176" y="686"/>
                    </a:cubicBezTo>
                    <a:lnTo>
                      <a:pt x="401" y="836"/>
                    </a:lnTo>
                    <a:cubicBezTo>
                      <a:pt x="454" y="872"/>
                      <a:pt x="517" y="889"/>
                      <a:pt x="580" y="889"/>
                    </a:cubicBezTo>
                    <a:cubicBezTo>
                      <a:pt x="696" y="889"/>
                      <a:pt x="813" y="833"/>
                      <a:pt x="877" y="736"/>
                    </a:cubicBezTo>
                    <a:lnTo>
                      <a:pt x="902" y="686"/>
                    </a:lnTo>
                    <a:cubicBezTo>
                      <a:pt x="1028" y="511"/>
                      <a:pt x="978" y="310"/>
                      <a:pt x="827" y="210"/>
                    </a:cubicBezTo>
                    <a:lnTo>
                      <a:pt x="602" y="60"/>
                    </a:lnTo>
                    <a:cubicBezTo>
                      <a:pt x="544" y="21"/>
                      <a:pt x="478" y="1"/>
                      <a:pt x="4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97"/>
              <p:cNvSpPr/>
              <p:nvPr/>
            </p:nvSpPr>
            <p:spPr>
              <a:xfrm>
                <a:off x="1576575" y="2204300"/>
                <a:ext cx="1060175" cy="1181675"/>
              </a:xfrm>
              <a:custGeom>
                <a:avLst/>
                <a:gdLst/>
                <a:ahLst/>
                <a:cxnLst/>
                <a:rect l="l" t="t" r="r" b="b"/>
                <a:pathLst>
                  <a:path w="42407" h="47267" extrusionOk="0">
                    <a:moveTo>
                      <a:pt x="16216" y="0"/>
                    </a:moveTo>
                    <a:cubicBezTo>
                      <a:pt x="16216" y="0"/>
                      <a:pt x="5038" y="3158"/>
                      <a:pt x="2582" y="10125"/>
                    </a:cubicBezTo>
                    <a:cubicBezTo>
                      <a:pt x="101" y="17118"/>
                      <a:pt x="1" y="45163"/>
                      <a:pt x="11906" y="46767"/>
                    </a:cubicBezTo>
                    <a:cubicBezTo>
                      <a:pt x="11906" y="46767"/>
                      <a:pt x="14134" y="47267"/>
                      <a:pt x="17123" y="47267"/>
                    </a:cubicBezTo>
                    <a:cubicBezTo>
                      <a:pt x="19448" y="47267"/>
                      <a:pt x="22233" y="46965"/>
                      <a:pt x="24788" y="45890"/>
                    </a:cubicBezTo>
                    <a:cubicBezTo>
                      <a:pt x="24788" y="45890"/>
                      <a:pt x="27156" y="46109"/>
                      <a:pt x="30396" y="46109"/>
                    </a:cubicBezTo>
                    <a:cubicBezTo>
                      <a:pt x="33635" y="46109"/>
                      <a:pt x="37745" y="45890"/>
                      <a:pt x="41229" y="45013"/>
                    </a:cubicBezTo>
                    <a:cubicBezTo>
                      <a:pt x="41229" y="45013"/>
                      <a:pt x="42106" y="33384"/>
                      <a:pt x="42257" y="29324"/>
                    </a:cubicBezTo>
                    <a:cubicBezTo>
                      <a:pt x="42407" y="25238"/>
                      <a:pt x="39224" y="14211"/>
                      <a:pt x="39224" y="14211"/>
                    </a:cubicBezTo>
                    <a:lnTo>
                      <a:pt x="38171" y="4236"/>
                    </a:lnTo>
                    <a:cubicBezTo>
                      <a:pt x="34813" y="1529"/>
                      <a:pt x="30452" y="652"/>
                      <a:pt x="30452" y="652"/>
                    </a:cubicBezTo>
                    <a:cubicBezTo>
                      <a:pt x="30452" y="652"/>
                      <a:pt x="30377" y="7594"/>
                      <a:pt x="25364" y="8597"/>
                    </a:cubicBezTo>
                    <a:cubicBezTo>
                      <a:pt x="25109" y="8649"/>
                      <a:pt x="24856" y="8673"/>
                      <a:pt x="24606" y="8673"/>
                    </a:cubicBezTo>
                    <a:cubicBezTo>
                      <a:pt x="19921" y="8673"/>
                      <a:pt x="16216" y="0"/>
                      <a:pt x="1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97"/>
              <p:cNvSpPr/>
              <p:nvPr/>
            </p:nvSpPr>
            <p:spPr>
              <a:xfrm>
                <a:off x="2297750" y="2310175"/>
                <a:ext cx="498775" cy="1538875"/>
              </a:xfrm>
              <a:custGeom>
                <a:avLst/>
                <a:gdLst/>
                <a:ahLst/>
                <a:cxnLst/>
                <a:rect l="l" t="t" r="r" b="b"/>
                <a:pathLst>
                  <a:path w="19951" h="61555" extrusionOk="0">
                    <a:moveTo>
                      <a:pt x="9324" y="1"/>
                    </a:moveTo>
                    <a:cubicBezTo>
                      <a:pt x="1" y="1"/>
                      <a:pt x="9049" y="16793"/>
                      <a:pt x="10377" y="30051"/>
                    </a:cubicBezTo>
                    <a:cubicBezTo>
                      <a:pt x="11705" y="43284"/>
                      <a:pt x="14638" y="61555"/>
                      <a:pt x="14638" y="61555"/>
                    </a:cubicBezTo>
                    <a:lnTo>
                      <a:pt x="19951" y="61555"/>
                    </a:lnTo>
                    <a:cubicBezTo>
                      <a:pt x="19074" y="47018"/>
                      <a:pt x="17770" y="36718"/>
                      <a:pt x="17770" y="32206"/>
                    </a:cubicBezTo>
                    <a:cubicBezTo>
                      <a:pt x="17770" y="27695"/>
                      <a:pt x="15289" y="12883"/>
                      <a:pt x="14287" y="7194"/>
                    </a:cubicBezTo>
                    <a:cubicBezTo>
                      <a:pt x="13259" y="1529"/>
                      <a:pt x="9324" y="1"/>
                      <a:pt x="9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97"/>
              <p:cNvSpPr/>
              <p:nvPr/>
            </p:nvSpPr>
            <p:spPr>
              <a:xfrm>
                <a:off x="2469450" y="2565825"/>
                <a:ext cx="119700" cy="768200"/>
              </a:xfrm>
              <a:custGeom>
                <a:avLst/>
                <a:gdLst/>
                <a:ahLst/>
                <a:cxnLst/>
                <a:rect l="l" t="t" r="r" b="b"/>
                <a:pathLst>
                  <a:path w="4788" h="30728" extrusionOk="0">
                    <a:moveTo>
                      <a:pt x="0" y="0"/>
                    </a:moveTo>
                    <a:lnTo>
                      <a:pt x="0" y="0"/>
                    </a:lnTo>
                    <a:cubicBezTo>
                      <a:pt x="401" y="527"/>
                      <a:pt x="752" y="1078"/>
                      <a:pt x="1078" y="1654"/>
                    </a:cubicBezTo>
                    <a:cubicBezTo>
                      <a:pt x="1379" y="2206"/>
                      <a:pt x="1654" y="2807"/>
                      <a:pt x="1905" y="3409"/>
                    </a:cubicBezTo>
                    <a:cubicBezTo>
                      <a:pt x="2381" y="4612"/>
                      <a:pt x="2757" y="5865"/>
                      <a:pt x="2983" y="7143"/>
                    </a:cubicBezTo>
                    <a:cubicBezTo>
                      <a:pt x="3208" y="8421"/>
                      <a:pt x="3308" y="9725"/>
                      <a:pt x="3384" y="11028"/>
                    </a:cubicBezTo>
                    <a:lnTo>
                      <a:pt x="3634" y="14988"/>
                    </a:lnTo>
                    <a:cubicBezTo>
                      <a:pt x="3985" y="20226"/>
                      <a:pt x="4361" y="25489"/>
                      <a:pt x="4787" y="30727"/>
                    </a:cubicBezTo>
                    <a:cubicBezTo>
                      <a:pt x="4587" y="25464"/>
                      <a:pt x="4336" y="20201"/>
                      <a:pt x="4060" y="14963"/>
                    </a:cubicBezTo>
                    <a:lnTo>
                      <a:pt x="3835" y="11003"/>
                    </a:lnTo>
                    <a:cubicBezTo>
                      <a:pt x="3760" y="9700"/>
                      <a:pt x="3735" y="8371"/>
                      <a:pt x="3459" y="7068"/>
                    </a:cubicBezTo>
                    <a:cubicBezTo>
                      <a:pt x="3208" y="5740"/>
                      <a:pt x="2832" y="4461"/>
                      <a:pt x="2231" y="3258"/>
                    </a:cubicBezTo>
                    <a:cubicBezTo>
                      <a:pt x="1679" y="2055"/>
                      <a:pt x="953" y="92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97"/>
              <p:cNvSpPr/>
              <p:nvPr/>
            </p:nvSpPr>
            <p:spPr>
              <a:xfrm>
                <a:off x="2521450" y="2506725"/>
                <a:ext cx="410425" cy="517350"/>
              </a:xfrm>
              <a:custGeom>
                <a:avLst/>
                <a:gdLst/>
                <a:ahLst/>
                <a:cxnLst/>
                <a:rect l="l" t="t" r="r" b="b"/>
                <a:pathLst>
                  <a:path w="16417" h="20694" extrusionOk="0">
                    <a:moveTo>
                      <a:pt x="7895" y="1"/>
                    </a:moveTo>
                    <a:cubicBezTo>
                      <a:pt x="7605" y="1"/>
                      <a:pt x="7333" y="190"/>
                      <a:pt x="7244" y="460"/>
                    </a:cubicBezTo>
                    <a:lnTo>
                      <a:pt x="3459" y="10460"/>
                    </a:lnTo>
                    <a:lnTo>
                      <a:pt x="176" y="18906"/>
                    </a:lnTo>
                    <a:cubicBezTo>
                      <a:pt x="0" y="19357"/>
                      <a:pt x="301" y="19833"/>
                      <a:pt x="777" y="19883"/>
                    </a:cubicBezTo>
                    <a:lnTo>
                      <a:pt x="8221" y="20685"/>
                    </a:lnTo>
                    <a:cubicBezTo>
                      <a:pt x="8258" y="20691"/>
                      <a:pt x="8295" y="20694"/>
                      <a:pt x="8331" y="20694"/>
                    </a:cubicBezTo>
                    <a:cubicBezTo>
                      <a:pt x="8613" y="20694"/>
                      <a:pt x="8862" y="20526"/>
                      <a:pt x="8973" y="20259"/>
                    </a:cubicBezTo>
                    <a:lnTo>
                      <a:pt x="16241" y="1963"/>
                    </a:lnTo>
                    <a:cubicBezTo>
                      <a:pt x="16417" y="1512"/>
                      <a:pt x="16116" y="1036"/>
                      <a:pt x="15665" y="961"/>
                    </a:cubicBezTo>
                    <a:lnTo>
                      <a:pt x="7995" y="8"/>
                    </a:lnTo>
                    <a:cubicBezTo>
                      <a:pt x="7962" y="3"/>
                      <a:pt x="7928" y="1"/>
                      <a:pt x="789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97"/>
              <p:cNvSpPr/>
              <p:nvPr/>
            </p:nvSpPr>
            <p:spPr>
              <a:xfrm>
                <a:off x="2506400" y="2748925"/>
                <a:ext cx="359050" cy="348250"/>
              </a:xfrm>
              <a:custGeom>
                <a:avLst/>
                <a:gdLst/>
                <a:ahLst/>
                <a:cxnLst/>
                <a:rect l="l" t="t" r="r" b="b"/>
                <a:pathLst>
                  <a:path w="14362" h="13930" extrusionOk="0">
                    <a:moveTo>
                      <a:pt x="3781" y="0"/>
                    </a:moveTo>
                    <a:cubicBezTo>
                      <a:pt x="680" y="0"/>
                      <a:pt x="1" y="8240"/>
                      <a:pt x="1" y="8240"/>
                    </a:cubicBezTo>
                    <a:lnTo>
                      <a:pt x="3334" y="13930"/>
                    </a:lnTo>
                    <a:cubicBezTo>
                      <a:pt x="6367" y="13904"/>
                      <a:pt x="8272" y="13228"/>
                      <a:pt x="9475" y="12451"/>
                    </a:cubicBezTo>
                    <a:cubicBezTo>
                      <a:pt x="10753" y="11599"/>
                      <a:pt x="11480" y="10145"/>
                      <a:pt x="11530" y="8616"/>
                    </a:cubicBezTo>
                    <a:lnTo>
                      <a:pt x="11555" y="7990"/>
                    </a:lnTo>
                    <a:cubicBezTo>
                      <a:pt x="11856" y="7965"/>
                      <a:pt x="12181" y="7839"/>
                      <a:pt x="12482" y="7739"/>
                    </a:cubicBezTo>
                    <a:cubicBezTo>
                      <a:pt x="12933" y="7539"/>
                      <a:pt x="13234" y="7112"/>
                      <a:pt x="13234" y="6636"/>
                    </a:cubicBezTo>
                    <a:lnTo>
                      <a:pt x="13234" y="6586"/>
                    </a:lnTo>
                    <a:cubicBezTo>
                      <a:pt x="13234" y="5915"/>
                      <a:pt x="12675" y="5384"/>
                      <a:pt x="12021" y="5384"/>
                    </a:cubicBezTo>
                    <a:cubicBezTo>
                      <a:pt x="11942" y="5384"/>
                      <a:pt x="11861" y="5392"/>
                      <a:pt x="11780" y="5408"/>
                    </a:cubicBezTo>
                    <a:cubicBezTo>
                      <a:pt x="9976" y="5784"/>
                      <a:pt x="8096" y="5934"/>
                      <a:pt x="8096" y="5934"/>
                    </a:cubicBezTo>
                    <a:cubicBezTo>
                      <a:pt x="10552" y="5483"/>
                      <a:pt x="12557" y="4481"/>
                      <a:pt x="13635" y="3854"/>
                    </a:cubicBezTo>
                    <a:cubicBezTo>
                      <a:pt x="14136" y="3579"/>
                      <a:pt x="14362" y="2977"/>
                      <a:pt x="14161" y="2426"/>
                    </a:cubicBezTo>
                    <a:lnTo>
                      <a:pt x="14161" y="2376"/>
                    </a:lnTo>
                    <a:cubicBezTo>
                      <a:pt x="13993" y="1871"/>
                      <a:pt x="13504" y="1561"/>
                      <a:pt x="12996" y="1561"/>
                    </a:cubicBezTo>
                    <a:cubicBezTo>
                      <a:pt x="12823" y="1561"/>
                      <a:pt x="12648" y="1597"/>
                      <a:pt x="12482" y="1674"/>
                    </a:cubicBezTo>
                    <a:cubicBezTo>
                      <a:pt x="9036" y="3240"/>
                      <a:pt x="6246" y="3534"/>
                      <a:pt x="4638" y="3534"/>
                    </a:cubicBezTo>
                    <a:cubicBezTo>
                      <a:pt x="3673" y="3534"/>
                      <a:pt x="3134" y="3428"/>
                      <a:pt x="3134" y="3428"/>
                    </a:cubicBezTo>
                    <a:lnTo>
                      <a:pt x="4287" y="70"/>
                    </a:lnTo>
                    <a:cubicBezTo>
                      <a:pt x="4111" y="23"/>
                      <a:pt x="3943" y="0"/>
                      <a:pt x="3781"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97"/>
              <p:cNvSpPr/>
              <p:nvPr/>
            </p:nvSpPr>
            <p:spPr>
              <a:xfrm>
                <a:off x="1955025" y="2951775"/>
                <a:ext cx="514450" cy="110950"/>
              </a:xfrm>
              <a:custGeom>
                <a:avLst/>
                <a:gdLst/>
                <a:ahLst/>
                <a:cxnLst/>
                <a:rect l="l" t="t" r="r" b="b"/>
                <a:pathLst>
                  <a:path w="20578" h="4438" extrusionOk="0">
                    <a:moveTo>
                      <a:pt x="20577" y="1"/>
                    </a:moveTo>
                    <a:cubicBezTo>
                      <a:pt x="20151" y="126"/>
                      <a:pt x="19750" y="277"/>
                      <a:pt x="19324" y="402"/>
                    </a:cubicBezTo>
                    <a:lnTo>
                      <a:pt x="18071" y="753"/>
                    </a:lnTo>
                    <a:cubicBezTo>
                      <a:pt x="17219" y="1003"/>
                      <a:pt x="16367" y="1229"/>
                      <a:pt x="15514" y="1404"/>
                    </a:cubicBezTo>
                    <a:cubicBezTo>
                      <a:pt x="13810" y="1805"/>
                      <a:pt x="12081" y="2156"/>
                      <a:pt x="10377" y="2507"/>
                    </a:cubicBezTo>
                    <a:cubicBezTo>
                      <a:pt x="8647" y="2858"/>
                      <a:pt x="6918" y="3159"/>
                      <a:pt x="5189" y="3485"/>
                    </a:cubicBezTo>
                    <a:lnTo>
                      <a:pt x="1" y="4437"/>
                    </a:lnTo>
                    <a:cubicBezTo>
                      <a:pt x="903" y="4387"/>
                      <a:pt x="1755" y="4287"/>
                      <a:pt x="2632" y="4186"/>
                    </a:cubicBezTo>
                    <a:cubicBezTo>
                      <a:pt x="3509" y="4086"/>
                      <a:pt x="4387" y="3986"/>
                      <a:pt x="5264" y="3861"/>
                    </a:cubicBezTo>
                    <a:cubicBezTo>
                      <a:pt x="6993" y="3635"/>
                      <a:pt x="8748" y="3334"/>
                      <a:pt x="10477" y="3008"/>
                    </a:cubicBezTo>
                    <a:cubicBezTo>
                      <a:pt x="12181" y="2658"/>
                      <a:pt x="13910" y="2282"/>
                      <a:pt x="15615" y="1780"/>
                    </a:cubicBezTo>
                    <a:cubicBezTo>
                      <a:pt x="17294" y="1304"/>
                      <a:pt x="18998" y="778"/>
                      <a:pt x="20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97"/>
              <p:cNvSpPr/>
              <p:nvPr/>
            </p:nvSpPr>
            <p:spPr>
              <a:xfrm>
                <a:off x="1934975" y="3127850"/>
                <a:ext cx="622200" cy="258200"/>
              </a:xfrm>
              <a:custGeom>
                <a:avLst/>
                <a:gdLst/>
                <a:ahLst/>
                <a:cxnLst/>
                <a:rect l="l" t="t" r="r" b="b"/>
                <a:pathLst>
                  <a:path w="24888" h="10328" extrusionOk="0">
                    <a:moveTo>
                      <a:pt x="24888" y="1"/>
                    </a:moveTo>
                    <a:lnTo>
                      <a:pt x="24888" y="1"/>
                    </a:lnTo>
                    <a:cubicBezTo>
                      <a:pt x="24086" y="828"/>
                      <a:pt x="23284" y="1655"/>
                      <a:pt x="22382" y="2407"/>
                    </a:cubicBezTo>
                    <a:cubicBezTo>
                      <a:pt x="21530" y="3184"/>
                      <a:pt x="20602" y="3860"/>
                      <a:pt x="19650" y="4512"/>
                    </a:cubicBezTo>
                    <a:cubicBezTo>
                      <a:pt x="18697" y="5164"/>
                      <a:pt x="17695" y="5765"/>
                      <a:pt x="16692" y="6316"/>
                    </a:cubicBezTo>
                    <a:cubicBezTo>
                      <a:pt x="15665" y="6843"/>
                      <a:pt x="14612" y="7319"/>
                      <a:pt x="13560" y="7745"/>
                    </a:cubicBezTo>
                    <a:cubicBezTo>
                      <a:pt x="11404" y="8597"/>
                      <a:pt x="9174" y="9199"/>
                      <a:pt x="6918" y="9625"/>
                    </a:cubicBezTo>
                    <a:cubicBezTo>
                      <a:pt x="5765" y="9825"/>
                      <a:pt x="4637" y="9976"/>
                      <a:pt x="3484" y="10076"/>
                    </a:cubicBezTo>
                    <a:cubicBezTo>
                      <a:pt x="2640" y="10149"/>
                      <a:pt x="1796" y="10196"/>
                      <a:pt x="943" y="10196"/>
                    </a:cubicBezTo>
                    <a:cubicBezTo>
                      <a:pt x="630" y="10196"/>
                      <a:pt x="316" y="10190"/>
                      <a:pt x="1" y="10176"/>
                    </a:cubicBezTo>
                    <a:lnTo>
                      <a:pt x="1" y="10176"/>
                    </a:lnTo>
                    <a:cubicBezTo>
                      <a:pt x="876" y="10281"/>
                      <a:pt x="1759" y="10328"/>
                      <a:pt x="2644" y="10328"/>
                    </a:cubicBezTo>
                    <a:cubicBezTo>
                      <a:pt x="4089" y="10328"/>
                      <a:pt x="5538" y="10203"/>
                      <a:pt x="6968" y="10001"/>
                    </a:cubicBezTo>
                    <a:cubicBezTo>
                      <a:pt x="9299" y="9675"/>
                      <a:pt x="11555" y="9048"/>
                      <a:pt x="13735" y="8221"/>
                    </a:cubicBezTo>
                    <a:cubicBezTo>
                      <a:pt x="14813" y="7770"/>
                      <a:pt x="15890" y="7269"/>
                      <a:pt x="16918" y="6717"/>
                    </a:cubicBezTo>
                    <a:cubicBezTo>
                      <a:pt x="17920" y="6141"/>
                      <a:pt x="18948" y="5539"/>
                      <a:pt x="19875" y="4838"/>
                    </a:cubicBezTo>
                    <a:cubicBezTo>
                      <a:pt x="21755" y="3459"/>
                      <a:pt x="23459" y="1830"/>
                      <a:pt x="248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97"/>
              <p:cNvSpPr/>
              <p:nvPr/>
            </p:nvSpPr>
            <p:spPr>
              <a:xfrm>
                <a:off x="2409925" y="2917325"/>
                <a:ext cx="201775" cy="255675"/>
              </a:xfrm>
              <a:custGeom>
                <a:avLst/>
                <a:gdLst/>
                <a:ahLst/>
                <a:cxnLst/>
                <a:rect l="l" t="t" r="r" b="b"/>
                <a:pathLst>
                  <a:path w="8071" h="10227" extrusionOk="0">
                    <a:moveTo>
                      <a:pt x="3609" y="1"/>
                    </a:moveTo>
                    <a:lnTo>
                      <a:pt x="0" y="1229"/>
                    </a:lnTo>
                    <a:lnTo>
                      <a:pt x="4787" y="10226"/>
                    </a:lnTo>
                    <a:lnTo>
                      <a:pt x="8070" y="7695"/>
                    </a:lnTo>
                    <a:lnTo>
                      <a:pt x="3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97"/>
              <p:cNvSpPr/>
              <p:nvPr/>
            </p:nvSpPr>
            <p:spPr>
              <a:xfrm>
                <a:off x="1970700" y="2659175"/>
                <a:ext cx="74575" cy="393525"/>
              </a:xfrm>
              <a:custGeom>
                <a:avLst/>
                <a:gdLst/>
                <a:ahLst/>
                <a:cxnLst/>
                <a:rect l="l" t="t" r="r" b="b"/>
                <a:pathLst>
                  <a:path w="2983" h="15741" extrusionOk="0">
                    <a:moveTo>
                      <a:pt x="0" y="1"/>
                    </a:moveTo>
                    <a:lnTo>
                      <a:pt x="0" y="1"/>
                    </a:lnTo>
                    <a:cubicBezTo>
                      <a:pt x="276" y="2632"/>
                      <a:pt x="627" y="5264"/>
                      <a:pt x="1053" y="7895"/>
                    </a:cubicBezTo>
                    <a:cubicBezTo>
                      <a:pt x="1454" y="10502"/>
                      <a:pt x="1930" y="13134"/>
                      <a:pt x="2481" y="15740"/>
                    </a:cubicBezTo>
                    <a:lnTo>
                      <a:pt x="2983" y="15615"/>
                    </a:lnTo>
                    <a:cubicBezTo>
                      <a:pt x="2356" y="13033"/>
                      <a:pt x="1805" y="10452"/>
                      <a:pt x="1303" y="7845"/>
                    </a:cubicBezTo>
                    <a:cubicBezTo>
                      <a:pt x="802" y="5239"/>
                      <a:pt x="351" y="263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97"/>
              <p:cNvSpPr/>
              <p:nvPr/>
            </p:nvSpPr>
            <p:spPr>
              <a:xfrm>
                <a:off x="1820950" y="3315200"/>
                <a:ext cx="779475" cy="146600"/>
              </a:xfrm>
              <a:custGeom>
                <a:avLst/>
                <a:gdLst/>
                <a:ahLst/>
                <a:cxnLst/>
                <a:rect l="l" t="t" r="r" b="b"/>
                <a:pathLst>
                  <a:path w="31179" h="5864" extrusionOk="0">
                    <a:moveTo>
                      <a:pt x="30602" y="0"/>
                    </a:moveTo>
                    <a:cubicBezTo>
                      <a:pt x="30602" y="0"/>
                      <a:pt x="27929" y="1533"/>
                      <a:pt x="20391" y="1533"/>
                    </a:cubicBezTo>
                    <a:cubicBezTo>
                      <a:pt x="18989" y="1533"/>
                      <a:pt x="17418" y="1480"/>
                      <a:pt x="15664" y="1354"/>
                    </a:cubicBezTo>
                    <a:cubicBezTo>
                      <a:pt x="15664" y="1354"/>
                      <a:pt x="11059" y="2798"/>
                      <a:pt x="7416" y="2798"/>
                    </a:cubicBezTo>
                    <a:cubicBezTo>
                      <a:pt x="7072" y="2798"/>
                      <a:pt x="6738" y="2785"/>
                      <a:pt x="6416" y="2757"/>
                    </a:cubicBezTo>
                    <a:cubicBezTo>
                      <a:pt x="2657" y="2431"/>
                      <a:pt x="501" y="1905"/>
                      <a:pt x="501" y="1905"/>
                    </a:cubicBezTo>
                    <a:lnTo>
                      <a:pt x="0" y="3334"/>
                    </a:lnTo>
                    <a:cubicBezTo>
                      <a:pt x="0" y="3334"/>
                      <a:pt x="9537" y="5864"/>
                      <a:pt x="19338" y="5864"/>
                    </a:cubicBezTo>
                    <a:cubicBezTo>
                      <a:pt x="23469" y="5864"/>
                      <a:pt x="27648" y="5414"/>
                      <a:pt x="31178" y="4136"/>
                    </a:cubicBezTo>
                    <a:lnTo>
                      <a:pt x="306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97"/>
              <p:cNvSpPr/>
              <p:nvPr/>
            </p:nvSpPr>
            <p:spPr>
              <a:xfrm>
                <a:off x="1903650" y="2201775"/>
                <a:ext cx="307050" cy="254100"/>
              </a:xfrm>
              <a:custGeom>
                <a:avLst/>
                <a:gdLst/>
                <a:ahLst/>
                <a:cxnLst/>
                <a:rect l="l" t="t" r="r" b="b"/>
                <a:pathLst>
                  <a:path w="12282" h="10164" extrusionOk="0">
                    <a:moveTo>
                      <a:pt x="3158" y="1"/>
                    </a:moveTo>
                    <a:lnTo>
                      <a:pt x="0" y="1254"/>
                    </a:lnTo>
                    <a:cubicBezTo>
                      <a:pt x="0" y="1254"/>
                      <a:pt x="2818" y="10163"/>
                      <a:pt x="8302" y="10163"/>
                    </a:cubicBezTo>
                    <a:cubicBezTo>
                      <a:pt x="9501" y="10163"/>
                      <a:pt x="10828" y="9737"/>
                      <a:pt x="12281" y="8698"/>
                    </a:cubicBezTo>
                    <a:cubicBezTo>
                      <a:pt x="12281" y="8698"/>
                      <a:pt x="6517" y="8121"/>
                      <a:pt x="3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97"/>
              <p:cNvSpPr/>
              <p:nvPr/>
            </p:nvSpPr>
            <p:spPr>
              <a:xfrm>
                <a:off x="2210675" y="2220575"/>
                <a:ext cx="198025" cy="238350"/>
              </a:xfrm>
              <a:custGeom>
                <a:avLst/>
                <a:gdLst/>
                <a:ahLst/>
                <a:cxnLst/>
                <a:rect l="l" t="t" r="r" b="b"/>
                <a:pathLst>
                  <a:path w="7921" h="9534" extrusionOk="0">
                    <a:moveTo>
                      <a:pt x="5088" y="1"/>
                    </a:moveTo>
                    <a:cubicBezTo>
                      <a:pt x="4486" y="7520"/>
                      <a:pt x="0" y="7946"/>
                      <a:pt x="0" y="7946"/>
                    </a:cubicBezTo>
                    <a:cubicBezTo>
                      <a:pt x="1275" y="9075"/>
                      <a:pt x="2350" y="9534"/>
                      <a:pt x="3255" y="9534"/>
                    </a:cubicBezTo>
                    <a:cubicBezTo>
                      <a:pt x="7191" y="9534"/>
                      <a:pt x="7920" y="853"/>
                      <a:pt x="7920" y="853"/>
                    </a:cubicBezTo>
                    <a:cubicBezTo>
                      <a:pt x="6166" y="101"/>
                      <a:pt x="5088" y="1"/>
                      <a:pt x="5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97"/>
              <p:cNvSpPr/>
              <p:nvPr/>
            </p:nvSpPr>
            <p:spPr>
              <a:xfrm>
                <a:off x="2650525" y="3751925"/>
                <a:ext cx="146000" cy="97125"/>
              </a:xfrm>
              <a:custGeom>
                <a:avLst/>
                <a:gdLst/>
                <a:ahLst/>
                <a:cxnLst/>
                <a:rect l="l" t="t" r="r" b="b"/>
                <a:pathLst>
                  <a:path w="5840" h="3885" extrusionOk="0">
                    <a:moveTo>
                      <a:pt x="5664" y="0"/>
                    </a:moveTo>
                    <a:lnTo>
                      <a:pt x="0" y="526"/>
                    </a:lnTo>
                    <a:lnTo>
                      <a:pt x="527" y="3885"/>
                    </a:lnTo>
                    <a:lnTo>
                      <a:pt x="5840" y="3885"/>
                    </a:lnTo>
                    <a:lnTo>
                      <a:pt x="56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4" name="Google Shape;4664;p97"/>
            <p:cNvSpPr/>
            <p:nvPr/>
          </p:nvSpPr>
          <p:spPr>
            <a:xfrm rot="637013">
              <a:off x="5834981" y="1125444"/>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97"/>
            <p:cNvSpPr/>
            <p:nvPr/>
          </p:nvSpPr>
          <p:spPr>
            <a:xfrm rot="637013">
              <a:off x="6054431" y="115981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97"/>
            <p:cNvSpPr/>
            <p:nvPr/>
          </p:nvSpPr>
          <p:spPr>
            <a:xfrm rot="637013">
              <a:off x="7413731" y="137490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97"/>
            <p:cNvSpPr/>
            <p:nvPr/>
          </p:nvSpPr>
          <p:spPr>
            <a:xfrm rot="637013">
              <a:off x="7622831" y="131358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8" name="Google Shape;4668;p97"/>
          <p:cNvSpPr txBox="1">
            <a:spLocks noGrp="1"/>
          </p:cNvSpPr>
          <p:nvPr>
            <p:ph type="title"/>
          </p:nvPr>
        </p:nvSpPr>
        <p:spPr>
          <a:xfrm>
            <a:off x="751625" y="2252400"/>
            <a:ext cx="3820500" cy="1402500"/>
          </a:xfrm>
          <a:prstGeom prst="rect">
            <a:avLst/>
          </a:prstGeom>
        </p:spPr>
        <p:txBody>
          <a:bodyPr spcFirstLastPara="1" wrap="square" lIns="91425" tIns="91425" rIns="91425" bIns="91425" anchor="ctr" anchorCtr="0">
            <a:noAutofit/>
          </a:bodyPr>
          <a:lstStyle/>
          <a:p>
            <a:pPr lvl="0"/>
            <a:r>
              <a:rPr lang="en-US" b="1" dirty="0"/>
              <a:t>Challenges and Solutions</a:t>
            </a:r>
            <a:endParaRPr b="1" dirty="0"/>
          </a:p>
        </p:txBody>
      </p:sp>
      <p:sp>
        <p:nvSpPr>
          <p:cNvPr id="4670" name="Google Shape;4670;p97"/>
          <p:cNvSpPr txBox="1">
            <a:spLocks noGrp="1"/>
          </p:cNvSpPr>
          <p:nvPr>
            <p:ph type="title" idx="2"/>
          </p:nvPr>
        </p:nvSpPr>
        <p:spPr>
          <a:xfrm>
            <a:off x="751500" y="694300"/>
            <a:ext cx="2241600" cy="1402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pic>
        <p:nvPicPr>
          <p:cNvPr id="5" name="Picture 4" descr="Casual woman with hand on hip">
            <a:extLst>
              <a:ext uri="{FF2B5EF4-FFF2-40B4-BE49-F238E27FC236}">
                <a16:creationId xmlns:a16="http://schemas.microsoft.com/office/drawing/2014/main" id="{6488D745-6AD5-26C3-7080-60FFFE3199F1}"/>
              </a:ext>
            </a:extLst>
          </p:cNvPr>
          <p:cNvPicPr>
            <a:picLocks noChangeAspect="1"/>
          </p:cNvPicPr>
          <p:nvPr/>
        </p:nvPicPr>
        <p:blipFill>
          <a:blip r:embed="rId3"/>
          <a:stretch>
            <a:fillRect/>
          </a:stretch>
        </p:blipFill>
        <p:spPr>
          <a:xfrm>
            <a:off x="11472620" y="-2155371"/>
            <a:ext cx="1407340" cy="234003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73">
          <a:extLst>
            <a:ext uri="{FF2B5EF4-FFF2-40B4-BE49-F238E27FC236}">
              <a16:creationId xmlns:a16="http://schemas.microsoft.com/office/drawing/2014/main" id="{09DDC314-115F-3104-6FF2-FB2485C1BE7C}"/>
            </a:ext>
          </a:extLst>
        </p:cNvPr>
        <p:cNvGrpSpPr/>
        <p:nvPr/>
      </p:nvGrpSpPr>
      <p:grpSpPr>
        <a:xfrm>
          <a:off x="0" y="0"/>
          <a:ext cx="0" cy="0"/>
          <a:chOff x="0" y="0"/>
          <a:chExt cx="0" cy="0"/>
        </a:xfrm>
      </p:grpSpPr>
      <p:sp>
        <p:nvSpPr>
          <p:cNvPr id="4874" name="Google Shape;4874;p105">
            <a:extLst>
              <a:ext uri="{FF2B5EF4-FFF2-40B4-BE49-F238E27FC236}">
                <a16:creationId xmlns:a16="http://schemas.microsoft.com/office/drawing/2014/main" id="{A985EAEE-1438-A7E2-C511-7362AA891551}"/>
              </a:ext>
            </a:extLst>
          </p:cNvPr>
          <p:cNvSpPr txBox="1">
            <a:spLocks noGrp="1"/>
          </p:cNvSpPr>
          <p:nvPr>
            <p:ph type="title"/>
          </p:nvPr>
        </p:nvSpPr>
        <p:spPr>
          <a:xfrm>
            <a:off x="659378" y="165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Challenges and Solutions</a:t>
            </a:r>
            <a:endParaRPr b="1" dirty="0"/>
          </a:p>
        </p:txBody>
      </p:sp>
      <p:graphicFrame>
        <p:nvGraphicFramePr>
          <p:cNvPr id="2" name="Table 1">
            <a:extLst>
              <a:ext uri="{FF2B5EF4-FFF2-40B4-BE49-F238E27FC236}">
                <a16:creationId xmlns:a16="http://schemas.microsoft.com/office/drawing/2014/main" id="{E8D230A8-D2F8-09FF-E78C-254B59FD2664}"/>
              </a:ext>
            </a:extLst>
          </p:cNvPr>
          <p:cNvGraphicFramePr>
            <a:graphicFrameLocks noGrp="1"/>
          </p:cNvGraphicFramePr>
          <p:nvPr>
            <p:extLst>
              <p:ext uri="{D42A27DB-BD31-4B8C-83A1-F6EECF244321}">
                <p14:modId xmlns:p14="http://schemas.microsoft.com/office/powerpoint/2010/main" val="4183540934"/>
              </p:ext>
            </p:extLst>
          </p:nvPr>
        </p:nvGraphicFramePr>
        <p:xfrm>
          <a:off x="1109965" y="1001037"/>
          <a:ext cx="6924070" cy="3347890"/>
        </p:xfrm>
        <a:graphic>
          <a:graphicData uri="http://schemas.openxmlformats.org/drawingml/2006/table">
            <a:tbl>
              <a:tblPr/>
              <a:tblGrid>
                <a:gridCol w="3462035">
                  <a:extLst>
                    <a:ext uri="{9D8B030D-6E8A-4147-A177-3AD203B41FA5}">
                      <a16:colId xmlns:a16="http://schemas.microsoft.com/office/drawing/2014/main" val="4164430589"/>
                    </a:ext>
                  </a:extLst>
                </a:gridCol>
                <a:gridCol w="3462035">
                  <a:extLst>
                    <a:ext uri="{9D8B030D-6E8A-4147-A177-3AD203B41FA5}">
                      <a16:colId xmlns:a16="http://schemas.microsoft.com/office/drawing/2014/main" val="1363545880"/>
                    </a:ext>
                  </a:extLst>
                </a:gridCol>
              </a:tblGrid>
              <a:tr h="273431">
                <a:tc>
                  <a:txBody>
                    <a:bodyPr/>
                    <a:lstStyle/>
                    <a:p>
                      <a:pPr>
                        <a:buNone/>
                      </a:pPr>
                      <a:r>
                        <a:rPr lang="en-US" sz="1300" dirty="0">
                          <a:solidFill>
                            <a:schemeClr val="bg1"/>
                          </a:solidFill>
                        </a:rPr>
                        <a:t>Challenge</a:t>
                      </a:r>
                    </a:p>
                  </a:txBody>
                  <a:tcPr marL="82029" marR="82029" marT="41015" marB="41015" anchor="ctr">
                    <a:lnL>
                      <a:noFill/>
                    </a:lnL>
                    <a:lnR>
                      <a:noFill/>
                    </a:lnR>
                    <a:lnT>
                      <a:noFill/>
                    </a:lnT>
                    <a:lnB>
                      <a:noFill/>
                    </a:lnB>
                    <a:solidFill>
                      <a:srgbClr val="351C75"/>
                    </a:solidFill>
                  </a:tcPr>
                </a:tc>
                <a:tc>
                  <a:txBody>
                    <a:bodyPr/>
                    <a:lstStyle/>
                    <a:p>
                      <a:pPr>
                        <a:buNone/>
                      </a:pPr>
                      <a:r>
                        <a:rPr lang="en-US" sz="1300" dirty="0">
                          <a:solidFill>
                            <a:schemeClr val="bg1"/>
                          </a:solidFill>
                        </a:rPr>
                        <a:t>Solution</a:t>
                      </a:r>
                    </a:p>
                  </a:txBody>
                  <a:tcPr marL="82029" marR="82029" marT="41015" marB="41015" anchor="ctr">
                    <a:lnL>
                      <a:noFill/>
                    </a:lnL>
                    <a:lnR>
                      <a:noFill/>
                    </a:lnR>
                    <a:lnT>
                      <a:noFill/>
                    </a:lnT>
                    <a:lnB>
                      <a:noFill/>
                    </a:lnB>
                    <a:solidFill>
                      <a:srgbClr val="351C75"/>
                    </a:solidFill>
                  </a:tcPr>
                </a:tc>
                <a:extLst>
                  <a:ext uri="{0D108BD9-81ED-4DB2-BD59-A6C34878D82A}">
                    <a16:rowId xmlns:a16="http://schemas.microsoft.com/office/drawing/2014/main" val="2778660572"/>
                  </a:ext>
                </a:extLst>
              </a:tr>
              <a:tr h="273431">
                <a:tc>
                  <a:txBody>
                    <a:bodyPr/>
                    <a:lstStyle/>
                    <a:p>
                      <a:pPr>
                        <a:buNone/>
                      </a:pPr>
                      <a:r>
                        <a:rPr lang="en-US" sz="1300" dirty="0">
                          <a:solidFill>
                            <a:schemeClr val="bg1"/>
                          </a:solidFill>
                        </a:rPr>
                        <a:t>Limited knowledge of economic indicators</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Researched indicators using online resources</a:t>
                      </a:r>
                    </a:p>
                  </a:txBody>
                  <a:tcPr marL="82029" marR="82029" marT="41015" marB="41015" anchor="ctr">
                    <a:lnL>
                      <a:noFill/>
                    </a:lnL>
                    <a:lnR>
                      <a:noFill/>
                    </a:lnR>
                    <a:lnT>
                      <a:noFill/>
                    </a:lnT>
                    <a:lnB>
                      <a:noFill/>
                    </a:lnB>
                    <a:noFill/>
                  </a:tcPr>
                </a:tc>
                <a:extLst>
                  <a:ext uri="{0D108BD9-81ED-4DB2-BD59-A6C34878D82A}">
                    <a16:rowId xmlns:a16="http://schemas.microsoft.com/office/drawing/2014/main" val="518837516"/>
                  </a:ext>
                </a:extLst>
              </a:tr>
              <a:tr h="273431">
                <a:tc>
                  <a:txBody>
                    <a:bodyPr/>
                    <a:lstStyle/>
                    <a:p>
                      <a:pPr>
                        <a:buNone/>
                      </a:pPr>
                      <a:r>
                        <a:rPr lang="en-US" sz="1300" dirty="0">
                          <a:solidFill>
                            <a:schemeClr val="bg1"/>
                          </a:solidFill>
                        </a:rPr>
                        <a:t>Dataset too small and some indicators difficult to find. </a:t>
                      </a:r>
                    </a:p>
                  </a:txBody>
                  <a:tcPr marL="82029" marR="82029" marT="41015" marB="4101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chemeClr val="bg1"/>
                          </a:solidFill>
                        </a:rPr>
                        <a:t>Extended data from </a:t>
                      </a:r>
                      <a:r>
                        <a:rPr lang="en-US" sz="1300" b="1" dirty="0">
                          <a:solidFill>
                            <a:schemeClr val="bg1"/>
                          </a:solidFill>
                        </a:rPr>
                        <a:t>2009–2025</a:t>
                      </a:r>
                      <a:r>
                        <a:rPr lang="en-US" sz="1300" dirty="0">
                          <a:solidFill>
                            <a:schemeClr val="bg1"/>
                          </a:solidFill>
                        </a:rPr>
                        <a:t> to </a:t>
                      </a:r>
                      <a:r>
                        <a:rPr lang="en-US" sz="1300" b="1" dirty="0">
                          <a:solidFill>
                            <a:schemeClr val="bg1"/>
                          </a:solidFill>
                        </a:rPr>
                        <a:t>1995–2025. </a:t>
                      </a:r>
                      <a:r>
                        <a:rPr lang="en-US" sz="1300" dirty="0">
                          <a:solidFill>
                            <a:schemeClr val="bg1"/>
                          </a:solidFill>
                        </a:rPr>
                        <a:t>Used additional sources like Eurostat and Federal Reserve Economic Data</a:t>
                      </a:r>
                    </a:p>
                    <a:p>
                      <a:pPr>
                        <a:buNone/>
                      </a:pPr>
                      <a:endParaRPr lang="en-US" sz="1300" dirty="0">
                        <a:solidFill>
                          <a:schemeClr val="bg1"/>
                        </a:solidFill>
                      </a:endParaRPr>
                    </a:p>
                  </a:txBody>
                  <a:tcPr marL="82029" marR="82029" marT="41015" marB="41015" anchor="ctr">
                    <a:lnL>
                      <a:noFill/>
                    </a:lnL>
                    <a:lnR>
                      <a:noFill/>
                    </a:lnR>
                    <a:lnT>
                      <a:noFill/>
                    </a:lnT>
                    <a:lnB>
                      <a:noFill/>
                    </a:lnB>
                    <a:noFill/>
                  </a:tcPr>
                </a:tc>
                <a:extLst>
                  <a:ext uri="{0D108BD9-81ED-4DB2-BD59-A6C34878D82A}">
                    <a16:rowId xmlns:a16="http://schemas.microsoft.com/office/drawing/2014/main" val="2001195457"/>
                  </a:ext>
                </a:extLst>
              </a:tr>
              <a:tr h="464833">
                <a:tc>
                  <a:txBody>
                    <a:bodyPr/>
                    <a:lstStyle/>
                    <a:p>
                      <a:pPr>
                        <a:buNone/>
                      </a:pPr>
                      <a:r>
                        <a:rPr lang="en-US" sz="1300">
                          <a:solidFill>
                            <a:schemeClr val="bg1"/>
                          </a:solidFill>
                        </a:rPr>
                        <a:t>ODBC setup difficulties</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Tested different ODBC driver versions until one worked</a:t>
                      </a:r>
                    </a:p>
                  </a:txBody>
                  <a:tcPr marL="82029" marR="82029" marT="41015" marB="41015" anchor="ctr">
                    <a:lnL>
                      <a:noFill/>
                    </a:lnL>
                    <a:lnR>
                      <a:noFill/>
                    </a:lnR>
                    <a:lnT>
                      <a:noFill/>
                    </a:lnT>
                    <a:lnB>
                      <a:noFill/>
                    </a:lnB>
                    <a:noFill/>
                  </a:tcPr>
                </a:tc>
                <a:extLst>
                  <a:ext uri="{0D108BD9-81ED-4DB2-BD59-A6C34878D82A}">
                    <a16:rowId xmlns:a16="http://schemas.microsoft.com/office/drawing/2014/main" val="3197506315"/>
                  </a:ext>
                </a:extLst>
              </a:tr>
              <a:tr h="273431">
                <a:tc>
                  <a:txBody>
                    <a:bodyPr/>
                    <a:lstStyle/>
                    <a:p>
                      <a:pPr>
                        <a:buNone/>
                      </a:pPr>
                      <a:r>
                        <a:rPr lang="en-US" sz="1300">
                          <a:solidFill>
                            <a:schemeClr val="bg1"/>
                          </a:solidFill>
                        </a:rPr>
                        <a:t>No Finland shape map in Power BI</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Modified a map using </a:t>
                      </a:r>
                      <a:r>
                        <a:rPr lang="en-US" sz="1300" dirty="0" err="1">
                          <a:solidFill>
                            <a:schemeClr val="bg1"/>
                          </a:solidFill>
                        </a:rPr>
                        <a:t>Mapshaper</a:t>
                      </a:r>
                      <a:endParaRPr lang="en-US" sz="1300" dirty="0">
                        <a:solidFill>
                          <a:schemeClr val="bg1"/>
                        </a:solidFill>
                      </a:endParaRPr>
                    </a:p>
                  </a:txBody>
                  <a:tcPr marL="82029" marR="82029" marT="41015" marB="41015" anchor="ctr">
                    <a:lnL>
                      <a:noFill/>
                    </a:lnL>
                    <a:lnR>
                      <a:noFill/>
                    </a:lnR>
                    <a:lnT>
                      <a:noFill/>
                    </a:lnT>
                    <a:lnB>
                      <a:noFill/>
                    </a:lnB>
                    <a:noFill/>
                  </a:tcPr>
                </a:tc>
                <a:extLst>
                  <a:ext uri="{0D108BD9-81ED-4DB2-BD59-A6C34878D82A}">
                    <a16:rowId xmlns:a16="http://schemas.microsoft.com/office/drawing/2014/main" val="3291844892"/>
                  </a:ext>
                </a:extLst>
              </a:tr>
              <a:tr h="464833">
                <a:tc>
                  <a:txBody>
                    <a:bodyPr/>
                    <a:lstStyle/>
                    <a:p>
                      <a:pPr>
                        <a:buNone/>
                      </a:pPr>
                      <a:r>
                        <a:rPr lang="en-US" sz="1300">
                          <a:solidFill>
                            <a:schemeClr val="bg1"/>
                          </a:solidFill>
                        </a:rPr>
                        <a:t>Power BI learning curve</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Improved through practice and experimentation</a:t>
                      </a:r>
                    </a:p>
                  </a:txBody>
                  <a:tcPr marL="82029" marR="82029" marT="41015" marB="41015" anchor="ctr">
                    <a:lnL>
                      <a:noFill/>
                    </a:lnL>
                    <a:lnR>
                      <a:noFill/>
                    </a:lnR>
                    <a:lnT>
                      <a:noFill/>
                    </a:lnT>
                    <a:lnB>
                      <a:noFill/>
                    </a:lnB>
                    <a:noFill/>
                  </a:tcPr>
                </a:tc>
                <a:extLst>
                  <a:ext uri="{0D108BD9-81ED-4DB2-BD59-A6C34878D82A}">
                    <a16:rowId xmlns:a16="http://schemas.microsoft.com/office/drawing/2014/main" val="2144871933"/>
                  </a:ext>
                </a:extLst>
              </a:tr>
              <a:tr h="464833">
                <a:tc>
                  <a:txBody>
                    <a:bodyPr/>
                    <a:lstStyle/>
                    <a:p>
                      <a:pPr>
                        <a:buNone/>
                      </a:pPr>
                      <a:r>
                        <a:rPr lang="en-US" sz="1300">
                          <a:solidFill>
                            <a:schemeClr val="bg1"/>
                          </a:solidFill>
                        </a:rPr>
                        <a:t>Code sensitivity</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Created daily backups to restore stable versions</a:t>
                      </a:r>
                    </a:p>
                  </a:txBody>
                  <a:tcPr marL="82029" marR="82029" marT="41015" marB="41015" anchor="ctr">
                    <a:lnL>
                      <a:noFill/>
                    </a:lnL>
                    <a:lnR>
                      <a:noFill/>
                    </a:lnR>
                    <a:lnT>
                      <a:noFill/>
                    </a:lnT>
                    <a:lnB>
                      <a:noFill/>
                    </a:lnB>
                    <a:noFill/>
                  </a:tcPr>
                </a:tc>
                <a:extLst>
                  <a:ext uri="{0D108BD9-81ED-4DB2-BD59-A6C34878D82A}">
                    <a16:rowId xmlns:a16="http://schemas.microsoft.com/office/drawing/2014/main" val="394424495"/>
                  </a:ext>
                </a:extLst>
              </a:tr>
            </a:tbl>
          </a:graphicData>
        </a:graphic>
      </p:graphicFrame>
      <p:pic>
        <p:nvPicPr>
          <p:cNvPr id="4" name="Picture 3">
            <a:extLst>
              <a:ext uri="{FF2B5EF4-FFF2-40B4-BE49-F238E27FC236}">
                <a16:creationId xmlns:a16="http://schemas.microsoft.com/office/drawing/2014/main" id="{E4FC9F24-313B-2BCA-7DF8-1267BDE68FD6}"/>
              </a:ext>
            </a:extLst>
          </p:cNvPr>
          <p:cNvPicPr>
            <a:picLocks noChangeAspect="1"/>
          </p:cNvPicPr>
          <p:nvPr/>
        </p:nvPicPr>
        <p:blipFill>
          <a:blip r:embed="rId3"/>
          <a:stretch>
            <a:fillRect/>
          </a:stretch>
        </p:blipFill>
        <p:spPr>
          <a:xfrm>
            <a:off x="120432" y="165100"/>
            <a:ext cx="8903136" cy="4566418"/>
          </a:xfrm>
          <a:prstGeom prst="rect">
            <a:avLst/>
          </a:prstGeom>
        </p:spPr>
      </p:pic>
    </p:spTree>
    <p:extLst>
      <p:ext uri="{BB962C8B-B14F-4D97-AF65-F5344CB8AC3E}">
        <p14:creationId xmlns:p14="http://schemas.microsoft.com/office/powerpoint/2010/main" val="15964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38"/>
        <p:cNvGrpSpPr/>
        <p:nvPr/>
      </p:nvGrpSpPr>
      <p:grpSpPr>
        <a:xfrm>
          <a:off x="0" y="0"/>
          <a:ext cx="0" cy="0"/>
          <a:chOff x="0" y="0"/>
          <a:chExt cx="0" cy="0"/>
        </a:xfrm>
      </p:grpSpPr>
      <p:grpSp>
        <p:nvGrpSpPr>
          <p:cNvPr id="4039" name="Google Shape;4039;p78"/>
          <p:cNvGrpSpPr/>
          <p:nvPr/>
        </p:nvGrpSpPr>
        <p:grpSpPr>
          <a:xfrm>
            <a:off x="782527" y="1109371"/>
            <a:ext cx="1758743" cy="5349315"/>
            <a:chOff x="782527" y="1109371"/>
            <a:chExt cx="1758743" cy="5349315"/>
          </a:xfrm>
        </p:grpSpPr>
        <p:grpSp>
          <p:nvGrpSpPr>
            <p:cNvPr id="4040" name="Google Shape;4040;p78"/>
            <p:cNvGrpSpPr/>
            <p:nvPr/>
          </p:nvGrpSpPr>
          <p:grpSpPr>
            <a:xfrm>
              <a:off x="782527" y="1109371"/>
              <a:ext cx="1758743" cy="5349315"/>
              <a:chOff x="5371425" y="2196850"/>
              <a:chExt cx="416300" cy="1266200"/>
            </a:xfrm>
          </p:grpSpPr>
          <p:sp>
            <p:nvSpPr>
              <p:cNvPr id="4041" name="Google Shape;4041;p78"/>
              <p:cNvSpPr/>
              <p:nvPr/>
            </p:nvSpPr>
            <p:spPr>
              <a:xfrm>
                <a:off x="5682600" y="2959600"/>
                <a:ext cx="68250" cy="134700"/>
              </a:xfrm>
              <a:custGeom>
                <a:avLst/>
                <a:gdLst/>
                <a:ahLst/>
                <a:cxnLst/>
                <a:rect l="l" t="t" r="r" b="b"/>
                <a:pathLst>
                  <a:path w="2730" h="5388" extrusionOk="0">
                    <a:moveTo>
                      <a:pt x="978" y="0"/>
                    </a:moveTo>
                    <a:cubicBezTo>
                      <a:pt x="978" y="0"/>
                      <a:pt x="0" y="4371"/>
                      <a:pt x="166" y="4813"/>
                    </a:cubicBezTo>
                    <a:cubicBezTo>
                      <a:pt x="332" y="5256"/>
                      <a:pt x="627" y="5311"/>
                      <a:pt x="627" y="5311"/>
                    </a:cubicBezTo>
                    <a:cubicBezTo>
                      <a:pt x="750" y="5364"/>
                      <a:pt x="862" y="5387"/>
                      <a:pt x="963" y="5387"/>
                    </a:cubicBezTo>
                    <a:cubicBezTo>
                      <a:pt x="1970" y="5387"/>
                      <a:pt x="1955" y="3043"/>
                      <a:pt x="1955" y="3043"/>
                    </a:cubicBezTo>
                    <a:cubicBezTo>
                      <a:pt x="2729" y="2601"/>
                      <a:pt x="2195" y="185"/>
                      <a:pt x="2195" y="185"/>
                    </a:cubicBezTo>
                    <a:lnTo>
                      <a:pt x="978" y="0"/>
                    </a:ln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78"/>
              <p:cNvSpPr/>
              <p:nvPr/>
            </p:nvSpPr>
            <p:spPr>
              <a:xfrm>
                <a:off x="5401850" y="2790875"/>
                <a:ext cx="318575" cy="672175"/>
              </a:xfrm>
              <a:custGeom>
                <a:avLst/>
                <a:gdLst/>
                <a:ahLst/>
                <a:cxnLst/>
                <a:rect l="l" t="t" r="r" b="b"/>
                <a:pathLst>
                  <a:path w="12743" h="26887" extrusionOk="0">
                    <a:moveTo>
                      <a:pt x="11138" y="0"/>
                    </a:moveTo>
                    <a:lnTo>
                      <a:pt x="2084" y="756"/>
                    </a:lnTo>
                    <a:cubicBezTo>
                      <a:pt x="2084" y="756"/>
                      <a:pt x="0" y="5809"/>
                      <a:pt x="553" y="10972"/>
                    </a:cubicBezTo>
                    <a:cubicBezTo>
                      <a:pt x="1107" y="16154"/>
                      <a:pt x="2729" y="26886"/>
                      <a:pt x="2729" y="26886"/>
                    </a:cubicBezTo>
                    <a:lnTo>
                      <a:pt x="11064" y="26886"/>
                    </a:lnTo>
                    <a:cubicBezTo>
                      <a:pt x="11064" y="26886"/>
                      <a:pt x="12742" y="11138"/>
                      <a:pt x="12152" y="7100"/>
                    </a:cubicBezTo>
                    <a:cubicBezTo>
                      <a:pt x="11544" y="3061"/>
                      <a:pt x="11138" y="0"/>
                      <a:pt x="11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78"/>
              <p:cNvSpPr/>
              <p:nvPr/>
            </p:nvSpPr>
            <p:spPr>
              <a:xfrm>
                <a:off x="5589475" y="2968350"/>
                <a:ext cx="34125" cy="494700"/>
              </a:xfrm>
              <a:custGeom>
                <a:avLst/>
                <a:gdLst/>
                <a:ahLst/>
                <a:cxnLst/>
                <a:rect l="l" t="t" r="r" b="b"/>
                <a:pathLst>
                  <a:path w="1365" h="19788" extrusionOk="0">
                    <a:moveTo>
                      <a:pt x="1365" y="1"/>
                    </a:moveTo>
                    <a:lnTo>
                      <a:pt x="19" y="1642"/>
                    </a:lnTo>
                    <a:cubicBezTo>
                      <a:pt x="0" y="1642"/>
                      <a:pt x="37" y="19787"/>
                      <a:pt x="37" y="19787"/>
                    </a:cubicBezTo>
                    <a:lnTo>
                      <a:pt x="351" y="19787"/>
                    </a:lnTo>
                    <a:cubicBezTo>
                      <a:pt x="350" y="19769"/>
                      <a:pt x="39" y="1713"/>
                      <a:pt x="37" y="1660"/>
                    </a:cubicBezTo>
                    <a:lnTo>
                      <a:pt x="37" y="1660"/>
                    </a:lnTo>
                    <a:lnTo>
                      <a:pt x="1365" y="1"/>
                    </a:lnTo>
                    <a:close/>
                    <a:moveTo>
                      <a:pt x="351" y="19787"/>
                    </a:moveTo>
                    <a:cubicBezTo>
                      <a:pt x="351" y="19787"/>
                      <a:pt x="351" y="19787"/>
                      <a:pt x="351" y="19787"/>
                    </a:cubicBezTo>
                    <a:cubicBezTo>
                      <a:pt x="351" y="19787"/>
                      <a:pt x="351" y="19787"/>
                      <a:pt x="351" y="19787"/>
                    </a:cubicBezTo>
                    <a:close/>
                  </a:path>
                </a:pathLst>
              </a:custGeom>
              <a:solidFill>
                <a:srgbClr val="57A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78"/>
              <p:cNvSpPr/>
              <p:nvPr/>
            </p:nvSpPr>
            <p:spPr>
              <a:xfrm>
                <a:off x="5449325" y="2809775"/>
                <a:ext cx="46575" cy="653275"/>
              </a:xfrm>
              <a:custGeom>
                <a:avLst/>
                <a:gdLst/>
                <a:ahLst/>
                <a:cxnLst/>
                <a:rect l="l" t="t" r="r" b="b"/>
                <a:pathLst>
                  <a:path w="1863" h="26131" fill="none" extrusionOk="0">
                    <a:moveTo>
                      <a:pt x="1549" y="0"/>
                    </a:moveTo>
                    <a:cubicBezTo>
                      <a:pt x="1291" y="609"/>
                      <a:pt x="1" y="4168"/>
                      <a:pt x="1" y="8981"/>
                    </a:cubicBezTo>
                    <a:cubicBezTo>
                      <a:pt x="1" y="13794"/>
                      <a:pt x="1863" y="26130"/>
                      <a:pt x="1863" y="26130"/>
                    </a:cubicBezTo>
                  </a:path>
                </a:pathLst>
              </a:custGeom>
              <a:noFill/>
              <a:ln w="4150" cap="flat" cmpd="sng">
                <a:solidFill>
                  <a:srgbClr val="57A7C8"/>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78"/>
              <p:cNvSpPr/>
              <p:nvPr/>
            </p:nvSpPr>
            <p:spPr>
              <a:xfrm>
                <a:off x="5466375" y="2809775"/>
                <a:ext cx="77950" cy="79775"/>
              </a:xfrm>
              <a:custGeom>
                <a:avLst/>
                <a:gdLst/>
                <a:ahLst/>
                <a:cxnLst/>
                <a:rect l="l" t="t" r="r" b="b"/>
                <a:pathLst>
                  <a:path w="3118" h="3191" fill="none" extrusionOk="0">
                    <a:moveTo>
                      <a:pt x="1" y="2896"/>
                    </a:moveTo>
                    <a:cubicBezTo>
                      <a:pt x="1" y="2896"/>
                      <a:pt x="2712" y="3191"/>
                      <a:pt x="3117" y="0"/>
                    </a:cubicBezTo>
                  </a:path>
                </a:pathLst>
              </a:custGeom>
              <a:noFill/>
              <a:ln w="4150" cap="flat" cmpd="sng">
                <a:solidFill>
                  <a:srgbClr val="57A7C8"/>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78"/>
              <p:cNvSpPr/>
              <p:nvPr/>
            </p:nvSpPr>
            <p:spPr>
              <a:xfrm>
                <a:off x="5400925" y="2270400"/>
                <a:ext cx="268325" cy="247575"/>
              </a:xfrm>
              <a:custGeom>
                <a:avLst/>
                <a:gdLst/>
                <a:ahLst/>
                <a:cxnLst/>
                <a:rect l="l" t="t" r="r" b="b"/>
                <a:pathLst>
                  <a:path w="10733" h="9903" extrusionOk="0">
                    <a:moveTo>
                      <a:pt x="7229" y="0"/>
                    </a:moveTo>
                    <a:cubicBezTo>
                      <a:pt x="5846" y="1383"/>
                      <a:pt x="2287" y="1623"/>
                      <a:pt x="2287" y="1623"/>
                    </a:cubicBezTo>
                    <a:cubicBezTo>
                      <a:pt x="2287" y="1623"/>
                      <a:pt x="1236" y="3633"/>
                      <a:pt x="701" y="5975"/>
                    </a:cubicBezTo>
                    <a:cubicBezTo>
                      <a:pt x="0" y="8999"/>
                      <a:pt x="2932" y="9903"/>
                      <a:pt x="2932" y="9903"/>
                    </a:cubicBezTo>
                    <a:lnTo>
                      <a:pt x="10733" y="9903"/>
                    </a:lnTo>
                    <a:cubicBezTo>
                      <a:pt x="9792" y="6233"/>
                      <a:pt x="10345" y="1642"/>
                      <a:pt x="10345" y="1642"/>
                    </a:cubicBezTo>
                    <a:lnTo>
                      <a:pt x="7229" y="0"/>
                    </a:ln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78"/>
              <p:cNvSpPr/>
              <p:nvPr/>
            </p:nvSpPr>
            <p:spPr>
              <a:xfrm>
                <a:off x="5492650" y="2394875"/>
                <a:ext cx="128200" cy="145750"/>
              </a:xfrm>
              <a:custGeom>
                <a:avLst/>
                <a:gdLst/>
                <a:ahLst/>
                <a:cxnLst/>
                <a:rect l="l" t="t" r="r" b="b"/>
                <a:pathLst>
                  <a:path w="5128" h="5830" extrusionOk="0">
                    <a:moveTo>
                      <a:pt x="536" y="0"/>
                    </a:moveTo>
                    <a:lnTo>
                      <a:pt x="1" y="3651"/>
                    </a:lnTo>
                    <a:cubicBezTo>
                      <a:pt x="1" y="3651"/>
                      <a:pt x="483" y="5829"/>
                      <a:pt x="2694" y="5829"/>
                    </a:cubicBezTo>
                    <a:cubicBezTo>
                      <a:pt x="2730" y="5829"/>
                      <a:pt x="2767" y="5829"/>
                      <a:pt x="2804" y="5827"/>
                    </a:cubicBezTo>
                    <a:cubicBezTo>
                      <a:pt x="5127" y="5772"/>
                      <a:pt x="4758" y="3688"/>
                      <a:pt x="4758" y="3688"/>
                    </a:cubicBezTo>
                    <a:lnTo>
                      <a:pt x="3984" y="1217"/>
                    </a:lnTo>
                    <a:lnTo>
                      <a:pt x="536"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78"/>
              <p:cNvSpPr/>
              <p:nvPr/>
            </p:nvSpPr>
            <p:spPr>
              <a:xfrm>
                <a:off x="5502800" y="2394875"/>
                <a:ext cx="95450" cy="67325"/>
              </a:xfrm>
              <a:custGeom>
                <a:avLst/>
                <a:gdLst/>
                <a:ahLst/>
                <a:cxnLst/>
                <a:rect l="l" t="t" r="r" b="b"/>
                <a:pathLst>
                  <a:path w="3818" h="2693" extrusionOk="0">
                    <a:moveTo>
                      <a:pt x="130" y="0"/>
                    </a:moveTo>
                    <a:lnTo>
                      <a:pt x="1" y="885"/>
                    </a:lnTo>
                    <a:cubicBezTo>
                      <a:pt x="351" y="1734"/>
                      <a:pt x="996" y="2693"/>
                      <a:pt x="2656" y="2693"/>
                    </a:cubicBezTo>
                    <a:cubicBezTo>
                      <a:pt x="3301" y="2693"/>
                      <a:pt x="3615" y="2434"/>
                      <a:pt x="3818" y="2010"/>
                    </a:cubicBezTo>
                    <a:lnTo>
                      <a:pt x="3578" y="1217"/>
                    </a:lnTo>
                    <a:lnTo>
                      <a:pt x="130"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78"/>
              <p:cNvSpPr/>
              <p:nvPr/>
            </p:nvSpPr>
            <p:spPr>
              <a:xfrm>
                <a:off x="5459575" y="2220125"/>
                <a:ext cx="205975" cy="218550"/>
              </a:xfrm>
              <a:custGeom>
                <a:avLst/>
                <a:gdLst/>
                <a:ahLst/>
                <a:cxnLst/>
                <a:rect l="l" t="t" r="r" b="b"/>
                <a:pathLst>
                  <a:path w="8239" h="8742" extrusionOk="0">
                    <a:moveTo>
                      <a:pt x="4390" y="0"/>
                    </a:moveTo>
                    <a:cubicBezTo>
                      <a:pt x="3155" y="0"/>
                      <a:pt x="1991" y="773"/>
                      <a:pt x="1803" y="3118"/>
                    </a:cubicBezTo>
                    <a:cubicBezTo>
                      <a:pt x="1803" y="3118"/>
                      <a:pt x="1568" y="2782"/>
                      <a:pt x="1150" y="2782"/>
                    </a:cubicBezTo>
                    <a:cubicBezTo>
                      <a:pt x="1032" y="2782"/>
                      <a:pt x="899" y="2809"/>
                      <a:pt x="752" y="2878"/>
                    </a:cubicBezTo>
                    <a:cubicBezTo>
                      <a:pt x="104" y="3184"/>
                      <a:pt x="1" y="6074"/>
                      <a:pt x="1197" y="6074"/>
                    </a:cubicBezTo>
                    <a:cubicBezTo>
                      <a:pt x="1226" y="6074"/>
                      <a:pt x="1256" y="6072"/>
                      <a:pt x="1287" y="6068"/>
                    </a:cubicBezTo>
                    <a:cubicBezTo>
                      <a:pt x="1287" y="6068"/>
                      <a:pt x="1527" y="8263"/>
                      <a:pt x="3389" y="8650"/>
                    </a:cubicBezTo>
                    <a:cubicBezTo>
                      <a:pt x="3686" y="8712"/>
                      <a:pt x="3953" y="8741"/>
                      <a:pt x="4196" y="8741"/>
                    </a:cubicBezTo>
                    <a:cubicBezTo>
                      <a:pt x="5476" y="8741"/>
                      <a:pt x="6070" y="7923"/>
                      <a:pt x="6690" y="6714"/>
                    </a:cubicBezTo>
                    <a:cubicBezTo>
                      <a:pt x="7409" y="5294"/>
                      <a:pt x="8239" y="1919"/>
                      <a:pt x="6690" y="794"/>
                    </a:cubicBezTo>
                    <a:cubicBezTo>
                      <a:pt x="6070" y="344"/>
                      <a:pt x="5214" y="0"/>
                      <a:pt x="4390"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78"/>
              <p:cNvSpPr/>
              <p:nvPr/>
            </p:nvSpPr>
            <p:spPr>
              <a:xfrm>
                <a:off x="5568725" y="2354300"/>
                <a:ext cx="19275" cy="29800"/>
              </a:xfrm>
              <a:custGeom>
                <a:avLst/>
                <a:gdLst/>
                <a:ahLst/>
                <a:cxnLst/>
                <a:rect l="l" t="t" r="r" b="b"/>
                <a:pathLst>
                  <a:path w="771" h="1192" extrusionOk="0">
                    <a:moveTo>
                      <a:pt x="535" y="1"/>
                    </a:moveTo>
                    <a:lnTo>
                      <a:pt x="535" y="1"/>
                    </a:lnTo>
                    <a:cubicBezTo>
                      <a:pt x="443" y="185"/>
                      <a:pt x="406" y="388"/>
                      <a:pt x="351" y="572"/>
                    </a:cubicBezTo>
                    <a:cubicBezTo>
                      <a:pt x="606" y="907"/>
                      <a:pt x="489" y="1104"/>
                      <a:pt x="168" y="1104"/>
                    </a:cubicBezTo>
                    <a:cubicBezTo>
                      <a:pt x="117" y="1104"/>
                      <a:pt x="61" y="1099"/>
                      <a:pt x="1" y="1089"/>
                    </a:cubicBezTo>
                    <a:lnTo>
                      <a:pt x="1" y="1089"/>
                    </a:lnTo>
                    <a:cubicBezTo>
                      <a:pt x="115" y="1161"/>
                      <a:pt x="223" y="1192"/>
                      <a:pt x="316" y="1192"/>
                    </a:cubicBezTo>
                    <a:cubicBezTo>
                      <a:pt x="620" y="1192"/>
                      <a:pt x="771" y="861"/>
                      <a:pt x="501" y="541"/>
                    </a:cubicBezTo>
                    <a:lnTo>
                      <a:pt x="501" y="541"/>
                    </a:lnTo>
                    <a:cubicBezTo>
                      <a:pt x="519" y="367"/>
                      <a:pt x="535" y="192"/>
                      <a:pt x="535"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78"/>
              <p:cNvSpPr/>
              <p:nvPr/>
            </p:nvSpPr>
            <p:spPr>
              <a:xfrm>
                <a:off x="5540600" y="2387025"/>
                <a:ext cx="47975" cy="35100"/>
              </a:xfrm>
              <a:custGeom>
                <a:avLst/>
                <a:gdLst/>
                <a:ahLst/>
                <a:cxnLst/>
                <a:rect l="l" t="t" r="r" b="b"/>
                <a:pathLst>
                  <a:path w="1919" h="1404" extrusionOk="0">
                    <a:moveTo>
                      <a:pt x="333" y="1"/>
                    </a:moveTo>
                    <a:cubicBezTo>
                      <a:pt x="333" y="1"/>
                      <a:pt x="1" y="1365"/>
                      <a:pt x="812" y="1402"/>
                    </a:cubicBezTo>
                    <a:cubicBezTo>
                      <a:pt x="827" y="1403"/>
                      <a:pt x="842" y="1403"/>
                      <a:pt x="857" y="1403"/>
                    </a:cubicBezTo>
                    <a:cubicBezTo>
                      <a:pt x="1634" y="1403"/>
                      <a:pt x="1918" y="480"/>
                      <a:pt x="1918" y="480"/>
                    </a:cubicBezTo>
                    <a:lnTo>
                      <a:pt x="3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78"/>
              <p:cNvSpPr/>
              <p:nvPr/>
            </p:nvSpPr>
            <p:spPr>
              <a:xfrm>
                <a:off x="5542900" y="2318100"/>
                <a:ext cx="18925" cy="5350"/>
              </a:xfrm>
              <a:custGeom>
                <a:avLst/>
                <a:gdLst/>
                <a:ahLst/>
                <a:cxnLst/>
                <a:rect l="l" t="t" r="r" b="b"/>
                <a:pathLst>
                  <a:path w="757" h="214" extrusionOk="0">
                    <a:moveTo>
                      <a:pt x="443" y="0"/>
                    </a:moveTo>
                    <a:cubicBezTo>
                      <a:pt x="331" y="0"/>
                      <a:pt x="185" y="53"/>
                      <a:pt x="1" y="213"/>
                    </a:cubicBezTo>
                    <a:lnTo>
                      <a:pt x="757" y="213"/>
                    </a:lnTo>
                    <a:cubicBezTo>
                      <a:pt x="757" y="213"/>
                      <a:pt x="667" y="0"/>
                      <a:pt x="44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78"/>
              <p:cNvSpPr/>
              <p:nvPr/>
            </p:nvSpPr>
            <p:spPr>
              <a:xfrm>
                <a:off x="5613450" y="2336600"/>
                <a:ext cx="14775" cy="11725"/>
              </a:xfrm>
              <a:custGeom>
                <a:avLst/>
                <a:gdLst/>
                <a:ahLst/>
                <a:cxnLst/>
                <a:rect l="l" t="t" r="r" b="b"/>
                <a:pathLst>
                  <a:path w="591" h="469" extrusionOk="0">
                    <a:moveTo>
                      <a:pt x="235" y="1"/>
                    </a:moveTo>
                    <a:cubicBezTo>
                      <a:pt x="169" y="1"/>
                      <a:pt x="91" y="24"/>
                      <a:pt x="0" y="82"/>
                    </a:cubicBezTo>
                    <a:lnTo>
                      <a:pt x="590" y="469"/>
                    </a:lnTo>
                    <a:cubicBezTo>
                      <a:pt x="590" y="469"/>
                      <a:pt x="529" y="1"/>
                      <a:pt x="23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78"/>
              <p:cNvSpPr/>
              <p:nvPr/>
            </p:nvSpPr>
            <p:spPr>
              <a:xfrm>
                <a:off x="5458075" y="2196850"/>
                <a:ext cx="223625" cy="124125"/>
              </a:xfrm>
              <a:custGeom>
                <a:avLst/>
                <a:gdLst/>
                <a:ahLst/>
                <a:cxnLst/>
                <a:rect l="l" t="t" r="r" b="b"/>
                <a:pathLst>
                  <a:path w="8945" h="4965" extrusionOk="0">
                    <a:moveTo>
                      <a:pt x="4202" y="0"/>
                    </a:moveTo>
                    <a:cubicBezTo>
                      <a:pt x="1432" y="0"/>
                      <a:pt x="1180" y="1760"/>
                      <a:pt x="1" y="4565"/>
                    </a:cubicBezTo>
                    <a:lnTo>
                      <a:pt x="388" y="4657"/>
                    </a:lnTo>
                    <a:cubicBezTo>
                      <a:pt x="388" y="4657"/>
                      <a:pt x="615" y="3779"/>
                      <a:pt x="1097" y="3779"/>
                    </a:cubicBezTo>
                    <a:cubicBezTo>
                      <a:pt x="1147" y="3779"/>
                      <a:pt x="1199" y="3788"/>
                      <a:pt x="1255" y="3809"/>
                    </a:cubicBezTo>
                    <a:cubicBezTo>
                      <a:pt x="1863" y="4049"/>
                      <a:pt x="1882" y="4768"/>
                      <a:pt x="1882" y="4768"/>
                    </a:cubicBezTo>
                    <a:cubicBezTo>
                      <a:pt x="1882" y="4768"/>
                      <a:pt x="1884" y="4768"/>
                      <a:pt x="1888" y="4768"/>
                    </a:cubicBezTo>
                    <a:cubicBezTo>
                      <a:pt x="2010" y="4768"/>
                      <a:pt x="3795" y="4751"/>
                      <a:pt x="4703" y="3754"/>
                    </a:cubicBezTo>
                    <a:lnTo>
                      <a:pt x="4703" y="3754"/>
                    </a:lnTo>
                    <a:lnTo>
                      <a:pt x="4224" y="4547"/>
                    </a:lnTo>
                    <a:cubicBezTo>
                      <a:pt x="4224" y="4547"/>
                      <a:pt x="4377" y="4561"/>
                      <a:pt x="4607" y="4561"/>
                    </a:cubicBezTo>
                    <a:cubicBezTo>
                      <a:pt x="5008" y="4561"/>
                      <a:pt x="5640" y="4517"/>
                      <a:pt x="6086" y="4270"/>
                    </a:cubicBezTo>
                    <a:lnTo>
                      <a:pt x="6086" y="4270"/>
                    </a:lnTo>
                    <a:lnTo>
                      <a:pt x="5754" y="4842"/>
                    </a:lnTo>
                    <a:cubicBezTo>
                      <a:pt x="5754" y="4842"/>
                      <a:pt x="6139" y="4965"/>
                      <a:pt x="6657" y="4965"/>
                    </a:cubicBezTo>
                    <a:cubicBezTo>
                      <a:pt x="7081" y="4965"/>
                      <a:pt x="7595" y="4882"/>
                      <a:pt x="8059" y="4584"/>
                    </a:cubicBezTo>
                    <a:cubicBezTo>
                      <a:pt x="8059" y="4584"/>
                      <a:pt x="8944" y="490"/>
                      <a:pt x="5219" y="66"/>
                    </a:cubicBezTo>
                    <a:cubicBezTo>
                      <a:pt x="4846" y="22"/>
                      <a:pt x="4509" y="0"/>
                      <a:pt x="4202"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78"/>
              <p:cNvSpPr/>
              <p:nvPr/>
            </p:nvSpPr>
            <p:spPr>
              <a:xfrm>
                <a:off x="5458075" y="2313275"/>
                <a:ext cx="35075" cy="65950"/>
              </a:xfrm>
              <a:custGeom>
                <a:avLst/>
                <a:gdLst/>
                <a:ahLst/>
                <a:cxnLst/>
                <a:rect l="l" t="t" r="r" b="b"/>
                <a:pathLst>
                  <a:path w="1403" h="2638" extrusionOk="0">
                    <a:moveTo>
                      <a:pt x="148" y="0"/>
                    </a:moveTo>
                    <a:lnTo>
                      <a:pt x="1" y="2637"/>
                    </a:lnTo>
                    <a:lnTo>
                      <a:pt x="1402" y="2637"/>
                    </a:lnTo>
                    <a:cubicBezTo>
                      <a:pt x="1273" y="2250"/>
                      <a:pt x="1402" y="1863"/>
                      <a:pt x="1402" y="1863"/>
                    </a:cubicBezTo>
                    <a:cubicBezTo>
                      <a:pt x="38" y="1586"/>
                      <a:pt x="388" y="0"/>
                      <a:pt x="388"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78"/>
              <p:cNvSpPr/>
              <p:nvPr/>
            </p:nvSpPr>
            <p:spPr>
              <a:xfrm>
                <a:off x="5479750" y="2304100"/>
                <a:ext cx="20300" cy="40550"/>
              </a:xfrm>
              <a:custGeom>
                <a:avLst/>
                <a:gdLst/>
                <a:ahLst/>
                <a:cxnLst/>
                <a:rect l="l" t="t" r="r" b="b"/>
                <a:pathLst>
                  <a:path w="812" h="1622" extrusionOk="0">
                    <a:moveTo>
                      <a:pt x="220" y="0"/>
                    </a:moveTo>
                    <a:cubicBezTo>
                      <a:pt x="148" y="0"/>
                      <a:pt x="74" y="22"/>
                      <a:pt x="1" y="72"/>
                    </a:cubicBezTo>
                    <a:cubicBezTo>
                      <a:pt x="49" y="62"/>
                      <a:pt x="93" y="57"/>
                      <a:pt x="134" y="57"/>
                    </a:cubicBezTo>
                    <a:cubicBezTo>
                      <a:pt x="563" y="57"/>
                      <a:pt x="609" y="611"/>
                      <a:pt x="621" y="1037"/>
                    </a:cubicBezTo>
                    <a:lnTo>
                      <a:pt x="621" y="1037"/>
                    </a:lnTo>
                    <a:cubicBezTo>
                      <a:pt x="552" y="927"/>
                      <a:pt x="471" y="827"/>
                      <a:pt x="351" y="773"/>
                    </a:cubicBezTo>
                    <a:lnTo>
                      <a:pt x="351" y="773"/>
                    </a:lnTo>
                    <a:cubicBezTo>
                      <a:pt x="554" y="994"/>
                      <a:pt x="628" y="1345"/>
                      <a:pt x="738" y="1621"/>
                    </a:cubicBezTo>
                    <a:cubicBezTo>
                      <a:pt x="757" y="1234"/>
                      <a:pt x="812" y="810"/>
                      <a:pt x="701" y="423"/>
                    </a:cubicBezTo>
                    <a:cubicBezTo>
                      <a:pt x="632" y="201"/>
                      <a:pt x="438" y="0"/>
                      <a:pt x="220"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78"/>
              <p:cNvSpPr/>
              <p:nvPr/>
            </p:nvSpPr>
            <p:spPr>
              <a:xfrm>
                <a:off x="5474675" y="2348825"/>
                <a:ext cx="11550" cy="11275"/>
              </a:xfrm>
              <a:custGeom>
                <a:avLst/>
                <a:gdLst/>
                <a:ahLst/>
                <a:cxnLst/>
                <a:rect l="l" t="t" r="r" b="b"/>
                <a:pathLst>
                  <a:path w="462" h="451" extrusionOk="0">
                    <a:moveTo>
                      <a:pt x="333" y="0"/>
                    </a:moveTo>
                    <a:cubicBezTo>
                      <a:pt x="305" y="0"/>
                      <a:pt x="279" y="15"/>
                      <a:pt x="259" y="35"/>
                    </a:cubicBezTo>
                    <a:lnTo>
                      <a:pt x="56" y="256"/>
                    </a:lnTo>
                    <a:cubicBezTo>
                      <a:pt x="1" y="312"/>
                      <a:pt x="19" y="367"/>
                      <a:pt x="56" y="404"/>
                    </a:cubicBezTo>
                    <a:lnTo>
                      <a:pt x="74" y="422"/>
                    </a:lnTo>
                    <a:cubicBezTo>
                      <a:pt x="93" y="441"/>
                      <a:pt x="121" y="450"/>
                      <a:pt x="148" y="450"/>
                    </a:cubicBezTo>
                    <a:cubicBezTo>
                      <a:pt x="176" y="450"/>
                      <a:pt x="204" y="441"/>
                      <a:pt x="222" y="422"/>
                    </a:cubicBezTo>
                    <a:lnTo>
                      <a:pt x="425" y="201"/>
                    </a:lnTo>
                    <a:cubicBezTo>
                      <a:pt x="462" y="146"/>
                      <a:pt x="462" y="91"/>
                      <a:pt x="425" y="35"/>
                    </a:cubicBezTo>
                    <a:lnTo>
                      <a:pt x="406" y="35"/>
                    </a:lnTo>
                    <a:cubicBezTo>
                      <a:pt x="381" y="10"/>
                      <a:pt x="356" y="0"/>
                      <a:pt x="3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78"/>
              <p:cNvSpPr/>
              <p:nvPr/>
            </p:nvSpPr>
            <p:spPr>
              <a:xfrm>
                <a:off x="5465925" y="2339050"/>
                <a:ext cx="12475" cy="10400"/>
              </a:xfrm>
              <a:custGeom>
                <a:avLst/>
                <a:gdLst/>
                <a:ahLst/>
                <a:cxnLst/>
                <a:rect l="l" t="t" r="r" b="b"/>
                <a:pathLst>
                  <a:path w="499" h="416" extrusionOk="0">
                    <a:moveTo>
                      <a:pt x="358" y="0"/>
                    </a:moveTo>
                    <a:cubicBezTo>
                      <a:pt x="338" y="0"/>
                      <a:pt x="317" y="6"/>
                      <a:pt x="295" y="21"/>
                    </a:cubicBezTo>
                    <a:lnTo>
                      <a:pt x="56" y="205"/>
                    </a:lnTo>
                    <a:cubicBezTo>
                      <a:pt x="19" y="242"/>
                      <a:pt x="0" y="316"/>
                      <a:pt x="37" y="352"/>
                    </a:cubicBezTo>
                    <a:lnTo>
                      <a:pt x="56" y="371"/>
                    </a:lnTo>
                    <a:cubicBezTo>
                      <a:pt x="76" y="401"/>
                      <a:pt x="102" y="415"/>
                      <a:pt x="130" y="415"/>
                    </a:cubicBezTo>
                    <a:cubicBezTo>
                      <a:pt x="153" y="415"/>
                      <a:pt x="178" y="406"/>
                      <a:pt x="203" y="389"/>
                    </a:cubicBezTo>
                    <a:lnTo>
                      <a:pt x="443" y="205"/>
                    </a:lnTo>
                    <a:cubicBezTo>
                      <a:pt x="480" y="168"/>
                      <a:pt x="498" y="113"/>
                      <a:pt x="461" y="57"/>
                    </a:cubicBezTo>
                    <a:lnTo>
                      <a:pt x="443" y="39"/>
                    </a:lnTo>
                    <a:cubicBezTo>
                      <a:pt x="420" y="16"/>
                      <a:pt x="39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78"/>
              <p:cNvSpPr/>
              <p:nvPr/>
            </p:nvSpPr>
            <p:spPr>
              <a:xfrm>
                <a:off x="5474225" y="2292250"/>
                <a:ext cx="7850" cy="6800"/>
              </a:xfrm>
              <a:custGeom>
                <a:avLst/>
                <a:gdLst/>
                <a:ahLst/>
                <a:cxnLst/>
                <a:rect l="l" t="t" r="r" b="b"/>
                <a:pathLst>
                  <a:path w="314" h="272" extrusionOk="0">
                    <a:moveTo>
                      <a:pt x="134" y="1"/>
                    </a:moveTo>
                    <a:cubicBezTo>
                      <a:pt x="101" y="1"/>
                      <a:pt x="67" y="13"/>
                      <a:pt x="56" y="48"/>
                    </a:cubicBezTo>
                    <a:lnTo>
                      <a:pt x="37" y="67"/>
                    </a:lnTo>
                    <a:cubicBezTo>
                      <a:pt x="0" y="104"/>
                      <a:pt x="19" y="178"/>
                      <a:pt x="56" y="214"/>
                    </a:cubicBezTo>
                    <a:lnTo>
                      <a:pt x="129" y="251"/>
                    </a:lnTo>
                    <a:cubicBezTo>
                      <a:pt x="143" y="265"/>
                      <a:pt x="163" y="271"/>
                      <a:pt x="184" y="271"/>
                    </a:cubicBezTo>
                    <a:cubicBezTo>
                      <a:pt x="217" y="271"/>
                      <a:pt x="254" y="256"/>
                      <a:pt x="277" y="233"/>
                    </a:cubicBezTo>
                    <a:lnTo>
                      <a:pt x="277" y="214"/>
                    </a:lnTo>
                    <a:cubicBezTo>
                      <a:pt x="314" y="159"/>
                      <a:pt x="314" y="85"/>
                      <a:pt x="258" y="67"/>
                    </a:cubicBezTo>
                    <a:lnTo>
                      <a:pt x="185" y="12"/>
                    </a:lnTo>
                    <a:cubicBezTo>
                      <a:pt x="171" y="5"/>
                      <a:pt x="153" y="1"/>
                      <a:pt x="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78"/>
              <p:cNvSpPr/>
              <p:nvPr/>
            </p:nvSpPr>
            <p:spPr>
              <a:xfrm>
                <a:off x="5371425" y="2463100"/>
                <a:ext cx="325950" cy="362900"/>
              </a:xfrm>
              <a:custGeom>
                <a:avLst/>
                <a:gdLst/>
                <a:ahLst/>
                <a:cxnLst/>
                <a:rect l="l" t="t" r="r" b="b"/>
                <a:pathLst>
                  <a:path w="13038" h="14516" extrusionOk="0">
                    <a:moveTo>
                      <a:pt x="4979" y="0"/>
                    </a:moveTo>
                    <a:cubicBezTo>
                      <a:pt x="4979" y="0"/>
                      <a:pt x="1549" y="959"/>
                      <a:pt x="793" y="3098"/>
                    </a:cubicBezTo>
                    <a:cubicBezTo>
                      <a:pt x="37" y="5256"/>
                      <a:pt x="0" y="13867"/>
                      <a:pt x="3651" y="14365"/>
                    </a:cubicBezTo>
                    <a:cubicBezTo>
                      <a:pt x="3651" y="14365"/>
                      <a:pt x="4332" y="14515"/>
                      <a:pt x="5244" y="14515"/>
                    </a:cubicBezTo>
                    <a:cubicBezTo>
                      <a:pt x="5964" y="14515"/>
                      <a:pt x="6827" y="14422"/>
                      <a:pt x="7616" y="14089"/>
                    </a:cubicBezTo>
                    <a:cubicBezTo>
                      <a:pt x="7616" y="14089"/>
                      <a:pt x="8344" y="14158"/>
                      <a:pt x="9340" y="14158"/>
                    </a:cubicBezTo>
                    <a:cubicBezTo>
                      <a:pt x="10336" y="14158"/>
                      <a:pt x="11599" y="14089"/>
                      <a:pt x="12669" y="13812"/>
                    </a:cubicBezTo>
                    <a:cubicBezTo>
                      <a:pt x="12669" y="13812"/>
                      <a:pt x="12945" y="10253"/>
                      <a:pt x="12982" y="8999"/>
                    </a:cubicBezTo>
                    <a:cubicBezTo>
                      <a:pt x="13037" y="7745"/>
                      <a:pt x="12060" y="4352"/>
                      <a:pt x="12060" y="4352"/>
                    </a:cubicBezTo>
                    <a:lnTo>
                      <a:pt x="11728" y="1291"/>
                    </a:lnTo>
                    <a:cubicBezTo>
                      <a:pt x="10695" y="461"/>
                      <a:pt x="9368" y="185"/>
                      <a:pt x="9368" y="185"/>
                    </a:cubicBezTo>
                    <a:cubicBezTo>
                      <a:pt x="9368" y="185"/>
                      <a:pt x="9349" y="2324"/>
                      <a:pt x="7800" y="2637"/>
                    </a:cubicBezTo>
                    <a:cubicBezTo>
                      <a:pt x="7722" y="2653"/>
                      <a:pt x="7645" y="2661"/>
                      <a:pt x="7568" y="2661"/>
                    </a:cubicBezTo>
                    <a:cubicBezTo>
                      <a:pt x="6126" y="2661"/>
                      <a:pt x="4979" y="0"/>
                      <a:pt x="49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78"/>
              <p:cNvSpPr/>
              <p:nvPr/>
            </p:nvSpPr>
            <p:spPr>
              <a:xfrm>
                <a:off x="5593150" y="2495375"/>
                <a:ext cx="153100" cy="473000"/>
              </a:xfrm>
              <a:custGeom>
                <a:avLst/>
                <a:gdLst/>
                <a:ahLst/>
                <a:cxnLst/>
                <a:rect l="l" t="t" r="r" b="b"/>
                <a:pathLst>
                  <a:path w="6124" h="18920" extrusionOk="0">
                    <a:moveTo>
                      <a:pt x="2859" y="0"/>
                    </a:moveTo>
                    <a:cubicBezTo>
                      <a:pt x="1" y="0"/>
                      <a:pt x="2785" y="5164"/>
                      <a:pt x="3191" y="9239"/>
                    </a:cubicBezTo>
                    <a:cubicBezTo>
                      <a:pt x="3597" y="13296"/>
                      <a:pt x="4500" y="18920"/>
                      <a:pt x="4500" y="18920"/>
                    </a:cubicBezTo>
                    <a:lnTo>
                      <a:pt x="6123" y="18920"/>
                    </a:lnTo>
                    <a:cubicBezTo>
                      <a:pt x="5865" y="14457"/>
                      <a:pt x="5459" y="11286"/>
                      <a:pt x="5459" y="9903"/>
                    </a:cubicBezTo>
                    <a:cubicBezTo>
                      <a:pt x="5459" y="8520"/>
                      <a:pt x="4703" y="3965"/>
                      <a:pt x="4390" y="2213"/>
                    </a:cubicBezTo>
                    <a:cubicBezTo>
                      <a:pt x="4076" y="480"/>
                      <a:pt x="2859" y="0"/>
                      <a:pt x="2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78"/>
              <p:cNvSpPr/>
              <p:nvPr/>
            </p:nvSpPr>
            <p:spPr>
              <a:xfrm>
                <a:off x="5645725" y="2573750"/>
                <a:ext cx="36900" cy="236050"/>
              </a:xfrm>
              <a:custGeom>
                <a:avLst/>
                <a:gdLst/>
                <a:ahLst/>
                <a:cxnLst/>
                <a:rect l="l" t="t" r="r" b="b"/>
                <a:pathLst>
                  <a:path w="1476" h="9442" extrusionOk="0">
                    <a:moveTo>
                      <a:pt x="0" y="0"/>
                    </a:moveTo>
                    <a:lnTo>
                      <a:pt x="0" y="0"/>
                    </a:lnTo>
                    <a:cubicBezTo>
                      <a:pt x="1014" y="1309"/>
                      <a:pt x="1033" y="3043"/>
                      <a:pt x="1125" y="4610"/>
                    </a:cubicBezTo>
                    <a:cubicBezTo>
                      <a:pt x="1236" y="6214"/>
                      <a:pt x="1346" y="7837"/>
                      <a:pt x="1475" y="9441"/>
                    </a:cubicBezTo>
                    <a:cubicBezTo>
                      <a:pt x="1420" y="7837"/>
                      <a:pt x="1346" y="6214"/>
                      <a:pt x="1254" y="4610"/>
                    </a:cubicBezTo>
                    <a:cubicBezTo>
                      <a:pt x="1162" y="3024"/>
                      <a:pt x="1217" y="1199"/>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78"/>
              <p:cNvSpPr/>
              <p:nvPr/>
            </p:nvSpPr>
            <p:spPr>
              <a:xfrm>
                <a:off x="5661850" y="2555700"/>
                <a:ext cx="125875" cy="159125"/>
              </a:xfrm>
              <a:custGeom>
                <a:avLst/>
                <a:gdLst/>
                <a:ahLst/>
                <a:cxnLst/>
                <a:rect l="l" t="t" r="r" b="b"/>
                <a:pathLst>
                  <a:path w="5035" h="6365" extrusionOk="0">
                    <a:moveTo>
                      <a:pt x="2424" y="0"/>
                    </a:moveTo>
                    <a:cubicBezTo>
                      <a:pt x="2342" y="0"/>
                      <a:pt x="2265" y="68"/>
                      <a:pt x="2232" y="150"/>
                    </a:cubicBezTo>
                    <a:lnTo>
                      <a:pt x="1070" y="3212"/>
                    </a:lnTo>
                    <a:lnTo>
                      <a:pt x="56" y="5812"/>
                    </a:lnTo>
                    <a:cubicBezTo>
                      <a:pt x="0" y="5959"/>
                      <a:pt x="93" y="6107"/>
                      <a:pt x="240" y="6107"/>
                    </a:cubicBezTo>
                    <a:lnTo>
                      <a:pt x="2527" y="6365"/>
                    </a:lnTo>
                    <a:cubicBezTo>
                      <a:pt x="2619" y="6365"/>
                      <a:pt x="2711" y="6309"/>
                      <a:pt x="2748" y="6217"/>
                    </a:cubicBezTo>
                    <a:lnTo>
                      <a:pt x="4979" y="611"/>
                    </a:lnTo>
                    <a:cubicBezTo>
                      <a:pt x="5035" y="464"/>
                      <a:pt x="4961" y="316"/>
                      <a:pt x="4813" y="298"/>
                    </a:cubicBezTo>
                    <a:lnTo>
                      <a:pt x="2453" y="3"/>
                    </a:lnTo>
                    <a:cubicBezTo>
                      <a:pt x="2443" y="1"/>
                      <a:pt x="2434" y="0"/>
                      <a:pt x="242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78"/>
              <p:cNvSpPr/>
              <p:nvPr/>
            </p:nvSpPr>
            <p:spPr>
              <a:xfrm>
                <a:off x="5657250" y="2630350"/>
                <a:ext cx="110200" cy="106600"/>
              </a:xfrm>
              <a:custGeom>
                <a:avLst/>
                <a:gdLst/>
                <a:ahLst/>
                <a:cxnLst/>
                <a:rect l="l" t="t" r="r" b="b"/>
                <a:pathLst>
                  <a:path w="4408" h="4264" extrusionOk="0">
                    <a:moveTo>
                      <a:pt x="1153" y="1"/>
                    </a:moveTo>
                    <a:cubicBezTo>
                      <a:pt x="200" y="1"/>
                      <a:pt x="0" y="2531"/>
                      <a:pt x="0" y="2531"/>
                    </a:cubicBezTo>
                    <a:lnTo>
                      <a:pt x="1033" y="4264"/>
                    </a:lnTo>
                    <a:cubicBezTo>
                      <a:pt x="1955" y="4264"/>
                      <a:pt x="2545" y="4061"/>
                      <a:pt x="2914" y="3821"/>
                    </a:cubicBezTo>
                    <a:cubicBezTo>
                      <a:pt x="3301" y="3563"/>
                      <a:pt x="3522" y="3102"/>
                      <a:pt x="3541" y="2641"/>
                    </a:cubicBezTo>
                    <a:lnTo>
                      <a:pt x="3559" y="2438"/>
                    </a:lnTo>
                    <a:cubicBezTo>
                      <a:pt x="3633" y="2438"/>
                      <a:pt x="3743" y="2401"/>
                      <a:pt x="3836" y="2365"/>
                    </a:cubicBezTo>
                    <a:cubicBezTo>
                      <a:pt x="3983" y="2309"/>
                      <a:pt x="4057" y="2180"/>
                      <a:pt x="4057" y="2033"/>
                    </a:cubicBezTo>
                    <a:lnTo>
                      <a:pt x="4057" y="2014"/>
                    </a:lnTo>
                    <a:cubicBezTo>
                      <a:pt x="4057" y="1806"/>
                      <a:pt x="3904" y="1653"/>
                      <a:pt x="3706" y="1653"/>
                    </a:cubicBezTo>
                    <a:cubicBezTo>
                      <a:pt x="3676" y="1653"/>
                      <a:pt x="3646" y="1657"/>
                      <a:pt x="3614" y="1664"/>
                    </a:cubicBezTo>
                    <a:cubicBezTo>
                      <a:pt x="3061" y="1774"/>
                      <a:pt x="2489" y="1811"/>
                      <a:pt x="2489" y="1811"/>
                    </a:cubicBezTo>
                    <a:cubicBezTo>
                      <a:pt x="3246" y="1682"/>
                      <a:pt x="3854" y="1369"/>
                      <a:pt x="4186" y="1184"/>
                    </a:cubicBezTo>
                    <a:cubicBezTo>
                      <a:pt x="4334" y="1092"/>
                      <a:pt x="4407" y="908"/>
                      <a:pt x="4352" y="742"/>
                    </a:cubicBezTo>
                    <a:lnTo>
                      <a:pt x="4352" y="723"/>
                    </a:lnTo>
                    <a:cubicBezTo>
                      <a:pt x="4296" y="570"/>
                      <a:pt x="4145" y="469"/>
                      <a:pt x="3987" y="469"/>
                    </a:cubicBezTo>
                    <a:cubicBezTo>
                      <a:pt x="3937" y="469"/>
                      <a:pt x="3885" y="480"/>
                      <a:pt x="3836" y="502"/>
                    </a:cubicBezTo>
                    <a:cubicBezTo>
                      <a:pt x="2756" y="995"/>
                      <a:pt x="1886" y="1085"/>
                      <a:pt x="1395" y="1085"/>
                    </a:cubicBezTo>
                    <a:cubicBezTo>
                      <a:pt x="1115" y="1085"/>
                      <a:pt x="959" y="1055"/>
                      <a:pt x="959" y="1055"/>
                    </a:cubicBezTo>
                    <a:lnTo>
                      <a:pt x="1309" y="23"/>
                    </a:lnTo>
                    <a:cubicBezTo>
                      <a:pt x="1255" y="8"/>
                      <a:pt x="1203" y="1"/>
                      <a:pt x="1153" y="1"/>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78"/>
              <p:cNvSpPr/>
              <p:nvPr/>
            </p:nvSpPr>
            <p:spPr>
              <a:xfrm>
                <a:off x="5488050" y="2692675"/>
                <a:ext cx="157700" cy="33675"/>
              </a:xfrm>
              <a:custGeom>
                <a:avLst/>
                <a:gdLst/>
                <a:ahLst/>
                <a:cxnLst/>
                <a:rect l="l" t="t" r="r" b="b"/>
                <a:pathLst>
                  <a:path w="6308" h="1347" extrusionOk="0">
                    <a:moveTo>
                      <a:pt x="6307" y="1"/>
                    </a:moveTo>
                    <a:lnTo>
                      <a:pt x="0" y="1347"/>
                    </a:lnTo>
                    <a:cubicBezTo>
                      <a:pt x="0" y="1347"/>
                      <a:pt x="4334" y="830"/>
                      <a:pt x="6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78"/>
              <p:cNvSpPr/>
              <p:nvPr/>
            </p:nvSpPr>
            <p:spPr>
              <a:xfrm>
                <a:off x="5481600" y="2746625"/>
                <a:ext cx="191350" cy="78875"/>
              </a:xfrm>
              <a:custGeom>
                <a:avLst/>
                <a:gdLst/>
                <a:ahLst/>
                <a:cxnLst/>
                <a:rect l="l" t="t" r="r" b="b"/>
                <a:pathLst>
                  <a:path w="7654" h="3155" extrusionOk="0">
                    <a:moveTo>
                      <a:pt x="7653" y="0"/>
                    </a:moveTo>
                    <a:lnTo>
                      <a:pt x="0" y="3135"/>
                    </a:lnTo>
                    <a:cubicBezTo>
                      <a:pt x="0" y="3135"/>
                      <a:pt x="191" y="3154"/>
                      <a:pt x="520" y="3154"/>
                    </a:cubicBezTo>
                    <a:cubicBezTo>
                      <a:pt x="1805" y="3154"/>
                      <a:pt x="5202" y="2862"/>
                      <a:pt x="76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78"/>
              <p:cNvSpPr/>
              <p:nvPr/>
            </p:nvSpPr>
            <p:spPr>
              <a:xfrm>
                <a:off x="5627725" y="2682075"/>
                <a:ext cx="61800" cy="78400"/>
              </a:xfrm>
              <a:custGeom>
                <a:avLst/>
                <a:gdLst/>
                <a:ahLst/>
                <a:cxnLst/>
                <a:rect l="l" t="t" r="r" b="b"/>
                <a:pathLst>
                  <a:path w="2472" h="3136" extrusionOk="0">
                    <a:moveTo>
                      <a:pt x="1107" y="1"/>
                    </a:moveTo>
                    <a:lnTo>
                      <a:pt x="1" y="369"/>
                    </a:lnTo>
                    <a:lnTo>
                      <a:pt x="1458" y="3135"/>
                    </a:lnTo>
                    <a:lnTo>
                      <a:pt x="2472" y="2361"/>
                    </a:lnTo>
                    <a:lnTo>
                      <a:pt x="11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78"/>
              <p:cNvSpPr/>
              <p:nvPr/>
            </p:nvSpPr>
            <p:spPr>
              <a:xfrm>
                <a:off x="5492650" y="2602775"/>
                <a:ext cx="20775" cy="120350"/>
              </a:xfrm>
              <a:custGeom>
                <a:avLst/>
                <a:gdLst/>
                <a:ahLst/>
                <a:cxnLst/>
                <a:rect l="l" t="t" r="r" b="b"/>
                <a:pathLst>
                  <a:path w="831" h="4814" extrusionOk="0">
                    <a:moveTo>
                      <a:pt x="1" y="1"/>
                    </a:moveTo>
                    <a:lnTo>
                      <a:pt x="1" y="1"/>
                    </a:lnTo>
                    <a:cubicBezTo>
                      <a:pt x="277" y="2343"/>
                      <a:pt x="831" y="4814"/>
                      <a:pt x="831" y="4814"/>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78"/>
              <p:cNvSpPr/>
              <p:nvPr/>
            </p:nvSpPr>
            <p:spPr>
              <a:xfrm>
                <a:off x="5446550" y="2804250"/>
                <a:ext cx="239750" cy="45075"/>
              </a:xfrm>
              <a:custGeom>
                <a:avLst/>
                <a:gdLst/>
                <a:ahLst/>
                <a:cxnLst/>
                <a:rect l="l" t="t" r="r" b="b"/>
                <a:pathLst>
                  <a:path w="9590" h="1803" extrusionOk="0">
                    <a:moveTo>
                      <a:pt x="9405" y="0"/>
                    </a:moveTo>
                    <a:cubicBezTo>
                      <a:pt x="9405" y="0"/>
                      <a:pt x="8572" y="476"/>
                      <a:pt x="6232" y="476"/>
                    </a:cubicBezTo>
                    <a:cubicBezTo>
                      <a:pt x="5810" y="476"/>
                      <a:pt x="5338" y="461"/>
                      <a:pt x="4814" y="424"/>
                    </a:cubicBezTo>
                    <a:cubicBezTo>
                      <a:pt x="4814" y="424"/>
                      <a:pt x="3384" y="859"/>
                      <a:pt x="2265" y="859"/>
                    </a:cubicBezTo>
                    <a:cubicBezTo>
                      <a:pt x="2165" y="859"/>
                      <a:pt x="2068" y="856"/>
                      <a:pt x="1974" y="848"/>
                    </a:cubicBezTo>
                    <a:cubicBezTo>
                      <a:pt x="812" y="738"/>
                      <a:pt x="148" y="590"/>
                      <a:pt x="148" y="590"/>
                    </a:cubicBezTo>
                    <a:lnTo>
                      <a:pt x="1" y="1014"/>
                    </a:lnTo>
                    <a:cubicBezTo>
                      <a:pt x="1" y="1014"/>
                      <a:pt x="2942" y="1802"/>
                      <a:pt x="5964" y="1802"/>
                    </a:cubicBezTo>
                    <a:cubicBezTo>
                      <a:pt x="7228" y="1802"/>
                      <a:pt x="8507" y="1664"/>
                      <a:pt x="9590" y="1273"/>
                    </a:cubicBezTo>
                    <a:lnTo>
                      <a:pt x="9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78"/>
              <p:cNvSpPr/>
              <p:nvPr/>
            </p:nvSpPr>
            <p:spPr>
              <a:xfrm>
                <a:off x="5471925" y="2462175"/>
                <a:ext cx="94525" cy="78050"/>
              </a:xfrm>
              <a:custGeom>
                <a:avLst/>
                <a:gdLst/>
                <a:ahLst/>
                <a:cxnLst/>
                <a:rect l="l" t="t" r="r" b="b"/>
                <a:pathLst>
                  <a:path w="3781" h="3122" extrusionOk="0">
                    <a:moveTo>
                      <a:pt x="977" y="1"/>
                    </a:moveTo>
                    <a:lnTo>
                      <a:pt x="0" y="388"/>
                    </a:lnTo>
                    <a:cubicBezTo>
                      <a:pt x="0" y="388"/>
                      <a:pt x="870" y="3122"/>
                      <a:pt x="2559" y="3122"/>
                    </a:cubicBezTo>
                    <a:cubicBezTo>
                      <a:pt x="2927" y="3122"/>
                      <a:pt x="3334" y="2991"/>
                      <a:pt x="3780" y="2674"/>
                    </a:cubicBezTo>
                    <a:cubicBezTo>
                      <a:pt x="3780" y="2674"/>
                      <a:pt x="2010" y="2490"/>
                      <a:pt x="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78"/>
              <p:cNvSpPr/>
              <p:nvPr/>
            </p:nvSpPr>
            <p:spPr>
              <a:xfrm>
                <a:off x="5566425" y="2467700"/>
                <a:ext cx="60875" cy="73450"/>
              </a:xfrm>
              <a:custGeom>
                <a:avLst/>
                <a:gdLst/>
                <a:ahLst/>
                <a:cxnLst/>
                <a:rect l="l" t="t" r="r" b="b"/>
                <a:pathLst>
                  <a:path w="2435" h="2938" extrusionOk="0">
                    <a:moveTo>
                      <a:pt x="1568" y="1"/>
                    </a:moveTo>
                    <a:cubicBezTo>
                      <a:pt x="1383" y="2324"/>
                      <a:pt x="0" y="2453"/>
                      <a:pt x="0" y="2453"/>
                    </a:cubicBezTo>
                    <a:cubicBezTo>
                      <a:pt x="389" y="2797"/>
                      <a:pt x="718" y="2937"/>
                      <a:pt x="995" y="2937"/>
                    </a:cubicBezTo>
                    <a:cubicBezTo>
                      <a:pt x="2203" y="2937"/>
                      <a:pt x="2434" y="277"/>
                      <a:pt x="2434" y="277"/>
                    </a:cubicBezTo>
                    <a:cubicBezTo>
                      <a:pt x="1900" y="38"/>
                      <a:pt x="1568" y="1"/>
                      <a:pt x="15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78"/>
              <p:cNvSpPr/>
              <p:nvPr/>
            </p:nvSpPr>
            <p:spPr>
              <a:xfrm>
                <a:off x="5701500" y="2938400"/>
                <a:ext cx="44750" cy="29975"/>
              </a:xfrm>
              <a:custGeom>
                <a:avLst/>
                <a:gdLst/>
                <a:ahLst/>
                <a:cxnLst/>
                <a:rect l="l" t="t" r="r" b="b"/>
                <a:pathLst>
                  <a:path w="1790" h="1199" extrusionOk="0">
                    <a:moveTo>
                      <a:pt x="1734" y="0"/>
                    </a:moveTo>
                    <a:lnTo>
                      <a:pt x="0" y="166"/>
                    </a:lnTo>
                    <a:lnTo>
                      <a:pt x="166" y="1199"/>
                    </a:lnTo>
                    <a:lnTo>
                      <a:pt x="1789" y="1199"/>
                    </a:lnTo>
                    <a:lnTo>
                      <a:pt x="1734" y="0"/>
                    </a:lnTo>
                    <a:close/>
                  </a:path>
                </a:pathLst>
              </a:custGeom>
              <a:solidFill>
                <a:srgbClr val="FFD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3" name="Google Shape;4073;p78"/>
            <p:cNvSpPr/>
            <p:nvPr/>
          </p:nvSpPr>
          <p:spPr>
            <a:xfrm rot="637013">
              <a:off x="1516506" y="1708594"/>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78"/>
            <p:cNvSpPr/>
            <p:nvPr/>
          </p:nvSpPr>
          <p:spPr>
            <a:xfrm rot="637013">
              <a:off x="1767381" y="17785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276;p84">
            <a:extLst>
              <a:ext uri="{FF2B5EF4-FFF2-40B4-BE49-F238E27FC236}">
                <a16:creationId xmlns:a16="http://schemas.microsoft.com/office/drawing/2014/main" id="{57D52319-0305-DE75-1CF6-7EAEA4B5094E}"/>
              </a:ext>
            </a:extLst>
          </p:cNvPr>
          <p:cNvSpPr txBox="1">
            <a:spLocks/>
          </p:cNvSpPr>
          <p:nvPr/>
        </p:nvSpPr>
        <p:spPr>
          <a:xfrm>
            <a:off x="3491250" y="1008873"/>
            <a:ext cx="2161500" cy="1402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0" b="1" dirty="0">
                <a:solidFill>
                  <a:schemeClr val="bg1"/>
                </a:solidFill>
                <a:latin typeface="Space Grotesk" panose="020B0604020202020204" charset="0"/>
                <a:cs typeface="Space Grotesk" panose="020B0604020202020204" charset="0"/>
              </a:rPr>
              <a:t>05</a:t>
            </a:r>
          </a:p>
        </p:txBody>
      </p:sp>
      <p:sp>
        <p:nvSpPr>
          <p:cNvPr id="7" name="Rectangle 6">
            <a:extLst>
              <a:ext uri="{FF2B5EF4-FFF2-40B4-BE49-F238E27FC236}">
                <a16:creationId xmlns:a16="http://schemas.microsoft.com/office/drawing/2014/main" id="{3CE545C5-1A4B-B516-C532-3348543A20B4}"/>
              </a:ext>
            </a:extLst>
          </p:cNvPr>
          <p:cNvSpPr/>
          <p:nvPr/>
        </p:nvSpPr>
        <p:spPr>
          <a:xfrm>
            <a:off x="3662679" y="1008873"/>
            <a:ext cx="1863913" cy="1345633"/>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oogle Shape;4668;p97">
            <a:extLst>
              <a:ext uri="{FF2B5EF4-FFF2-40B4-BE49-F238E27FC236}">
                <a16:creationId xmlns:a16="http://schemas.microsoft.com/office/drawing/2014/main" id="{E33E23D7-704A-DE8D-5805-87AD362B7EAE}"/>
              </a:ext>
            </a:extLst>
          </p:cNvPr>
          <p:cNvSpPr txBox="1">
            <a:spLocks noGrp="1"/>
          </p:cNvSpPr>
          <p:nvPr>
            <p:ph type="title"/>
          </p:nvPr>
        </p:nvSpPr>
        <p:spPr>
          <a:xfrm>
            <a:off x="3491250" y="2625405"/>
            <a:ext cx="4358084" cy="1402500"/>
          </a:xfrm>
          <a:prstGeom prst="rect">
            <a:avLst/>
          </a:prstGeom>
        </p:spPr>
        <p:txBody>
          <a:bodyPr spcFirstLastPara="1" wrap="square" lIns="91425" tIns="91425" rIns="91425" bIns="91425" anchor="ctr" anchorCtr="0">
            <a:noAutofit/>
          </a:bodyPr>
          <a:lstStyle/>
          <a:p>
            <a:pPr lvl="0"/>
            <a:r>
              <a:rPr lang="en-US" sz="4400" b="1" dirty="0"/>
              <a:t>Project-Demo</a:t>
            </a:r>
            <a:endParaRPr sz="4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8"/>
        <p:cNvGrpSpPr/>
        <p:nvPr/>
      </p:nvGrpSpPr>
      <p:grpSpPr>
        <a:xfrm>
          <a:off x="0" y="0"/>
          <a:ext cx="0" cy="0"/>
          <a:chOff x="0" y="0"/>
          <a:chExt cx="0" cy="0"/>
        </a:xfrm>
      </p:grpSpPr>
      <p:grpSp>
        <p:nvGrpSpPr>
          <p:cNvPr id="4461" name="Google Shape;4461;p91"/>
          <p:cNvGrpSpPr/>
          <p:nvPr/>
        </p:nvGrpSpPr>
        <p:grpSpPr>
          <a:xfrm flipH="1">
            <a:off x="5340883" y="1765850"/>
            <a:ext cx="2128873" cy="3377661"/>
            <a:chOff x="5358500" y="3844150"/>
            <a:chExt cx="333350" cy="528900"/>
          </a:xfrm>
        </p:grpSpPr>
        <p:sp>
          <p:nvSpPr>
            <p:cNvPr id="4462" name="Google Shape;4462;p91"/>
            <p:cNvSpPr/>
            <p:nvPr/>
          </p:nvSpPr>
          <p:spPr>
            <a:xfrm>
              <a:off x="5656325" y="4170650"/>
              <a:ext cx="35525" cy="202400"/>
            </a:xfrm>
            <a:custGeom>
              <a:avLst/>
              <a:gdLst/>
              <a:ahLst/>
              <a:cxnLst/>
              <a:rect l="l" t="t" r="r" b="b"/>
              <a:pathLst>
                <a:path w="1421" h="8096" extrusionOk="0">
                  <a:moveTo>
                    <a:pt x="701" y="1"/>
                  </a:moveTo>
                  <a:lnTo>
                    <a:pt x="0" y="8096"/>
                  </a:lnTo>
                  <a:lnTo>
                    <a:pt x="1420" y="8096"/>
                  </a:lnTo>
                  <a:lnTo>
                    <a:pt x="1291" y="6934"/>
                  </a:lnTo>
                  <a:lnTo>
                    <a:pt x="701"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91"/>
            <p:cNvSpPr/>
            <p:nvPr/>
          </p:nvSpPr>
          <p:spPr>
            <a:xfrm>
              <a:off x="5358500" y="4059550"/>
              <a:ext cx="329650" cy="313500"/>
            </a:xfrm>
            <a:custGeom>
              <a:avLst/>
              <a:gdLst/>
              <a:ahLst/>
              <a:cxnLst/>
              <a:rect l="l" t="t" r="r" b="b"/>
              <a:pathLst>
                <a:path w="13186" h="12540" extrusionOk="0">
                  <a:moveTo>
                    <a:pt x="5643" y="1"/>
                  </a:moveTo>
                  <a:lnTo>
                    <a:pt x="4002" y="111"/>
                  </a:lnTo>
                  <a:lnTo>
                    <a:pt x="3947" y="111"/>
                  </a:lnTo>
                  <a:cubicBezTo>
                    <a:pt x="3043" y="333"/>
                    <a:pt x="2269" y="904"/>
                    <a:pt x="1808" y="1660"/>
                  </a:cubicBezTo>
                  <a:lnTo>
                    <a:pt x="1789" y="1679"/>
                  </a:lnTo>
                  <a:cubicBezTo>
                    <a:pt x="1716" y="1808"/>
                    <a:pt x="1642" y="1937"/>
                    <a:pt x="1587" y="2066"/>
                  </a:cubicBezTo>
                  <a:lnTo>
                    <a:pt x="130" y="4795"/>
                  </a:lnTo>
                  <a:cubicBezTo>
                    <a:pt x="1" y="5035"/>
                    <a:pt x="167" y="5348"/>
                    <a:pt x="425" y="5385"/>
                  </a:cubicBezTo>
                  <a:lnTo>
                    <a:pt x="1273" y="5496"/>
                  </a:lnTo>
                  <a:lnTo>
                    <a:pt x="1347" y="7801"/>
                  </a:lnTo>
                  <a:cubicBezTo>
                    <a:pt x="1421" y="8557"/>
                    <a:pt x="1494" y="12540"/>
                    <a:pt x="1494" y="12540"/>
                  </a:cubicBezTo>
                  <a:lnTo>
                    <a:pt x="12614" y="12540"/>
                  </a:lnTo>
                  <a:lnTo>
                    <a:pt x="12208" y="9756"/>
                  </a:lnTo>
                  <a:cubicBezTo>
                    <a:pt x="12245" y="8575"/>
                    <a:pt x="13186" y="4168"/>
                    <a:pt x="12559" y="2619"/>
                  </a:cubicBezTo>
                  <a:cubicBezTo>
                    <a:pt x="11600" y="296"/>
                    <a:pt x="9073" y="167"/>
                    <a:pt x="9073" y="167"/>
                  </a:cubicBezTo>
                  <a:lnTo>
                    <a:pt x="9073" y="185"/>
                  </a:lnTo>
                  <a:lnTo>
                    <a:pt x="8686" y="93"/>
                  </a:lnTo>
                  <a:lnTo>
                    <a:pt x="7082" y="849"/>
                  </a:lnTo>
                  <a:lnTo>
                    <a:pt x="5643" y="1"/>
                  </a:lnTo>
                  <a:close/>
                </a:path>
              </a:pathLst>
            </a:custGeom>
            <a:solidFill>
              <a:srgbClr val="566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91"/>
            <p:cNvSpPr/>
            <p:nvPr/>
          </p:nvSpPr>
          <p:spPr>
            <a:xfrm>
              <a:off x="5471450" y="4060475"/>
              <a:ext cx="128200" cy="312575"/>
            </a:xfrm>
            <a:custGeom>
              <a:avLst/>
              <a:gdLst/>
              <a:ahLst/>
              <a:cxnLst/>
              <a:rect l="l" t="t" r="r" b="b"/>
              <a:pathLst>
                <a:path w="5128" h="12503" extrusionOk="0">
                  <a:moveTo>
                    <a:pt x="1" y="1"/>
                  </a:moveTo>
                  <a:lnTo>
                    <a:pt x="1070" y="12503"/>
                  </a:lnTo>
                  <a:lnTo>
                    <a:pt x="4740" y="12503"/>
                  </a:lnTo>
                  <a:lnTo>
                    <a:pt x="5127" y="185"/>
                  </a:lnTo>
                  <a:lnTo>
                    <a:pt x="4426" y="1"/>
                  </a:lnTo>
                  <a:close/>
                </a:path>
              </a:pathLst>
            </a:custGeom>
            <a:solidFill>
              <a:srgbClr val="E0E6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91"/>
            <p:cNvSpPr/>
            <p:nvPr/>
          </p:nvSpPr>
          <p:spPr>
            <a:xfrm>
              <a:off x="5471450" y="4060475"/>
              <a:ext cx="128200" cy="312575"/>
            </a:xfrm>
            <a:custGeom>
              <a:avLst/>
              <a:gdLst/>
              <a:ahLst/>
              <a:cxnLst/>
              <a:rect l="l" t="t" r="r" b="b"/>
              <a:pathLst>
                <a:path w="5128" h="12503" extrusionOk="0">
                  <a:moveTo>
                    <a:pt x="1" y="1"/>
                  </a:moveTo>
                  <a:lnTo>
                    <a:pt x="1070" y="12503"/>
                  </a:lnTo>
                  <a:lnTo>
                    <a:pt x="4740" y="12503"/>
                  </a:lnTo>
                  <a:lnTo>
                    <a:pt x="5127" y="185"/>
                  </a:lnTo>
                  <a:lnTo>
                    <a:pt x="302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91"/>
            <p:cNvSpPr/>
            <p:nvPr/>
          </p:nvSpPr>
          <p:spPr>
            <a:xfrm>
              <a:off x="5482525" y="4058625"/>
              <a:ext cx="100525" cy="118050"/>
            </a:xfrm>
            <a:custGeom>
              <a:avLst/>
              <a:gdLst/>
              <a:ahLst/>
              <a:cxnLst/>
              <a:rect l="l" t="t" r="r" b="b"/>
              <a:pathLst>
                <a:path w="4021" h="4722" extrusionOk="0">
                  <a:moveTo>
                    <a:pt x="0" y="1"/>
                  </a:moveTo>
                  <a:cubicBezTo>
                    <a:pt x="166" y="1642"/>
                    <a:pt x="2471" y="4721"/>
                    <a:pt x="2471" y="4721"/>
                  </a:cubicBezTo>
                  <a:cubicBezTo>
                    <a:pt x="3965" y="2748"/>
                    <a:pt x="4020" y="75"/>
                    <a:pt x="4020" y="75"/>
                  </a:cubicBezTo>
                  <a:lnTo>
                    <a:pt x="0"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91"/>
            <p:cNvSpPr/>
            <p:nvPr/>
          </p:nvSpPr>
          <p:spPr>
            <a:xfrm>
              <a:off x="5423975" y="3844150"/>
              <a:ext cx="242500" cy="199175"/>
            </a:xfrm>
            <a:custGeom>
              <a:avLst/>
              <a:gdLst/>
              <a:ahLst/>
              <a:cxnLst/>
              <a:rect l="l" t="t" r="r" b="b"/>
              <a:pathLst>
                <a:path w="9700" h="7967" extrusionOk="0">
                  <a:moveTo>
                    <a:pt x="5224" y="0"/>
                  </a:moveTo>
                  <a:cubicBezTo>
                    <a:pt x="5114" y="0"/>
                    <a:pt x="5007" y="13"/>
                    <a:pt x="4905" y="42"/>
                  </a:cubicBezTo>
                  <a:cubicBezTo>
                    <a:pt x="4666" y="116"/>
                    <a:pt x="4426" y="245"/>
                    <a:pt x="4205" y="466"/>
                  </a:cubicBezTo>
                  <a:lnTo>
                    <a:pt x="3762" y="337"/>
                  </a:lnTo>
                  <a:cubicBezTo>
                    <a:pt x="3606" y="292"/>
                    <a:pt x="3458" y="271"/>
                    <a:pt x="3318" y="271"/>
                  </a:cubicBezTo>
                  <a:cubicBezTo>
                    <a:pt x="2763" y="271"/>
                    <a:pt x="2342" y="607"/>
                    <a:pt x="2121" y="1167"/>
                  </a:cubicBezTo>
                  <a:cubicBezTo>
                    <a:pt x="2083" y="1159"/>
                    <a:pt x="2045" y="1155"/>
                    <a:pt x="2006" y="1155"/>
                  </a:cubicBezTo>
                  <a:cubicBezTo>
                    <a:pt x="1952" y="1155"/>
                    <a:pt x="1898" y="1164"/>
                    <a:pt x="1844" y="1185"/>
                  </a:cubicBezTo>
                  <a:cubicBezTo>
                    <a:pt x="1125" y="1370"/>
                    <a:pt x="1383" y="2126"/>
                    <a:pt x="1383" y="2126"/>
                  </a:cubicBezTo>
                  <a:cubicBezTo>
                    <a:pt x="941" y="2218"/>
                    <a:pt x="664" y="2402"/>
                    <a:pt x="480" y="2568"/>
                  </a:cubicBezTo>
                  <a:cubicBezTo>
                    <a:pt x="222" y="2845"/>
                    <a:pt x="111" y="3251"/>
                    <a:pt x="240" y="3601"/>
                  </a:cubicBezTo>
                  <a:cubicBezTo>
                    <a:pt x="314" y="3822"/>
                    <a:pt x="461" y="3970"/>
                    <a:pt x="609" y="4062"/>
                  </a:cubicBezTo>
                  <a:cubicBezTo>
                    <a:pt x="517" y="4136"/>
                    <a:pt x="424" y="4191"/>
                    <a:pt x="369" y="4265"/>
                  </a:cubicBezTo>
                  <a:cubicBezTo>
                    <a:pt x="92" y="4523"/>
                    <a:pt x="0" y="4929"/>
                    <a:pt x="129" y="5279"/>
                  </a:cubicBezTo>
                  <a:cubicBezTo>
                    <a:pt x="332" y="5906"/>
                    <a:pt x="1033" y="5961"/>
                    <a:pt x="1033" y="5961"/>
                  </a:cubicBezTo>
                  <a:cubicBezTo>
                    <a:pt x="203" y="6828"/>
                    <a:pt x="812" y="7344"/>
                    <a:pt x="812" y="7344"/>
                  </a:cubicBezTo>
                  <a:cubicBezTo>
                    <a:pt x="1015" y="7523"/>
                    <a:pt x="1223" y="7589"/>
                    <a:pt x="1420" y="7589"/>
                  </a:cubicBezTo>
                  <a:cubicBezTo>
                    <a:pt x="1973" y="7589"/>
                    <a:pt x="2434" y="7068"/>
                    <a:pt x="2434" y="7068"/>
                  </a:cubicBezTo>
                  <a:cubicBezTo>
                    <a:pt x="2527" y="7215"/>
                    <a:pt x="2619" y="7326"/>
                    <a:pt x="2711" y="7437"/>
                  </a:cubicBezTo>
                  <a:cubicBezTo>
                    <a:pt x="2951" y="7663"/>
                    <a:pt x="3246" y="7798"/>
                    <a:pt x="3532" y="7798"/>
                  </a:cubicBezTo>
                  <a:cubicBezTo>
                    <a:pt x="4036" y="7798"/>
                    <a:pt x="4509" y="7377"/>
                    <a:pt x="4592" y="6293"/>
                  </a:cubicBezTo>
                  <a:cubicBezTo>
                    <a:pt x="4610" y="6312"/>
                    <a:pt x="4629" y="6312"/>
                    <a:pt x="4647" y="6330"/>
                  </a:cubicBezTo>
                  <a:cubicBezTo>
                    <a:pt x="4629" y="6496"/>
                    <a:pt x="4666" y="6625"/>
                    <a:pt x="4758" y="6736"/>
                  </a:cubicBezTo>
                  <a:cubicBezTo>
                    <a:pt x="4832" y="6846"/>
                    <a:pt x="4944" y="6883"/>
                    <a:pt x="5062" y="6883"/>
                  </a:cubicBezTo>
                  <a:cubicBezTo>
                    <a:pt x="5297" y="6883"/>
                    <a:pt x="5551" y="6736"/>
                    <a:pt x="5551" y="6736"/>
                  </a:cubicBezTo>
                  <a:lnTo>
                    <a:pt x="5551" y="6736"/>
                  </a:lnTo>
                  <a:cubicBezTo>
                    <a:pt x="5551" y="6736"/>
                    <a:pt x="5311" y="7344"/>
                    <a:pt x="5680" y="7676"/>
                  </a:cubicBezTo>
                  <a:cubicBezTo>
                    <a:pt x="5807" y="7787"/>
                    <a:pt x="5927" y="7827"/>
                    <a:pt x="6036" y="7827"/>
                  </a:cubicBezTo>
                  <a:cubicBezTo>
                    <a:pt x="6180" y="7827"/>
                    <a:pt x="6305" y="7758"/>
                    <a:pt x="6399" y="7695"/>
                  </a:cubicBezTo>
                  <a:cubicBezTo>
                    <a:pt x="6528" y="7768"/>
                    <a:pt x="6676" y="7824"/>
                    <a:pt x="6879" y="7824"/>
                  </a:cubicBezTo>
                  <a:cubicBezTo>
                    <a:pt x="7008" y="7898"/>
                    <a:pt x="7137" y="7934"/>
                    <a:pt x="7247" y="7953"/>
                  </a:cubicBezTo>
                  <a:cubicBezTo>
                    <a:pt x="7297" y="7962"/>
                    <a:pt x="7348" y="7967"/>
                    <a:pt x="7399" y="7967"/>
                  </a:cubicBezTo>
                  <a:cubicBezTo>
                    <a:pt x="7645" y="7967"/>
                    <a:pt x="7887" y="7857"/>
                    <a:pt x="8040" y="7658"/>
                  </a:cubicBezTo>
                  <a:cubicBezTo>
                    <a:pt x="8243" y="7363"/>
                    <a:pt x="8188" y="7068"/>
                    <a:pt x="8132" y="6883"/>
                  </a:cubicBezTo>
                  <a:lnTo>
                    <a:pt x="8132" y="6883"/>
                  </a:lnTo>
                  <a:cubicBezTo>
                    <a:pt x="8208" y="6898"/>
                    <a:pt x="8293" y="6910"/>
                    <a:pt x="8384" y="6910"/>
                  </a:cubicBezTo>
                  <a:cubicBezTo>
                    <a:pt x="8514" y="6910"/>
                    <a:pt x="8655" y="6886"/>
                    <a:pt x="8796" y="6810"/>
                  </a:cubicBezTo>
                  <a:cubicBezTo>
                    <a:pt x="9128" y="6644"/>
                    <a:pt x="9331" y="6275"/>
                    <a:pt x="9313" y="5906"/>
                  </a:cubicBezTo>
                  <a:cubicBezTo>
                    <a:pt x="9313" y="5648"/>
                    <a:pt x="9239" y="5316"/>
                    <a:pt x="8981" y="4966"/>
                  </a:cubicBezTo>
                  <a:cubicBezTo>
                    <a:pt x="8981" y="4966"/>
                    <a:pt x="9700" y="4597"/>
                    <a:pt x="9294" y="3951"/>
                  </a:cubicBezTo>
                  <a:cubicBezTo>
                    <a:pt x="9113" y="3655"/>
                    <a:pt x="8786" y="3579"/>
                    <a:pt x="8534" y="3579"/>
                  </a:cubicBezTo>
                  <a:cubicBezTo>
                    <a:pt x="8504" y="3579"/>
                    <a:pt x="8474" y="3581"/>
                    <a:pt x="8446" y="3583"/>
                  </a:cubicBezTo>
                  <a:cubicBezTo>
                    <a:pt x="8649" y="3232"/>
                    <a:pt x="8649" y="2974"/>
                    <a:pt x="8501" y="2808"/>
                  </a:cubicBezTo>
                  <a:cubicBezTo>
                    <a:pt x="8483" y="2771"/>
                    <a:pt x="8446" y="2753"/>
                    <a:pt x="8427" y="2734"/>
                  </a:cubicBezTo>
                  <a:cubicBezTo>
                    <a:pt x="8409" y="2697"/>
                    <a:pt x="8372" y="2661"/>
                    <a:pt x="8354" y="2642"/>
                  </a:cubicBezTo>
                  <a:cubicBezTo>
                    <a:pt x="8335" y="2624"/>
                    <a:pt x="8317" y="2605"/>
                    <a:pt x="8298" y="2587"/>
                  </a:cubicBezTo>
                  <a:cubicBezTo>
                    <a:pt x="8298" y="2587"/>
                    <a:pt x="8317" y="2587"/>
                    <a:pt x="8317" y="2568"/>
                  </a:cubicBezTo>
                  <a:cubicBezTo>
                    <a:pt x="8649" y="2052"/>
                    <a:pt x="8225" y="1056"/>
                    <a:pt x="7579" y="798"/>
                  </a:cubicBezTo>
                  <a:cubicBezTo>
                    <a:pt x="7385" y="713"/>
                    <a:pt x="7167" y="660"/>
                    <a:pt x="6925" y="660"/>
                  </a:cubicBezTo>
                  <a:cubicBezTo>
                    <a:pt x="6799" y="660"/>
                    <a:pt x="6667" y="674"/>
                    <a:pt x="6528" y="706"/>
                  </a:cubicBezTo>
                  <a:cubicBezTo>
                    <a:pt x="6330" y="309"/>
                    <a:pt x="5752" y="0"/>
                    <a:pt x="522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91"/>
            <p:cNvSpPr/>
            <p:nvPr/>
          </p:nvSpPr>
          <p:spPr>
            <a:xfrm>
              <a:off x="5473300" y="3913875"/>
              <a:ext cx="146625" cy="246200"/>
            </a:xfrm>
            <a:custGeom>
              <a:avLst/>
              <a:gdLst/>
              <a:ahLst/>
              <a:cxnLst/>
              <a:rect l="l" t="t" r="r" b="b"/>
              <a:pathLst>
                <a:path w="5865" h="9848" extrusionOk="0">
                  <a:moveTo>
                    <a:pt x="3670" y="1"/>
                  </a:moveTo>
                  <a:cubicBezTo>
                    <a:pt x="3615" y="37"/>
                    <a:pt x="3559" y="56"/>
                    <a:pt x="3504" y="74"/>
                  </a:cubicBezTo>
                  <a:cubicBezTo>
                    <a:pt x="3324" y="151"/>
                    <a:pt x="3135" y="184"/>
                    <a:pt x="2962" y="184"/>
                  </a:cubicBezTo>
                  <a:cubicBezTo>
                    <a:pt x="2887" y="184"/>
                    <a:pt x="2815" y="178"/>
                    <a:pt x="2748" y="167"/>
                  </a:cubicBezTo>
                  <a:cubicBezTo>
                    <a:pt x="2471" y="794"/>
                    <a:pt x="2029" y="1052"/>
                    <a:pt x="1771" y="1052"/>
                  </a:cubicBezTo>
                  <a:lnTo>
                    <a:pt x="1531" y="959"/>
                  </a:lnTo>
                  <a:lnTo>
                    <a:pt x="1051" y="904"/>
                  </a:lnTo>
                  <a:cubicBezTo>
                    <a:pt x="1027" y="902"/>
                    <a:pt x="1003" y="901"/>
                    <a:pt x="980" y="901"/>
                  </a:cubicBezTo>
                  <a:cubicBezTo>
                    <a:pt x="512" y="901"/>
                    <a:pt x="108" y="1242"/>
                    <a:pt x="56" y="1716"/>
                  </a:cubicBezTo>
                  <a:lnTo>
                    <a:pt x="56" y="1734"/>
                  </a:lnTo>
                  <a:cubicBezTo>
                    <a:pt x="0" y="2213"/>
                    <a:pt x="369" y="2656"/>
                    <a:pt x="849" y="2711"/>
                  </a:cubicBezTo>
                  <a:lnTo>
                    <a:pt x="1217" y="2748"/>
                  </a:lnTo>
                  <a:lnTo>
                    <a:pt x="738" y="5754"/>
                  </a:lnTo>
                  <a:cubicBezTo>
                    <a:pt x="627" y="6547"/>
                    <a:pt x="2822" y="9848"/>
                    <a:pt x="2822" y="9848"/>
                  </a:cubicBezTo>
                  <a:cubicBezTo>
                    <a:pt x="2822" y="9848"/>
                    <a:pt x="3891" y="8077"/>
                    <a:pt x="3891" y="5772"/>
                  </a:cubicBezTo>
                  <a:lnTo>
                    <a:pt x="3983" y="5072"/>
                  </a:lnTo>
                  <a:cubicBezTo>
                    <a:pt x="4942" y="5053"/>
                    <a:pt x="5717" y="4186"/>
                    <a:pt x="5754" y="3117"/>
                  </a:cubicBezTo>
                  <a:lnTo>
                    <a:pt x="5864" y="296"/>
                  </a:lnTo>
                  <a:lnTo>
                    <a:pt x="5864" y="296"/>
                  </a:lnTo>
                  <a:cubicBezTo>
                    <a:pt x="5606" y="351"/>
                    <a:pt x="5311" y="406"/>
                    <a:pt x="4942" y="425"/>
                  </a:cubicBezTo>
                  <a:cubicBezTo>
                    <a:pt x="4927" y="425"/>
                    <a:pt x="4911" y="426"/>
                    <a:pt x="4895" y="426"/>
                  </a:cubicBezTo>
                  <a:cubicBezTo>
                    <a:pt x="4533" y="426"/>
                    <a:pt x="4076" y="230"/>
                    <a:pt x="3670"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91"/>
            <p:cNvSpPr/>
            <p:nvPr/>
          </p:nvSpPr>
          <p:spPr>
            <a:xfrm>
              <a:off x="5576100" y="3944300"/>
              <a:ext cx="21225" cy="41975"/>
            </a:xfrm>
            <a:custGeom>
              <a:avLst/>
              <a:gdLst/>
              <a:ahLst/>
              <a:cxnLst/>
              <a:rect l="l" t="t" r="r" b="b"/>
              <a:pathLst>
                <a:path w="849" h="1679" extrusionOk="0">
                  <a:moveTo>
                    <a:pt x="462" y="1"/>
                  </a:moveTo>
                  <a:cubicBezTo>
                    <a:pt x="425" y="1"/>
                    <a:pt x="388" y="38"/>
                    <a:pt x="388" y="93"/>
                  </a:cubicBezTo>
                  <a:lnTo>
                    <a:pt x="388" y="941"/>
                  </a:lnTo>
                  <a:cubicBezTo>
                    <a:pt x="388" y="978"/>
                    <a:pt x="425" y="1033"/>
                    <a:pt x="462" y="1052"/>
                  </a:cubicBezTo>
                  <a:lnTo>
                    <a:pt x="554" y="1070"/>
                  </a:lnTo>
                  <a:cubicBezTo>
                    <a:pt x="591" y="1070"/>
                    <a:pt x="628" y="1107"/>
                    <a:pt x="646" y="1144"/>
                  </a:cubicBezTo>
                  <a:cubicBezTo>
                    <a:pt x="664" y="1181"/>
                    <a:pt x="683" y="1218"/>
                    <a:pt x="664" y="1255"/>
                  </a:cubicBezTo>
                  <a:cubicBezTo>
                    <a:pt x="646" y="1347"/>
                    <a:pt x="572" y="1439"/>
                    <a:pt x="480" y="1476"/>
                  </a:cubicBezTo>
                  <a:cubicBezTo>
                    <a:pt x="425" y="1504"/>
                    <a:pt x="379" y="1513"/>
                    <a:pt x="333" y="1513"/>
                  </a:cubicBezTo>
                  <a:cubicBezTo>
                    <a:pt x="286" y="1513"/>
                    <a:pt x="240" y="1504"/>
                    <a:pt x="185" y="1494"/>
                  </a:cubicBezTo>
                  <a:lnTo>
                    <a:pt x="111" y="1494"/>
                  </a:lnTo>
                  <a:cubicBezTo>
                    <a:pt x="101" y="1491"/>
                    <a:pt x="92" y="1489"/>
                    <a:pt x="83" y="1489"/>
                  </a:cubicBezTo>
                  <a:cubicBezTo>
                    <a:pt x="44" y="1489"/>
                    <a:pt x="19" y="1519"/>
                    <a:pt x="19" y="1550"/>
                  </a:cubicBezTo>
                  <a:cubicBezTo>
                    <a:pt x="1" y="1605"/>
                    <a:pt x="37" y="1642"/>
                    <a:pt x="74" y="1642"/>
                  </a:cubicBezTo>
                  <a:cubicBezTo>
                    <a:pt x="111" y="1660"/>
                    <a:pt x="130" y="1660"/>
                    <a:pt x="148" y="1660"/>
                  </a:cubicBezTo>
                  <a:cubicBezTo>
                    <a:pt x="203" y="1679"/>
                    <a:pt x="277" y="1679"/>
                    <a:pt x="333" y="1679"/>
                  </a:cubicBezTo>
                  <a:cubicBezTo>
                    <a:pt x="406" y="1679"/>
                    <a:pt x="480" y="1679"/>
                    <a:pt x="554" y="1623"/>
                  </a:cubicBezTo>
                  <a:cubicBezTo>
                    <a:pt x="683" y="1568"/>
                    <a:pt x="794" y="1439"/>
                    <a:pt x="830" y="1310"/>
                  </a:cubicBezTo>
                  <a:cubicBezTo>
                    <a:pt x="849" y="1236"/>
                    <a:pt x="830" y="1144"/>
                    <a:pt x="794" y="1070"/>
                  </a:cubicBezTo>
                  <a:cubicBezTo>
                    <a:pt x="757" y="996"/>
                    <a:pt x="683" y="923"/>
                    <a:pt x="591" y="904"/>
                  </a:cubicBezTo>
                  <a:lnTo>
                    <a:pt x="554" y="886"/>
                  </a:lnTo>
                  <a:lnTo>
                    <a:pt x="554" y="93"/>
                  </a:lnTo>
                  <a:cubicBezTo>
                    <a:pt x="554" y="38"/>
                    <a:pt x="517" y="1"/>
                    <a:pt x="46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91"/>
            <p:cNvSpPr/>
            <p:nvPr/>
          </p:nvSpPr>
          <p:spPr>
            <a:xfrm>
              <a:off x="5571500" y="4014650"/>
              <a:ext cx="11550" cy="3775"/>
            </a:xfrm>
            <a:custGeom>
              <a:avLst/>
              <a:gdLst/>
              <a:ahLst/>
              <a:cxnLst/>
              <a:rect l="l" t="t" r="r" b="b"/>
              <a:pathLst>
                <a:path w="462" h="151" extrusionOk="0">
                  <a:moveTo>
                    <a:pt x="247" y="1"/>
                  </a:moveTo>
                  <a:cubicBezTo>
                    <a:pt x="172" y="1"/>
                    <a:pt x="85" y="23"/>
                    <a:pt x="0" y="100"/>
                  </a:cubicBezTo>
                  <a:cubicBezTo>
                    <a:pt x="0" y="100"/>
                    <a:pt x="0" y="137"/>
                    <a:pt x="0" y="137"/>
                  </a:cubicBezTo>
                  <a:cubicBezTo>
                    <a:pt x="9" y="146"/>
                    <a:pt x="19" y="151"/>
                    <a:pt x="28" y="151"/>
                  </a:cubicBezTo>
                  <a:cubicBezTo>
                    <a:pt x="37" y="151"/>
                    <a:pt x="46" y="146"/>
                    <a:pt x="55" y="137"/>
                  </a:cubicBezTo>
                  <a:cubicBezTo>
                    <a:pt x="116" y="84"/>
                    <a:pt x="183" y="68"/>
                    <a:pt x="242" y="68"/>
                  </a:cubicBezTo>
                  <a:cubicBezTo>
                    <a:pt x="327" y="68"/>
                    <a:pt x="395" y="100"/>
                    <a:pt x="406" y="100"/>
                  </a:cubicBezTo>
                  <a:lnTo>
                    <a:pt x="424" y="100"/>
                  </a:lnTo>
                  <a:cubicBezTo>
                    <a:pt x="443" y="100"/>
                    <a:pt x="443" y="100"/>
                    <a:pt x="443" y="82"/>
                  </a:cubicBezTo>
                  <a:cubicBezTo>
                    <a:pt x="461" y="63"/>
                    <a:pt x="443" y="45"/>
                    <a:pt x="443" y="45"/>
                  </a:cubicBezTo>
                  <a:cubicBezTo>
                    <a:pt x="432" y="45"/>
                    <a:pt x="352" y="1"/>
                    <a:pt x="24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91"/>
            <p:cNvSpPr/>
            <p:nvPr/>
          </p:nvSpPr>
          <p:spPr>
            <a:xfrm>
              <a:off x="5545675" y="3930350"/>
              <a:ext cx="25375" cy="12350"/>
            </a:xfrm>
            <a:custGeom>
              <a:avLst/>
              <a:gdLst/>
              <a:ahLst/>
              <a:cxnLst/>
              <a:rect l="l" t="t" r="r" b="b"/>
              <a:pathLst>
                <a:path w="1015" h="494" extrusionOk="0">
                  <a:moveTo>
                    <a:pt x="862" y="0"/>
                  </a:moveTo>
                  <a:cubicBezTo>
                    <a:pt x="802" y="0"/>
                    <a:pt x="742" y="27"/>
                    <a:pt x="683" y="42"/>
                  </a:cubicBezTo>
                  <a:cubicBezTo>
                    <a:pt x="609" y="79"/>
                    <a:pt x="535" y="98"/>
                    <a:pt x="480" y="116"/>
                  </a:cubicBezTo>
                  <a:cubicBezTo>
                    <a:pt x="406" y="135"/>
                    <a:pt x="332" y="153"/>
                    <a:pt x="259" y="171"/>
                  </a:cubicBezTo>
                  <a:cubicBezTo>
                    <a:pt x="185" y="190"/>
                    <a:pt x="93" y="190"/>
                    <a:pt x="56" y="245"/>
                  </a:cubicBezTo>
                  <a:cubicBezTo>
                    <a:pt x="1" y="282"/>
                    <a:pt x="1" y="356"/>
                    <a:pt x="74" y="411"/>
                  </a:cubicBezTo>
                  <a:cubicBezTo>
                    <a:pt x="136" y="460"/>
                    <a:pt x="238" y="493"/>
                    <a:pt x="365" y="493"/>
                  </a:cubicBezTo>
                  <a:cubicBezTo>
                    <a:pt x="429" y="493"/>
                    <a:pt x="498" y="485"/>
                    <a:pt x="572" y="466"/>
                  </a:cubicBezTo>
                  <a:cubicBezTo>
                    <a:pt x="793" y="411"/>
                    <a:pt x="923" y="264"/>
                    <a:pt x="959" y="171"/>
                  </a:cubicBezTo>
                  <a:cubicBezTo>
                    <a:pt x="1015" y="79"/>
                    <a:pt x="959" y="5"/>
                    <a:pt x="904" y="5"/>
                  </a:cubicBezTo>
                  <a:cubicBezTo>
                    <a:pt x="890" y="2"/>
                    <a:pt x="876" y="0"/>
                    <a:pt x="862" y="0"/>
                  </a:cubicBezTo>
                  <a:close/>
                </a:path>
              </a:pathLst>
            </a:custGeom>
            <a:solidFill>
              <a:srgbClr val="1F19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91"/>
            <p:cNvSpPr/>
            <p:nvPr/>
          </p:nvSpPr>
          <p:spPr>
            <a:xfrm>
              <a:off x="5598700" y="3938650"/>
              <a:ext cx="24900" cy="12925"/>
            </a:xfrm>
            <a:custGeom>
              <a:avLst/>
              <a:gdLst/>
              <a:ahLst/>
              <a:cxnLst/>
              <a:rect l="l" t="t" r="r" b="b"/>
              <a:pathLst>
                <a:path w="996" h="517" extrusionOk="0">
                  <a:moveTo>
                    <a:pt x="143" y="0"/>
                  </a:moveTo>
                  <a:cubicBezTo>
                    <a:pt x="132" y="0"/>
                    <a:pt x="121" y="2"/>
                    <a:pt x="111" y="5"/>
                  </a:cubicBezTo>
                  <a:cubicBezTo>
                    <a:pt x="37" y="5"/>
                    <a:pt x="0" y="61"/>
                    <a:pt x="37" y="171"/>
                  </a:cubicBezTo>
                  <a:cubicBezTo>
                    <a:pt x="74" y="264"/>
                    <a:pt x="203" y="411"/>
                    <a:pt x="406" y="485"/>
                  </a:cubicBezTo>
                  <a:cubicBezTo>
                    <a:pt x="493" y="507"/>
                    <a:pt x="575" y="517"/>
                    <a:pt x="647" y="517"/>
                  </a:cubicBezTo>
                  <a:cubicBezTo>
                    <a:pt x="758" y="517"/>
                    <a:pt x="848" y="493"/>
                    <a:pt x="904" y="448"/>
                  </a:cubicBezTo>
                  <a:cubicBezTo>
                    <a:pt x="996" y="393"/>
                    <a:pt x="996" y="319"/>
                    <a:pt x="941" y="282"/>
                  </a:cubicBezTo>
                  <a:cubicBezTo>
                    <a:pt x="904" y="227"/>
                    <a:pt x="812" y="208"/>
                    <a:pt x="738" y="190"/>
                  </a:cubicBezTo>
                  <a:cubicBezTo>
                    <a:pt x="664" y="171"/>
                    <a:pt x="590" y="153"/>
                    <a:pt x="535" y="134"/>
                  </a:cubicBezTo>
                  <a:cubicBezTo>
                    <a:pt x="461" y="116"/>
                    <a:pt x="387" y="79"/>
                    <a:pt x="314" y="61"/>
                  </a:cubicBezTo>
                  <a:cubicBezTo>
                    <a:pt x="253" y="31"/>
                    <a:pt x="193" y="0"/>
                    <a:pt x="143" y="0"/>
                  </a:cubicBezTo>
                  <a:close/>
                </a:path>
              </a:pathLst>
            </a:custGeom>
            <a:solidFill>
              <a:srgbClr val="1F19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91"/>
            <p:cNvSpPr/>
            <p:nvPr/>
          </p:nvSpPr>
          <p:spPr>
            <a:xfrm>
              <a:off x="5601000" y="3966425"/>
              <a:ext cx="9250" cy="8800"/>
            </a:xfrm>
            <a:custGeom>
              <a:avLst/>
              <a:gdLst/>
              <a:ahLst/>
              <a:cxnLst/>
              <a:rect l="l" t="t" r="r" b="b"/>
              <a:pathLst>
                <a:path w="370" h="352" extrusionOk="0">
                  <a:moveTo>
                    <a:pt x="203" y="1"/>
                  </a:moveTo>
                  <a:cubicBezTo>
                    <a:pt x="111" y="1"/>
                    <a:pt x="19" y="56"/>
                    <a:pt x="19" y="148"/>
                  </a:cubicBezTo>
                  <a:cubicBezTo>
                    <a:pt x="0" y="240"/>
                    <a:pt x="74" y="333"/>
                    <a:pt x="166" y="351"/>
                  </a:cubicBezTo>
                  <a:cubicBezTo>
                    <a:pt x="259" y="351"/>
                    <a:pt x="332" y="296"/>
                    <a:pt x="351" y="204"/>
                  </a:cubicBezTo>
                  <a:cubicBezTo>
                    <a:pt x="369" y="93"/>
                    <a:pt x="295" y="19"/>
                    <a:pt x="203" y="1"/>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91"/>
            <p:cNvSpPr/>
            <p:nvPr/>
          </p:nvSpPr>
          <p:spPr>
            <a:xfrm>
              <a:off x="5556750" y="3960900"/>
              <a:ext cx="9225" cy="8775"/>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91"/>
            <p:cNvSpPr/>
            <p:nvPr/>
          </p:nvSpPr>
          <p:spPr>
            <a:xfrm>
              <a:off x="5554900" y="3967975"/>
              <a:ext cx="10625" cy="4025"/>
            </a:xfrm>
            <a:custGeom>
              <a:avLst/>
              <a:gdLst/>
              <a:ahLst/>
              <a:cxnLst/>
              <a:rect l="l" t="t" r="r" b="b"/>
              <a:pathLst>
                <a:path w="425" h="161" extrusionOk="0">
                  <a:moveTo>
                    <a:pt x="156" y="1"/>
                  </a:moveTo>
                  <a:cubicBezTo>
                    <a:pt x="88" y="1"/>
                    <a:pt x="37" y="13"/>
                    <a:pt x="37" y="13"/>
                  </a:cubicBezTo>
                  <a:cubicBezTo>
                    <a:pt x="0" y="13"/>
                    <a:pt x="0" y="31"/>
                    <a:pt x="0" y="49"/>
                  </a:cubicBezTo>
                  <a:cubicBezTo>
                    <a:pt x="0" y="86"/>
                    <a:pt x="19" y="86"/>
                    <a:pt x="37" y="86"/>
                  </a:cubicBezTo>
                  <a:cubicBezTo>
                    <a:pt x="62" y="86"/>
                    <a:pt x="97" y="84"/>
                    <a:pt x="135" y="84"/>
                  </a:cubicBezTo>
                  <a:cubicBezTo>
                    <a:pt x="211" y="84"/>
                    <a:pt x="302" y="92"/>
                    <a:pt x="351" y="142"/>
                  </a:cubicBezTo>
                  <a:cubicBezTo>
                    <a:pt x="351" y="142"/>
                    <a:pt x="369" y="160"/>
                    <a:pt x="369" y="160"/>
                  </a:cubicBezTo>
                  <a:cubicBezTo>
                    <a:pt x="388" y="160"/>
                    <a:pt x="388" y="142"/>
                    <a:pt x="406" y="142"/>
                  </a:cubicBezTo>
                  <a:cubicBezTo>
                    <a:pt x="424" y="123"/>
                    <a:pt x="424" y="105"/>
                    <a:pt x="406" y="86"/>
                  </a:cubicBezTo>
                  <a:cubicBezTo>
                    <a:pt x="337" y="17"/>
                    <a:pt x="235" y="1"/>
                    <a:pt x="156"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91"/>
            <p:cNvSpPr/>
            <p:nvPr/>
          </p:nvSpPr>
          <p:spPr>
            <a:xfrm>
              <a:off x="5599625" y="3973200"/>
              <a:ext cx="10625" cy="3850"/>
            </a:xfrm>
            <a:custGeom>
              <a:avLst/>
              <a:gdLst/>
              <a:ahLst/>
              <a:cxnLst/>
              <a:rect l="l" t="t" r="r" b="b"/>
              <a:pathLst>
                <a:path w="425" h="154" extrusionOk="0">
                  <a:moveTo>
                    <a:pt x="144" y="0"/>
                  </a:moveTo>
                  <a:cubicBezTo>
                    <a:pt x="87" y="0"/>
                    <a:pt x="44" y="6"/>
                    <a:pt x="37" y="6"/>
                  </a:cubicBezTo>
                  <a:cubicBezTo>
                    <a:pt x="18" y="6"/>
                    <a:pt x="0" y="43"/>
                    <a:pt x="18" y="62"/>
                  </a:cubicBezTo>
                  <a:cubicBezTo>
                    <a:pt x="18" y="80"/>
                    <a:pt x="37" y="99"/>
                    <a:pt x="55" y="99"/>
                  </a:cubicBezTo>
                  <a:cubicBezTo>
                    <a:pt x="80" y="90"/>
                    <a:pt x="127" y="82"/>
                    <a:pt x="178" y="82"/>
                  </a:cubicBezTo>
                  <a:cubicBezTo>
                    <a:pt x="241" y="82"/>
                    <a:pt x="310" y="95"/>
                    <a:pt x="350" y="135"/>
                  </a:cubicBezTo>
                  <a:cubicBezTo>
                    <a:pt x="369" y="154"/>
                    <a:pt x="369" y="154"/>
                    <a:pt x="387" y="154"/>
                  </a:cubicBezTo>
                  <a:cubicBezTo>
                    <a:pt x="406" y="154"/>
                    <a:pt x="406" y="154"/>
                    <a:pt x="424" y="135"/>
                  </a:cubicBezTo>
                  <a:cubicBezTo>
                    <a:pt x="424" y="117"/>
                    <a:pt x="424" y="99"/>
                    <a:pt x="424" y="80"/>
                  </a:cubicBezTo>
                  <a:cubicBezTo>
                    <a:pt x="347" y="14"/>
                    <a:pt x="229" y="0"/>
                    <a:pt x="14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91"/>
            <p:cNvSpPr/>
            <p:nvPr/>
          </p:nvSpPr>
          <p:spPr>
            <a:xfrm>
              <a:off x="5549825" y="3981650"/>
              <a:ext cx="16150" cy="12475"/>
            </a:xfrm>
            <a:custGeom>
              <a:avLst/>
              <a:gdLst/>
              <a:ahLst/>
              <a:cxnLst/>
              <a:rect l="l" t="t" r="r" b="b"/>
              <a:pathLst>
                <a:path w="646" h="499" extrusionOk="0">
                  <a:moveTo>
                    <a:pt x="74" y="0"/>
                  </a:moveTo>
                  <a:cubicBezTo>
                    <a:pt x="37" y="0"/>
                    <a:pt x="19" y="19"/>
                    <a:pt x="19" y="37"/>
                  </a:cubicBezTo>
                  <a:cubicBezTo>
                    <a:pt x="19" y="37"/>
                    <a:pt x="0" y="185"/>
                    <a:pt x="111" y="314"/>
                  </a:cubicBezTo>
                  <a:cubicBezTo>
                    <a:pt x="222" y="424"/>
                    <a:pt x="369" y="498"/>
                    <a:pt x="591" y="498"/>
                  </a:cubicBezTo>
                  <a:lnTo>
                    <a:pt x="609" y="498"/>
                  </a:lnTo>
                  <a:cubicBezTo>
                    <a:pt x="627" y="498"/>
                    <a:pt x="646" y="480"/>
                    <a:pt x="646" y="461"/>
                  </a:cubicBezTo>
                  <a:cubicBezTo>
                    <a:pt x="646" y="443"/>
                    <a:pt x="627" y="424"/>
                    <a:pt x="609" y="424"/>
                  </a:cubicBezTo>
                  <a:cubicBezTo>
                    <a:pt x="406" y="406"/>
                    <a:pt x="259" y="351"/>
                    <a:pt x="185" y="258"/>
                  </a:cubicBezTo>
                  <a:cubicBezTo>
                    <a:pt x="93" y="148"/>
                    <a:pt x="111" y="56"/>
                    <a:pt x="111" y="37"/>
                  </a:cubicBezTo>
                  <a:cubicBezTo>
                    <a:pt x="111" y="19"/>
                    <a:pt x="93" y="0"/>
                    <a:pt x="7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91"/>
            <p:cNvSpPr/>
            <p:nvPr/>
          </p:nvSpPr>
          <p:spPr>
            <a:xfrm>
              <a:off x="5517100" y="4019900"/>
              <a:ext cx="55800" cy="40600"/>
            </a:xfrm>
            <a:custGeom>
              <a:avLst/>
              <a:gdLst/>
              <a:ahLst/>
              <a:cxnLst/>
              <a:rect l="l" t="t" r="r" b="b"/>
              <a:pathLst>
                <a:path w="2232" h="1624" extrusionOk="0">
                  <a:moveTo>
                    <a:pt x="258" y="1"/>
                  </a:moveTo>
                  <a:cubicBezTo>
                    <a:pt x="258" y="1"/>
                    <a:pt x="0" y="1144"/>
                    <a:pt x="2121" y="1624"/>
                  </a:cubicBezTo>
                  <a:lnTo>
                    <a:pt x="2231" y="831"/>
                  </a:lnTo>
                  <a:cubicBezTo>
                    <a:pt x="2231" y="831"/>
                    <a:pt x="480" y="665"/>
                    <a:pt x="258"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91"/>
            <p:cNvSpPr/>
            <p:nvPr/>
          </p:nvSpPr>
          <p:spPr>
            <a:xfrm>
              <a:off x="5491750" y="3949525"/>
              <a:ext cx="12450" cy="17400"/>
            </a:xfrm>
            <a:custGeom>
              <a:avLst/>
              <a:gdLst/>
              <a:ahLst/>
              <a:cxnLst/>
              <a:rect l="l" t="t" r="r" b="b"/>
              <a:pathLst>
                <a:path w="498" h="696" extrusionOk="0">
                  <a:moveTo>
                    <a:pt x="144" y="1"/>
                  </a:moveTo>
                  <a:cubicBezTo>
                    <a:pt x="126" y="1"/>
                    <a:pt x="107" y="5"/>
                    <a:pt x="92" y="13"/>
                  </a:cubicBezTo>
                  <a:cubicBezTo>
                    <a:pt x="55" y="31"/>
                    <a:pt x="55" y="87"/>
                    <a:pt x="74" y="124"/>
                  </a:cubicBezTo>
                  <a:lnTo>
                    <a:pt x="277" y="437"/>
                  </a:lnTo>
                  <a:lnTo>
                    <a:pt x="55" y="548"/>
                  </a:lnTo>
                  <a:cubicBezTo>
                    <a:pt x="18" y="566"/>
                    <a:pt x="0" y="621"/>
                    <a:pt x="18" y="658"/>
                  </a:cubicBezTo>
                  <a:cubicBezTo>
                    <a:pt x="18" y="677"/>
                    <a:pt x="55" y="695"/>
                    <a:pt x="92" y="695"/>
                  </a:cubicBezTo>
                  <a:lnTo>
                    <a:pt x="129" y="695"/>
                  </a:lnTo>
                  <a:lnTo>
                    <a:pt x="443" y="548"/>
                  </a:lnTo>
                  <a:cubicBezTo>
                    <a:pt x="461" y="529"/>
                    <a:pt x="479" y="511"/>
                    <a:pt x="479" y="492"/>
                  </a:cubicBezTo>
                  <a:cubicBezTo>
                    <a:pt x="498" y="474"/>
                    <a:pt x="479" y="437"/>
                    <a:pt x="479" y="419"/>
                  </a:cubicBezTo>
                  <a:lnTo>
                    <a:pt x="203" y="31"/>
                  </a:lnTo>
                  <a:cubicBezTo>
                    <a:pt x="192" y="10"/>
                    <a:pt x="169" y="1"/>
                    <a:pt x="144"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91"/>
            <p:cNvSpPr/>
            <p:nvPr/>
          </p:nvSpPr>
          <p:spPr>
            <a:xfrm>
              <a:off x="5479300" y="3972125"/>
              <a:ext cx="23075" cy="21075"/>
            </a:xfrm>
            <a:custGeom>
              <a:avLst/>
              <a:gdLst/>
              <a:ahLst/>
              <a:cxnLst/>
              <a:rect l="l" t="t" r="r" b="b"/>
              <a:pathLst>
                <a:path w="923" h="843" extrusionOk="0">
                  <a:moveTo>
                    <a:pt x="498" y="160"/>
                  </a:moveTo>
                  <a:cubicBezTo>
                    <a:pt x="646" y="197"/>
                    <a:pt x="738" y="326"/>
                    <a:pt x="701" y="473"/>
                  </a:cubicBezTo>
                  <a:cubicBezTo>
                    <a:pt x="685" y="583"/>
                    <a:pt x="577" y="666"/>
                    <a:pt x="465" y="666"/>
                  </a:cubicBezTo>
                  <a:cubicBezTo>
                    <a:pt x="445" y="666"/>
                    <a:pt x="425" y="663"/>
                    <a:pt x="406" y="658"/>
                  </a:cubicBezTo>
                  <a:cubicBezTo>
                    <a:pt x="277" y="639"/>
                    <a:pt x="185" y="510"/>
                    <a:pt x="203" y="363"/>
                  </a:cubicBezTo>
                  <a:cubicBezTo>
                    <a:pt x="240" y="252"/>
                    <a:pt x="332" y="160"/>
                    <a:pt x="461" y="160"/>
                  </a:cubicBezTo>
                  <a:close/>
                  <a:moveTo>
                    <a:pt x="441" y="1"/>
                  </a:moveTo>
                  <a:cubicBezTo>
                    <a:pt x="254" y="1"/>
                    <a:pt x="84" y="136"/>
                    <a:pt x="37" y="326"/>
                  </a:cubicBezTo>
                  <a:cubicBezTo>
                    <a:pt x="0" y="566"/>
                    <a:pt x="148" y="787"/>
                    <a:pt x="369" y="824"/>
                  </a:cubicBezTo>
                  <a:cubicBezTo>
                    <a:pt x="406" y="842"/>
                    <a:pt x="424" y="842"/>
                    <a:pt x="461" y="842"/>
                  </a:cubicBezTo>
                  <a:cubicBezTo>
                    <a:pt x="646" y="842"/>
                    <a:pt x="830" y="695"/>
                    <a:pt x="867" y="492"/>
                  </a:cubicBezTo>
                  <a:cubicBezTo>
                    <a:pt x="922" y="271"/>
                    <a:pt x="775" y="49"/>
                    <a:pt x="535" y="12"/>
                  </a:cubicBezTo>
                  <a:cubicBezTo>
                    <a:pt x="503" y="5"/>
                    <a:pt x="472" y="1"/>
                    <a:pt x="441" y="1"/>
                  </a:cubicBezTo>
                  <a:close/>
                </a:path>
              </a:pathLst>
            </a:custGeom>
            <a:solidFill>
              <a:srgbClr val="F3F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91"/>
            <p:cNvSpPr/>
            <p:nvPr/>
          </p:nvSpPr>
          <p:spPr>
            <a:xfrm>
              <a:off x="5596375" y="4101050"/>
              <a:ext cx="61350" cy="114800"/>
            </a:xfrm>
            <a:custGeom>
              <a:avLst/>
              <a:gdLst/>
              <a:ahLst/>
              <a:cxnLst/>
              <a:rect l="l" t="t" r="r" b="b"/>
              <a:pathLst>
                <a:path w="2454" h="4592" extrusionOk="0">
                  <a:moveTo>
                    <a:pt x="425" y="0"/>
                  </a:moveTo>
                  <a:cubicBezTo>
                    <a:pt x="185" y="0"/>
                    <a:pt x="1" y="185"/>
                    <a:pt x="1" y="424"/>
                  </a:cubicBezTo>
                  <a:lnTo>
                    <a:pt x="1" y="4168"/>
                  </a:lnTo>
                  <a:cubicBezTo>
                    <a:pt x="1" y="4407"/>
                    <a:pt x="185" y="4592"/>
                    <a:pt x="425" y="4592"/>
                  </a:cubicBezTo>
                  <a:lnTo>
                    <a:pt x="2029" y="4592"/>
                  </a:lnTo>
                  <a:cubicBezTo>
                    <a:pt x="2269" y="4592"/>
                    <a:pt x="2454" y="4407"/>
                    <a:pt x="2454" y="4168"/>
                  </a:cubicBezTo>
                  <a:lnTo>
                    <a:pt x="2454" y="424"/>
                  </a:lnTo>
                  <a:cubicBezTo>
                    <a:pt x="2454" y="185"/>
                    <a:pt x="2269" y="0"/>
                    <a:pt x="2029"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91"/>
            <p:cNvSpPr/>
            <p:nvPr/>
          </p:nvSpPr>
          <p:spPr>
            <a:xfrm>
              <a:off x="5435950" y="4220900"/>
              <a:ext cx="38750" cy="15250"/>
            </a:xfrm>
            <a:custGeom>
              <a:avLst/>
              <a:gdLst/>
              <a:ahLst/>
              <a:cxnLst/>
              <a:rect l="l" t="t" r="r" b="b"/>
              <a:pathLst>
                <a:path w="1550" h="610" extrusionOk="0">
                  <a:moveTo>
                    <a:pt x="1550" y="1"/>
                  </a:moveTo>
                  <a:lnTo>
                    <a:pt x="1" y="609"/>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91"/>
            <p:cNvSpPr/>
            <p:nvPr/>
          </p:nvSpPr>
          <p:spPr>
            <a:xfrm>
              <a:off x="5434575" y="4219975"/>
              <a:ext cx="41050" cy="17100"/>
            </a:xfrm>
            <a:custGeom>
              <a:avLst/>
              <a:gdLst/>
              <a:ahLst/>
              <a:cxnLst/>
              <a:rect l="l" t="t" r="r" b="b"/>
              <a:pathLst>
                <a:path w="1642" h="684" extrusionOk="0">
                  <a:moveTo>
                    <a:pt x="1586" y="1"/>
                  </a:moveTo>
                  <a:lnTo>
                    <a:pt x="37" y="609"/>
                  </a:lnTo>
                  <a:cubicBezTo>
                    <a:pt x="19" y="609"/>
                    <a:pt x="0" y="628"/>
                    <a:pt x="19" y="665"/>
                  </a:cubicBezTo>
                  <a:cubicBezTo>
                    <a:pt x="19" y="665"/>
                    <a:pt x="37" y="683"/>
                    <a:pt x="56" y="683"/>
                  </a:cubicBezTo>
                  <a:lnTo>
                    <a:pt x="1623" y="75"/>
                  </a:lnTo>
                  <a:cubicBezTo>
                    <a:pt x="1642" y="75"/>
                    <a:pt x="1642" y="56"/>
                    <a:pt x="1642" y="19"/>
                  </a:cubicBezTo>
                  <a:cubicBezTo>
                    <a:pt x="1642" y="1"/>
                    <a:pt x="1605" y="1"/>
                    <a:pt x="1586"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91"/>
            <p:cNvSpPr/>
            <p:nvPr/>
          </p:nvSpPr>
          <p:spPr>
            <a:xfrm>
              <a:off x="5642950" y="4168800"/>
              <a:ext cx="1875" cy="1425"/>
            </a:xfrm>
            <a:custGeom>
              <a:avLst/>
              <a:gdLst/>
              <a:ahLst/>
              <a:cxnLst/>
              <a:rect l="l" t="t" r="r" b="b"/>
              <a:pathLst>
                <a:path w="75" h="57" extrusionOk="0">
                  <a:moveTo>
                    <a:pt x="74" y="1"/>
                  </a:moveTo>
                  <a:cubicBezTo>
                    <a:pt x="56" y="19"/>
                    <a:pt x="19" y="38"/>
                    <a:pt x="0" y="56"/>
                  </a:cubicBezTo>
                  <a:cubicBezTo>
                    <a:pt x="0" y="56"/>
                    <a:pt x="0" y="56"/>
                    <a:pt x="0" y="56"/>
                  </a:cubicBezTo>
                  <a:cubicBezTo>
                    <a:pt x="19" y="38"/>
                    <a:pt x="56" y="19"/>
                    <a:pt x="7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91"/>
            <p:cNvSpPr/>
            <p:nvPr/>
          </p:nvSpPr>
          <p:spPr>
            <a:xfrm>
              <a:off x="5373250" y="4139700"/>
              <a:ext cx="279875" cy="181825"/>
            </a:xfrm>
            <a:custGeom>
              <a:avLst/>
              <a:gdLst/>
              <a:ahLst/>
              <a:cxnLst/>
              <a:rect l="l" t="t" r="r" b="b"/>
              <a:pathLst>
                <a:path w="11195" h="7273" extrusionOk="0">
                  <a:moveTo>
                    <a:pt x="10249" y="1"/>
                  </a:moveTo>
                  <a:cubicBezTo>
                    <a:pt x="9977" y="1"/>
                    <a:pt x="9647" y="280"/>
                    <a:pt x="9405" y="446"/>
                  </a:cubicBezTo>
                  <a:cubicBezTo>
                    <a:pt x="9239" y="575"/>
                    <a:pt x="9203" y="593"/>
                    <a:pt x="9073" y="704"/>
                  </a:cubicBezTo>
                  <a:cubicBezTo>
                    <a:pt x="9037" y="556"/>
                    <a:pt x="8981" y="390"/>
                    <a:pt x="8926" y="206"/>
                  </a:cubicBezTo>
                  <a:cubicBezTo>
                    <a:pt x="8908" y="132"/>
                    <a:pt x="8871" y="77"/>
                    <a:pt x="8815" y="59"/>
                  </a:cubicBezTo>
                  <a:cubicBezTo>
                    <a:pt x="8800" y="51"/>
                    <a:pt x="8782" y="46"/>
                    <a:pt x="8761" y="46"/>
                  </a:cubicBezTo>
                  <a:cubicBezTo>
                    <a:pt x="8733" y="46"/>
                    <a:pt x="8700" y="55"/>
                    <a:pt x="8668" y="77"/>
                  </a:cubicBezTo>
                  <a:cubicBezTo>
                    <a:pt x="8631" y="95"/>
                    <a:pt x="8612" y="151"/>
                    <a:pt x="8576" y="188"/>
                  </a:cubicBezTo>
                  <a:cubicBezTo>
                    <a:pt x="8299" y="556"/>
                    <a:pt x="7727" y="1755"/>
                    <a:pt x="7727" y="1755"/>
                  </a:cubicBezTo>
                  <a:cubicBezTo>
                    <a:pt x="7727" y="1792"/>
                    <a:pt x="7709" y="1829"/>
                    <a:pt x="7690" y="1866"/>
                  </a:cubicBezTo>
                  <a:cubicBezTo>
                    <a:pt x="6713" y="2198"/>
                    <a:pt x="3541" y="3470"/>
                    <a:pt x="3541" y="3470"/>
                  </a:cubicBezTo>
                  <a:lnTo>
                    <a:pt x="3431" y="2419"/>
                  </a:lnTo>
                  <a:lnTo>
                    <a:pt x="1" y="2179"/>
                  </a:lnTo>
                  <a:lnTo>
                    <a:pt x="1" y="2179"/>
                  </a:lnTo>
                  <a:cubicBezTo>
                    <a:pt x="1" y="2179"/>
                    <a:pt x="56" y="4060"/>
                    <a:pt x="185" y="4687"/>
                  </a:cubicBezTo>
                  <a:cubicBezTo>
                    <a:pt x="222" y="4908"/>
                    <a:pt x="296" y="5203"/>
                    <a:pt x="370" y="5517"/>
                  </a:cubicBezTo>
                  <a:cubicBezTo>
                    <a:pt x="628" y="6531"/>
                    <a:pt x="1495" y="7195"/>
                    <a:pt x="2453" y="7269"/>
                  </a:cubicBezTo>
                  <a:cubicBezTo>
                    <a:pt x="2496" y="7271"/>
                    <a:pt x="2539" y="7272"/>
                    <a:pt x="2582" y="7272"/>
                  </a:cubicBezTo>
                  <a:cubicBezTo>
                    <a:pt x="2893" y="7272"/>
                    <a:pt x="3215" y="7212"/>
                    <a:pt x="3523" y="7066"/>
                  </a:cubicBezTo>
                  <a:cubicBezTo>
                    <a:pt x="4058" y="6845"/>
                    <a:pt x="8115" y="4466"/>
                    <a:pt x="8668" y="4005"/>
                  </a:cubicBezTo>
                  <a:lnTo>
                    <a:pt x="8926" y="3949"/>
                  </a:lnTo>
                  <a:cubicBezTo>
                    <a:pt x="9258" y="3876"/>
                    <a:pt x="9498" y="3691"/>
                    <a:pt x="9737" y="3470"/>
                  </a:cubicBezTo>
                  <a:cubicBezTo>
                    <a:pt x="10069" y="3157"/>
                    <a:pt x="10401" y="2843"/>
                    <a:pt x="10752" y="2530"/>
                  </a:cubicBezTo>
                  <a:cubicBezTo>
                    <a:pt x="10986" y="2331"/>
                    <a:pt x="10991" y="1920"/>
                    <a:pt x="10766" y="1920"/>
                  </a:cubicBezTo>
                  <a:cubicBezTo>
                    <a:pt x="10762" y="1920"/>
                    <a:pt x="10757" y="1921"/>
                    <a:pt x="10752" y="1921"/>
                  </a:cubicBezTo>
                  <a:cubicBezTo>
                    <a:pt x="10973" y="1829"/>
                    <a:pt x="11194" y="1626"/>
                    <a:pt x="11028" y="1349"/>
                  </a:cubicBezTo>
                  <a:cubicBezTo>
                    <a:pt x="10984" y="1247"/>
                    <a:pt x="10917" y="1214"/>
                    <a:pt x="10845" y="1214"/>
                  </a:cubicBezTo>
                  <a:cubicBezTo>
                    <a:pt x="10827" y="1214"/>
                    <a:pt x="10808" y="1216"/>
                    <a:pt x="10788" y="1220"/>
                  </a:cubicBezTo>
                  <a:cubicBezTo>
                    <a:pt x="10763" y="1220"/>
                    <a:pt x="10738" y="1220"/>
                    <a:pt x="10719" y="1226"/>
                  </a:cubicBezTo>
                  <a:lnTo>
                    <a:pt x="10719" y="1226"/>
                  </a:lnTo>
                  <a:cubicBezTo>
                    <a:pt x="10913" y="1117"/>
                    <a:pt x="11079" y="972"/>
                    <a:pt x="10973" y="759"/>
                  </a:cubicBezTo>
                  <a:cubicBezTo>
                    <a:pt x="10917" y="591"/>
                    <a:pt x="10807" y="532"/>
                    <a:pt x="10679" y="532"/>
                  </a:cubicBezTo>
                  <a:cubicBezTo>
                    <a:pt x="10596" y="532"/>
                    <a:pt x="10507" y="557"/>
                    <a:pt x="10420" y="593"/>
                  </a:cubicBezTo>
                  <a:cubicBezTo>
                    <a:pt x="10567" y="501"/>
                    <a:pt x="10659" y="390"/>
                    <a:pt x="10567" y="206"/>
                  </a:cubicBezTo>
                  <a:cubicBezTo>
                    <a:pt x="10481" y="57"/>
                    <a:pt x="10371" y="1"/>
                    <a:pt x="10249"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91"/>
            <p:cNvSpPr/>
            <p:nvPr/>
          </p:nvSpPr>
          <p:spPr>
            <a:xfrm>
              <a:off x="5579325" y="4149900"/>
              <a:ext cx="20775" cy="25850"/>
            </a:xfrm>
            <a:custGeom>
              <a:avLst/>
              <a:gdLst/>
              <a:ahLst/>
              <a:cxnLst/>
              <a:rect l="l" t="t" r="r" b="b"/>
              <a:pathLst>
                <a:path w="831" h="1034" extrusionOk="0">
                  <a:moveTo>
                    <a:pt x="757" y="1"/>
                  </a:moveTo>
                  <a:cubicBezTo>
                    <a:pt x="609" y="112"/>
                    <a:pt x="1" y="1034"/>
                    <a:pt x="1" y="1034"/>
                  </a:cubicBezTo>
                  <a:lnTo>
                    <a:pt x="830" y="296"/>
                  </a:lnTo>
                  <a:lnTo>
                    <a:pt x="757"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91"/>
            <p:cNvSpPr/>
            <p:nvPr/>
          </p:nvSpPr>
          <p:spPr>
            <a:xfrm>
              <a:off x="5620350" y="4154050"/>
              <a:ext cx="14325" cy="9250"/>
            </a:xfrm>
            <a:custGeom>
              <a:avLst/>
              <a:gdLst/>
              <a:ahLst/>
              <a:cxnLst/>
              <a:rect l="l" t="t" r="r" b="b"/>
              <a:pathLst>
                <a:path w="573" h="370" extrusionOk="0">
                  <a:moveTo>
                    <a:pt x="1" y="370"/>
                  </a:moveTo>
                  <a:lnTo>
                    <a:pt x="572" y="1"/>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91"/>
            <p:cNvSpPr/>
            <p:nvPr/>
          </p:nvSpPr>
          <p:spPr>
            <a:xfrm>
              <a:off x="5618975" y="4152950"/>
              <a:ext cx="17075" cy="11275"/>
            </a:xfrm>
            <a:custGeom>
              <a:avLst/>
              <a:gdLst/>
              <a:ahLst/>
              <a:cxnLst/>
              <a:rect l="l" t="t" r="r" b="b"/>
              <a:pathLst>
                <a:path w="683" h="451" extrusionOk="0">
                  <a:moveTo>
                    <a:pt x="629" y="0"/>
                  </a:moveTo>
                  <a:cubicBezTo>
                    <a:pt x="621" y="0"/>
                    <a:pt x="614" y="3"/>
                    <a:pt x="609" y="8"/>
                  </a:cubicBezTo>
                  <a:lnTo>
                    <a:pt x="37" y="377"/>
                  </a:lnTo>
                  <a:cubicBezTo>
                    <a:pt x="19" y="377"/>
                    <a:pt x="1" y="414"/>
                    <a:pt x="19" y="432"/>
                  </a:cubicBezTo>
                  <a:cubicBezTo>
                    <a:pt x="19" y="432"/>
                    <a:pt x="37" y="451"/>
                    <a:pt x="56" y="451"/>
                  </a:cubicBezTo>
                  <a:cubicBezTo>
                    <a:pt x="56" y="451"/>
                    <a:pt x="74" y="451"/>
                    <a:pt x="74" y="432"/>
                  </a:cubicBezTo>
                  <a:lnTo>
                    <a:pt x="646" y="82"/>
                  </a:lnTo>
                  <a:cubicBezTo>
                    <a:pt x="683" y="63"/>
                    <a:pt x="683" y="45"/>
                    <a:pt x="664" y="26"/>
                  </a:cubicBezTo>
                  <a:cubicBezTo>
                    <a:pt x="664" y="13"/>
                    <a:pt x="646" y="0"/>
                    <a:pt x="629"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91"/>
            <p:cNvSpPr/>
            <p:nvPr/>
          </p:nvSpPr>
          <p:spPr>
            <a:xfrm>
              <a:off x="5627725" y="4170650"/>
              <a:ext cx="12950" cy="6475"/>
            </a:xfrm>
            <a:custGeom>
              <a:avLst/>
              <a:gdLst/>
              <a:ahLst/>
              <a:cxnLst/>
              <a:rect l="l" t="t" r="r" b="b"/>
              <a:pathLst>
                <a:path w="518" h="259" extrusionOk="0">
                  <a:moveTo>
                    <a:pt x="1" y="259"/>
                  </a:moveTo>
                  <a:lnTo>
                    <a:pt x="517" y="1"/>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91"/>
            <p:cNvSpPr/>
            <p:nvPr/>
          </p:nvSpPr>
          <p:spPr>
            <a:xfrm>
              <a:off x="5626350" y="4169550"/>
              <a:ext cx="15250" cy="8500"/>
            </a:xfrm>
            <a:custGeom>
              <a:avLst/>
              <a:gdLst/>
              <a:ahLst/>
              <a:cxnLst/>
              <a:rect l="l" t="t" r="r" b="b"/>
              <a:pathLst>
                <a:path w="610" h="340" extrusionOk="0">
                  <a:moveTo>
                    <a:pt x="563" y="0"/>
                  </a:moveTo>
                  <a:cubicBezTo>
                    <a:pt x="555" y="0"/>
                    <a:pt x="546" y="2"/>
                    <a:pt x="535" y="8"/>
                  </a:cubicBezTo>
                  <a:lnTo>
                    <a:pt x="37" y="266"/>
                  </a:lnTo>
                  <a:cubicBezTo>
                    <a:pt x="19" y="266"/>
                    <a:pt x="1" y="303"/>
                    <a:pt x="19" y="321"/>
                  </a:cubicBezTo>
                  <a:cubicBezTo>
                    <a:pt x="19" y="340"/>
                    <a:pt x="37" y="340"/>
                    <a:pt x="56" y="340"/>
                  </a:cubicBezTo>
                  <a:lnTo>
                    <a:pt x="74" y="340"/>
                  </a:lnTo>
                  <a:lnTo>
                    <a:pt x="591" y="82"/>
                  </a:lnTo>
                  <a:cubicBezTo>
                    <a:pt x="609" y="63"/>
                    <a:pt x="609" y="45"/>
                    <a:pt x="591" y="26"/>
                  </a:cubicBezTo>
                  <a:cubicBezTo>
                    <a:pt x="591" y="13"/>
                    <a:pt x="581" y="0"/>
                    <a:pt x="563"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91"/>
            <p:cNvSpPr/>
            <p:nvPr/>
          </p:nvSpPr>
          <p:spPr>
            <a:xfrm>
              <a:off x="5630050" y="4187725"/>
              <a:ext cx="12925" cy="6000"/>
            </a:xfrm>
            <a:custGeom>
              <a:avLst/>
              <a:gdLst/>
              <a:ahLst/>
              <a:cxnLst/>
              <a:rect l="l" t="t" r="r" b="b"/>
              <a:pathLst>
                <a:path w="517" h="240" extrusionOk="0">
                  <a:moveTo>
                    <a:pt x="0" y="240"/>
                  </a:moveTo>
                  <a:lnTo>
                    <a:pt x="516" y="0"/>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91"/>
            <p:cNvSpPr/>
            <p:nvPr/>
          </p:nvSpPr>
          <p:spPr>
            <a:xfrm>
              <a:off x="5629125" y="4186800"/>
              <a:ext cx="14775" cy="7850"/>
            </a:xfrm>
            <a:custGeom>
              <a:avLst/>
              <a:gdLst/>
              <a:ahLst/>
              <a:cxnLst/>
              <a:rect l="l" t="t" r="r" b="b"/>
              <a:pathLst>
                <a:path w="591" h="314" extrusionOk="0">
                  <a:moveTo>
                    <a:pt x="535" y="0"/>
                  </a:moveTo>
                  <a:lnTo>
                    <a:pt x="37" y="240"/>
                  </a:lnTo>
                  <a:cubicBezTo>
                    <a:pt x="0" y="258"/>
                    <a:pt x="0" y="277"/>
                    <a:pt x="0" y="295"/>
                  </a:cubicBezTo>
                  <a:cubicBezTo>
                    <a:pt x="19" y="314"/>
                    <a:pt x="37" y="314"/>
                    <a:pt x="37" y="314"/>
                  </a:cubicBezTo>
                  <a:lnTo>
                    <a:pt x="56" y="314"/>
                  </a:lnTo>
                  <a:lnTo>
                    <a:pt x="572" y="74"/>
                  </a:lnTo>
                  <a:cubicBezTo>
                    <a:pt x="590" y="74"/>
                    <a:pt x="590" y="55"/>
                    <a:pt x="590" y="19"/>
                  </a:cubicBezTo>
                  <a:cubicBezTo>
                    <a:pt x="572" y="0"/>
                    <a:pt x="553" y="0"/>
                    <a:pt x="535"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276;p84">
            <a:extLst>
              <a:ext uri="{FF2B5EF4-FFF2-40B4-BE49-F238E27FC236}">
                <a16:creationId xmlns:a16="http://schemas.microsoft.com/office/drawing/2014/main" id="{8C36232A-D2ED-D5CF-0C24-CAE085D06C61}"/>
              </a:ext>
            </a:extLst>
          </p:cNvPr>
          <p:cNvSpPr txBox="1">
            <a:spLocks/>
          </p:cNvSpPr>
          <p:nvPr/>
        </p:nvSpPr>
        <p:spPr>
          <a:xfrm>
            <a:off x="1571010" y="1007669"/>
            <a:ext cx="2161500" cy="1402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0" b="1" dirty="0">
                <a:solidFill>
                  <a:schemeClr val="bg1"/>
                </a:solidFill>
                <a:latin typeface="Space Grotesk" panose="020B0604020202020204" charset="0"/>
                <a:cs typeface="Space Grotesk" panose="020B0604020202020204" charset="0"/>
              </a:rPr>
              <a:t>06</a:t>
            </a:r>
          </a:p>
        </p:txBody>
      </p:sp>
      <p:sp>
        <p:nvSpPr>
          <p:cNvPr id="7" name="Rectangle 6">
            <a:extLst>
              <a:ext uri="{FF2B5EF4-FFF2-40B4-BE49-F238E27FC236}">
                <a16:creationId xmlns:a16="http://schemas.microsoft.com/office/drawing/2014/main" id="{12D5461B-2F90-9466-5A69-CDBE268E929A}"/>
              </a:ext>
            </a:extLst>
          </p:cNvPr>
          <p:cNvSpPr/>
          <p:nvPr/>
        </p:nvSpPr>
        <p:spPr>
          <a:xfrm>
            <a:off x="1728316" y="1007669"/>
            <a:ext cx="1832764" cy="1361677"/>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oogle Shape;4668;p97">
            <a:extLst>
              <a:ext uri="{FF2B5EF4-FFF2-40B4-BE49-F238E27FC236}">
                <a16:creationId xmlns:a16="http://schemas.microsoft.com/office/drawing/2014/main" id="{EA91A376-2BEE-83BA-B730-9AC3273C8CC7}"/>
              </a:ext>
            </a:extLst>
          </p:cNvPr>
          <p:cNvSpPr txBox="1">
            <a:spLocks noGrp="1"/>
          </p:cNvSpPr>
          <p:nvPr>
            <p:ph type="title"/>
          </p:nvPr>
        </p:nvSpPr>
        <p:spPr>
          <a:xfrm>
            <a:off x="871197" y="2818045"/>
            <a:ext cx="4702307" cy="1402500"/>
          </a:xfrm>
          <a:prstGeom prst="rect">
            <a:avLst/>
          </a:prstGeom>
        </p:spPr>
        <p:txBody>
          <a:bodyPr spcFirstLastPara="1" wrap="square" lIns="91425" tIns="91425" rIns="91425" bIns="91425" anchor="ctr" anchorCtr="0">
            <a:noAutofit/>
          </a:bodyPr>
          <a:lstStyle/>
          <a:p>
            <a:pPr lvl="0"/>
            <a:r>
              <a:rPr lang="en-US" sz="4400" b="1" dirty="0"/>
              <a:t>Conclusion and self-Assessment</a:t>
            </a:r>
            <a:endParaRPr sz="4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69"/>
        <p:cNvGrpSpPr/>
        <p:nvPr/>
      </p:nvGrpSpPr>
      <p:grpSpPr>
        <a:xfrm>
          <a:off x="0" y="0"/>
          <a:ext cx="0" cy="0"/>
          <a:chOff x="0" y="0"/>
          <a:chExt cx="0" cy="0"/>
        </a:xfrm>
      </p:grpSpPr>
      <p:sp>
        <p:nvSpPr>
          <p:cNvPr id="4970" name="Google Shape;4970;p109"/>
          <p:cNvSpPr txBox="1">
            <a:spLocks noGrp="1"/>
          </p:cNvSpPr>
          <p:nvPr>
            <p:ph type="subTitle" idx="1"/>
          </p:nvPr>
        </p:nvSpPr>
        <p:spPr>
          <a:xfrm>
            <a:off x="713250" y="1827053"/>
            <a:ext cx="7514390" cy="1780417"/>
          </a:xfrm>
          <a:prstGeom prst="rect">
            <a:avLst/>
          </a:prstGeom>
        </p:spPr>
        <p:txBody>
          <a:bodyPr spcFirstLastPara="1" wrap="square" lIns="91425" tIns="91425" rIns="91425" bIns="91425" anchor="t" anchorCtr="0">
            <a:noAutofit/>
          </a:bodyPr>
          <a:lstStyle/>
          <a:p>
            <a:pPr algn="ctr"/>
            <a:r>
              <a:rPr lang="en-US" dirty="0"/>
              <a:t>The models produced reasonably good results, and the analysis provided useful insights, such as identifying groups that may be more vulnerable to unemployment and industries that appear to be losing jobs.</a:t>
            </a:r>
            <a:br>
              <a:rPr lang="en-US" dirty="0"/>
            </a:br>
            <a:r>
              <a:rPr lang="en-US" dirty="0"/>
              <a:t>However, I believe that a deeper analysis and a larger dataset would be necessary to obtain more accurate and reliable results.</a:t>
            </a:r>
            <a:br>
              <a:rPr lang="en-US" dirty="0"/>
            </a:br>
            <a:r>
              <a:rPr lang="en-US" dirty="0"/>
              <a:t>Overall, the project was a valuable learning experience. It allowed me to learn and practice many of the topics covered in the course and helped me better understand how data analysis and machine learning can be used to study economic and social issues.</a:t>
            </a:r>
          </a:p>
        </p:txBody>
      </p:sp>
      <p:sp>
        <p:nvSpPr>
          <p:cNvPr id="4971" name="Google Shape;4971;p109"/>
          <p:cNvSpPr txBox="1">
            <a:spLocks noGrp="1"/>
          </p:cNvSpPr>
          <p:nvPr>
            <p:ph type="title"/>
          </p:nvPr>
        </p:nvSpPr>
        <p:spPr>
          <a:xfrm>
            <a:off x="713250" y="306753"/>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Conclusion and self assesment</a:t>
            </a:r>
            <a:endParaRPr b="1" dirty="0"/>
          </a:p>
        </p:txBody>
      </p:sp>
      <p:sp>
        <p:nvSpPr>
          <p:cNvPr id="2" name="Google Shape;4861;p104">
            <a:extLst>
              <a:ext uri="{FF2B5EF4-FFF2-40B4-BE49-F238E27FC236}">
                <a16:creationId xmlns:a16="http://schemas.microsoft.com/office/drawing/2014/main" id="{876B2ADF-408E-1FE5-AE3B-9A2A85DE2285}"/>
              </a:ext>
            </a:extLst>
          </p:cNvPr>
          <p:cNvSpPr/>
          <p:nvPr/>
        </p:nvSpPr>
        <p:spPr>
          <a:xfrm>
            <a:off x="2124581" y="1001798"/>
            <a:ext cx="5136000" cy="4554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lt1"/>
                </a:solidFill>
                <a:latin typeface="Space Grotesk Medium"/>
                <a:ea typeface="Space Grotesk Medium"/>
                <a:cs typeface="Space Grotesk Medium"/>
                <a:sym typeface="Space Grotesk Medium"/>
              </a:rPr>
              <a:t>Did You achive your goal?</a:t>
            </a:r>
            <a:endParaRPr sz="1800" dirty="0">
              <a:solidFill>
                <a:schemeClr val="lt1"/>
              </a:solidFill>
              <a:latin typeface="Space Grotesk Medium"/>
              <a:ea typeface="Space Grotesk Medium"/>
              <a:cs typeface="Space Grotesk Medium"/>
              <a:sym typeface="Space Grotesk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69">
          <a:extLst>
            <a:ext uri="{FF2B5EF4-FFF2-40B4-BE49-F238E27FC236}">
              <a16:creationId xmlns:a16="http://schemas.microsoft.com/office/drawing/2014/main" id="{21C2F6AA-4861-E2CF-FBC0-A5E92B1914F8}"/>
            </a:ext>
          </a:extLst>
        </p:cNvPr>
        <p:cNvGrpSpPr/>
        <p:nvPr/>
      </p:nvGrpSpPr>
      <p:grpSpPr>
        <a:xfrm>
          <a:off x="0" y="0"/>
          <a:ext cx="0" cy="0"/>
          <a:chOff x="0" y="0"/>
          <a:chExt cx="0" cy="0"/>
        </a:xfrm>
      </p:grpSpPr>
      <p:sp>
        <p:nvSpPr>
          <p:cNvPr id="4970" name="Google Shape;4970;p109">
            <a:extLst>
              <a:ext uri="{FF2B5EF4-FFF2-40B4-BE49-F238E27FC236}">
                <a16:creationId xmlns:a16="http://schemas.microsoft.com/office/drawing/2014/main" id="{6CC0962D-AEE0-DD36-C3A6-62E5732099D8}"/>
              </a:ext>
            </a:extLst>
          </p:cNvPr>
          <p:cNvSpPr txBox="1">
            <a:spLocks noGrp="1"/>
          </p:cNvSpPr>
          <p:nvPr>
            <p:ph type="subTitle" idx="1"/>
          </p:nvPr>
        </p:nvSpPr>
        <p:spPr>
          <a:xfrm>
            <a:off x="713250" y="897848"/>
            <a:ext cx="7474610" cy="3848364"/>
          </a:xfrm>
          <a:prstGeom prst="rect">
            <a:avLst/>
          </a:prstGeom>
        </p:spPr>
        <p:txBody>
          <a:bodyPr spcFirstLastPara="1" wrap="square" lIns="91425" tIns="91425" rIns="91425" bIns="91425" anchor="t" anchorCtr="0">
            <a:noAutofit/>
          </a:bodyPr>
          <a:lstStyle/>
          <a:p>
            <a:pPr algn="l"/>
            <a:endParaRPr lang="en-US" dirty="0"/>
          </a:p>
          <a:p>
            <a:pPr algn="ctr"/>
            <a:r>
              <a:rPr lang="en-US" b="1" dirty="0"/>
              <a:t>Areas for Improvement</a:t>
            </a:r>
          </a:p>
          <a:p>
            <a:pPr algn="ctr"/>
            <a:r>
              <a:rPr lang="en-US" dirty="0"/>
              <a:t>Deeper knowledge of economic indicators and their relationships</a:t>
            </a:r>
          </a:p>
          <a:p>
            <a:pPr algn="ctr"/>
            <a:r>
              <a:rPr lang="en-US" dirty="0"/>
              <a:t>More experience with Power BI visualization techniques and more experience with python.</a:t>
            </a:r>
          </a:p>
          <a:p>
            <a:pPr algn="ctr"/>
            <a:r>
              <a:rPr lang="en-US" dirty="0"/>
              <a:t>Improving model performance through more advanced feature engineering</a:t>
            </a:r>
          </a:p>
          <a:p>
            <a:pPr algn="l"/>
            <a:endParaRPr lang="en-US" dirty="0"/>
          </a:p>
          <a:p>
            <a:pPr algn="l"/>
            <a:endParaRPr lang="en-US" dirty="0"/>
          </a:p>
          <a:p>
            <a:pPr algn="ctr"/>
            <a:endParaRPr lang="en-US" b="1" dirty="0"/>
          </a:p>
          <a:p>
            <a:pPr algn="ctr"/>
            <a:r>
              <a:rPr lang="en-US" b="1" dirty="0"/>
              <a:t>Future Improvements</a:t>
            </a:r>
          </a:p>
          <a:p>
            <a:pPr algn="ctr"/>
            <a:r>
              <a:rPr lang="en-US" dirty="0"/>
              <a:t>Expand the dataset with additional economic indicators</a:t>
            </a:r>
          </a:p>
          <a:p>
            <a:pPr algn="ctr"/>
            <a:r>
              <a:rPr lang="en-US" dirty="0"/>
              <a:t>Explore more advanced machine learning models</a:t>
            </a:r>
          </a:p>
          <a:p>
            <a:pPr algn="ctr"/>
            <a:r>
              <a:rPr lang="en-US" dirty="0"/>
              <a:t>Improve dashboard usability and visual design</a:t>
            </a:r>
          </a:p>
          <a:p>
            <a:pPr algn="l"/>
            <a:endParaRPr lang="en-US" dirty="0"/>
          </a:p>
          <a:p>
            <a:pPr marL="0" lvl="0" indent="0"/>
            <a:endParaRPr dirty="0"/>
          </a:p>
        </p:txBody>
      </p:sp>
      <p:sp>
        <p:nvSpPr>
          <p:cNvPr id="4971" name="Google Shape;4971;p109">
            <a:extLst>
              <a:ext uri="{FF2B5EF4-FFF2-40B4-BE49-F238E27FC236}">
                <a16:creationId xmlns:a16="http://schemas.microsoft.com/office/drawing/2014/main" id="{382DCC09-5D35-153F-C339-22EE793476CD}"/>
              </a:ext>
            </a:extLst>
          </p:cNvPr>
          <p:cNvSpPr txBox="1">
            <a:spLocks noGrp="1"/>
          </p:cNvSpPr>
          <p:nvPr>
            <p:ph type="title"/>
          </p:nvPr>
        </p:nvSpPr>
        <p:spPr>
          <a:xfrm>
            <a:off x="713250" y="170951"/>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Conclusion and self assesment</a:t>
            </a:r>
            <a:endParaRPr b="1" dirty="0"/>
          </a:p>
        </p:txBody>
      </p:sp>
    </p:spTree>
    <p:extLst>
      <p:ext uri="{BB962C8B-B14F-4D97-AF65-F5344CB8AC3E}">
        <p14:creationId xmlns:p14="http://schemas.microsoft.com/office/powerpoint/2010/main" val="4042342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26">
          <a:extLst>
            <a:ext uri="{FF2B5EF4-FFF2-40B4-BE49-F238E27FC236}">
              <a16:creationId xmlns:a16="http://schemas.microsoft.com/office/drawing/2014/main" id="{0CC800D7-86E5-6983-6E71-F2CD2F91243E}"/>
            </a:ext>
          </a:extLst>
        </p:cNvPr>
        <p:cNvGrpSpPr/>
        <p:nvPr/>
      </p:nvGrpSpPr>
      <p:grpSpPr>
        <a:xfrm>
          <a:off x="0" y="0"/>
          <a:ext cx="0" cy="0"/>
          <a:chOff x="0" y="0"/>
          <a:chExt cx="0" cy="0"/>
        </a:xfrm>
      </p:grpSpPr>
      <p:sp>
        <p:nvSpPr>
          <p:cNvPr id="3727" name="Google Shape;3727;p64">
            <a:extLst>
              <a:ext uri="{FF2B5EF4-FFF2-40B4-BE49-F238E27FC236}">
                <a16:creationId xmlns:a16="http://schemas.microsoft.com/office/drawing/2014/main" id="{EEB60920-7018-8EE2-109B-608AC43AC728}"/>
              </a:ext>
            </a:extLst>
          </p:cNvPr>
          <p:cNvSpPr txBox="1">
            <a:spLocks noGrp="1"/>
          </p:cNvSpPr>
          <p:nvPr>
            <p:ph type="subTitle" idx="1"/>
          </p:nvPr>
        </p:nvSpPr>
        <p:spPr>
          <a:xfrm>
            <a:off x="1121121" y="554614"/>
            <a:ext cx="7206558" cy="1697471"/>
          </a:xfrm>
          <a:prstGeom prst="rect">
            <a:avLst/>
          </a:prstGeom>
        </p:spPr>
        <p:txBody>
          <a:bodyPr spcFirstLastPara="1" wrap="square" lIns="91425" tIns="91425" rIns="91425" bIns="91425" anchor="t" anchorCtr="0">
            <a:noAutofit/>
          </a:bodyPr>
          <a:lstStyle/>
          <a:p>
            <a:endParaRPr lang="en-US" dirty="0"/>
          </a:p>
          <a:p>
            <a:endParaRPr lang="en-US" dirty="0"/>
          </a:p>
          <a:p>
            <a:endParaRPr lang="en-US" dirty="0"/>
          </a:p>
          <a:p>
            <a:r>
              <a:rPr lang="en-US" dirty="0"/>
              <a:t>Big thanks o the teacher, for sharing your knowledge and supporting this learning journey.</a:t>
            </a:r>
          </a:p>
          <a:p>
            <a:pPr marL="0" lvl="0" indent="0"/>
            <a:endParaRPr dirty="0"/>
          </a:p>
        </p:txBody>
      </p:sp>
    </p:spTree>
    <p:extLst>
      <p:ext uri="{BB962C8B-B14F-4D97-AF65-F5344CB8AC3E}">
        <p14:creationId xmlns:p14="http://schemas.microsoft.com/office/powerpoint/2010/main" val="3960496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92"/>
        <p:cNvGrpSpPr/>
        <p:nvPr/>
      </p:nvGrpSpPr>
      <p:grpSpPr>
        <a:xfrm>
          <a:off x="0" y="0"/>
          <a:ext cx="0" cy="0"/>
          <a:chOff x="0" y="0"/>
          <a:chExt cx="0" cy="0"/>
        </a:xfrm>
      </p:grpSpPr>
      <p:grpSp>
        <p:nvGrpSpPr>
          <p:cNvPr id="4993" name="Google Shape;4993;p111"/>
          <p:cNvGrpSpPr/>
          <p:nvPr/>
        </p:nvGrpSpPr>
        <p:grpSpPr>
          <a:xfrm>
            <a:off x="477338" y="2024919"/>
            <a:ext cx="4417139" cy="4087652"/>
            <a:chOff x="477338" y="2024919"/>
            <a:chExt cx="4417139" cy="4087652"/>
          </a:xfrm>
        </p:grpSpPr>
        <p:grpSp>
          <p:nvGrpSpPr>
            <p:cNvPr id="4994" name="Google Shape;4994;p111"/>
            <p:cNvGrpSpPr/>
            <p:nvPr/>
          </p:nvGrpSpPr>
          <p:grpSpPr>
            <a:xfrm>
              <a:off x="477338" y="2024919"/>
              <a:ext cx="4417139" cy="4087652"/>
              <a:chOff x="1576575" y="1216150"/>
              <a:chExt cx="4585900" cy="4243825"/>
            </a:xfrm>
          </p:grpSpPr>
          <p:sp>
            <p:nvSpPr>
              <p:cNvPr id="4995" name="Google Shape;4995;p111"/>
              <p:cNvSpPr/>
              <p:nvPr/>
            </p:nvSpPr>
            <p:spPr>
              <a:xfrm>
                <a:off x="4733875" y="3568325"/>
                <a:ext cx="1177350" cy="1891025"/>
              </a:xfrm>
              <a:custGeom>
                <a:avLst/>
                <a:gdLst/>
                <a:ahLst/>
                <a:cxnLst/>
                <a:rect l="l" t="t" r="r" b="b"/>
                <a:pathLst>
                  <a:path w="47094" h="75641" extrusionOk="0">
                    <a:moveTo>
                      <a:pt x="7043" y="1"/>
                    </a:moveTo>
                    <a:cubicBezTo>
                      <a:pt x="7043" y="1"/>
                      <a:pt x="3308" y="32658"/>
                      <a:pt x="2155" y="40327"/>
                    </a:cubicBezTo>
                    <a:cubicBezTo>
                      <a:pt x="1003" y="47996"/>
                      <a:pt x="0" y="75640"/>
                      <a:pt x="0" y="75640"/>
                    </a:cubicBezTo>
                    <a:lnTo>
                      <a:pt x="19449" y="75640"/>
                    </a:lnTo>
                    <a:cubicBezTo>
                      <a:pt x="19449" y="75640"/>
                      <a:pt x="21629" y="38798"/>
                      <a:pt x="26416" y="24387"/>
                    </a:cubicBezTo>
                    <a:cubicBezTo>
                      <a:pt x="26416" y="24387"/>
                      <a:pt x="26542" y="66818"/>
                      <a:pt x="27694" y="75640"/>
                    </a:cubicBezTo>
                    <a:lnTo>
                      <a:pt x="47093" y="75640"/>
                    </a:lnTo>
                    <a:cubicBezTo>
                      <a:pt x="47093" y="75640"/>
                      <a:pt x="46842" y="23434"/>
                      <a:pt x="46066" y="15941"/>
                    </a:cubicBezTo>
                    <a:cubicBezTo>
                      <a:pt x="45289" y="8447"/>
                      <a:pt x="43835" y="1"/>
                      <a:pt x="438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111"/>
              <p:cNvSpPr/>
              <p:nvPr/>
            </p:nvSpPr>
            <p:spPr>
              <a:xfrm>
                <a:off x="5301525" y="4029475"/>
                <a:ext cx="92775" cy="148525"/>
              </a:xfrm>
              <a:custGeom>
                <a:avLst/>
                <a:gdLst/>
                <a:ahLst/>
                <a:cxnLst/>
                <a:rect l="l" t="t" r="r" b="b"/>
                <a:pathLst>
                  <a:path w="3711" h="5941" extrusionOk="0">
                    <a:moveTo>
                      <a:pt x="1" y="1"/>
                    </a:moveTo>
                    <a:lnTo>
                      <a:pt x="1" y="1"/>
                    </a:lnTo>
                    <a:cubicBezTo>
                      <a:pt x="176" y="552"/>
                      <a:pt x="402" y="1104"/>
                      <a:pt x="653" y="1630"/>
                    </a:cubicBezTo>
                    <a:cubicBezTo>
                      <a:pt x="903" y="2181"/>
                      <a:pt x="1179" y="2683"/>
                      <a:pt x="1480" y="3209"/>
                    </a:cubicBezTo>
                    <a:cubicBezTo>
                      <a:pt x="1780" y="3710"/>
                      <a:pt x="2106" y="4212"/>
                      <a:pt x="2482" y="4663"/>
                    </a:cubicBezTo>
                    <a:cubicBezTo>
                      <a:pt x="2833" y="5139"/>
                      <a:pt x="3234" y="5590"/>
                      <a:pt x="3710" y="5941"/>
                    </a:cubicBezTo>
                    <a:cubicBezTo>
                      <a:pt x="3384" y="5440"/>
                      <a:pt x="3109" y="4938"/>
                      <a:pt x="2808" y="4437"/>
                    </a:cubicBezTo>
                    <a:lnTo>
                      <a:pt x="1931" y="2933"/>
                    </a:lnTo>
                    <a:cubicBezTo>
                      <a:pt x="1329" y="1931"/>
                      <a:pt x="728" y="953"/>
                      <a:pt x="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111"/>
              <p:cNvSpPr/>
              <p:nvPr/>
            </p:nvSpPr>
            <p:spPr>
              <a:xfrm>
                <a:off x="5786500" y="3573350"/>
                <a:ext cx="76475" cy="1886000"/>
              </a:xfrm>
              <a:custGeom>
                <a:avLst/>
                <a:gdLst/>
                <a:ahLst/>
                <a:cxnLst/>
                <a:rect l="l" t="t" r="r" b="b"/>
                <a:pathLst>
                  <a:path w="3059" h="75440" fill="none" extrusionOk="0">
                    <a:moveTo>
                      <a:pt x="1" y="0"/>
                    </a:moveTo>
                    <a:cubicBezTo>
                      <a:pt x="1" y="0"/>
                      <a:pt x="2306" y="12106"/>
                      <a:pt x="2306" y="15940"/>
                    </a:cubicBezTo>
                    <a:cubicBezTo>
                      <a:pt x="2306" y="19775"/>
                      <a:pt x="3058" y="75439"/>
                      <a:pt x="3058" y="75439"/>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111"/>
              <p:cNvSpPr/>
              <p:nvPr/>
            </p:nvSpPr>
            <p:spPr>
              <a:xfrm>
                <a:off x="5728850" y="3573350"/>
                <a:ext cx="115325" cy="422325"/>
              </a:xfrm>
              <a:custGeom>
                <a:avLst/>
                <a:gdLst/>
                <a:ahLst/>
                <a:cxnLst/>
                <a:rect l="l" t="t" r="r" b="b"/>
                <a:pathLst>
                  <a:path w="4613" h="16893" fill="none" extrusionOk="0">
                    <a:moveTo>
                      <a:pt x="1" y="0"/>
                    </a:moveTo>
                    <a:cubicBezTo>
                      <a:pt x="1" y="0"/>
                      <a:pt x="1354" y="16893"/>
                      <a:pt x="4612" y="16893"/>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111"/>
              <p:cNvSpPr/>
              <p:nvPr/>
            </p:nvSpPr>
            <p:spPr>
              <a:xfrm>
                <a:off x="4852275" y="3573350"/>
                <a:ext cx="109050" cy="422325"/>
              </a:xfrm>
              <a:custGeom>
                <a:avLst/>
                <a:gdLst/>
                <a:ahLst/>
                <a:cxnLst/>
                <a:rect l="l" t="t" r="r" b="b"/>
                <a:pathLst>
                  <a:path w="4362" h="16893" fill="none" extrusionOk="0">
                    <a:moveTo>
                      <a:pt x="4337" y="0"/>
                    </a:moveTo>
                    <a:cubicBezTo>
                      <a:pt x="4337" y="0"/>
                      <a:pt x="4362" y="15940"/>
                      <a:pt x="1" y="16893"/>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111"/>
              <p:cNvSpPr/>
              <p:nvPr/>
            </p:nvSpPr>
            <p:spPr>
              <a:xfrm>
                <a:off x="5196275" y="4140400"/>
                <a:ext cx="169200" cy="1318950"/>
              </a:xfrm>
              <a:custGeom>
                <a:avLst/>
                <a:gdLst/>
                <a:ahLst/>
                <a:cxnLst/>
                <a:rect l="l" t="t" r="r" b="b"/>
                <a:pathLst>
                  <a:path w="6768" h="52758" fill="none" extrusionOk="0">
                    <a:moveTo>
                      <a:pt x="6767" y="0"/>
                    </a:moveTo>
                    <a:cubicBezTo>
                      <a:pt x="6767" y="0"/>
                      <a:pt x="3835" y="13033"/>
                      <a:pt x="2682" y="23384"/>
                    </a:cubicBezTo>
                    <a:cubicBezTo>
                      <a:pt x="1529" y="33760"/>
                      <a:pt x="0" y="52757"/>
                      <a:pt x="0" y="52757"/>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111"/>
              <p:cNvSpPr/>
              <p:nvPr/>
            </p:nvSpPr>
            <p:spPr>
              <a:xfrm>
                <a:off x="5140500" y="1859675"/>
                <a:ext cx="408550" cy="463675"/>
              </a:xfrm>
              <a:custGeom>
                <a:avLst/>
                <a:gdLst/>
                <a:ahLst/>
                <a:cxnLst/>
                <a:rect l="l" t="t" r="r" b="b"/>
                <a:pathLst>
                  <a:path w="16342" h="18547" extrusionOk="0">
                    <a:moveTo>
                      <a:pt x="1003" y="1"/>
                    </a:moveTo>
                    <a:lnTo>
                      <a:pt x="1" y="15765"/>
                    </a:lnTo>
                    <a:cubicBezTo>
                      <a:pt x="1" y="15765"/>
                      <a:pt x="2758" y="18547"/>
                      <a:pt x="7520" y="18547"/>
                    </a:cubicBezTo>
                    <a:cubicBezTo>
                      <a:pt x="12307" y="18547"/>
                      <a:pt x="16342" y="13635"/>
                      <a:pt x="16342" y="13635"/>
                    </a:cubicBezTo>
                    <a:lnTo>
                      <a:pt x="13259"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111"/>
              <p:cNvSpPr/>
              <p:nvPr/>
            </p:nvSpPr>
            <p:spPr>
              <a:xfrm>
                <a:off x="5154925" y="1859675"/>
                <a:ext cx="345875" cy="211175"/>
              </a:xfrm>
              <a:custGeom>
                <a:avLst/>
                <a:gdLst/>
                <a:ahLst/>
                <a:cxnLst/>
                <a:rect l="l" t="t" r="r" b="b"/>
                <a:pathLst>
                  <a:path w="13835" h="8447" extrusionOk="0">
                    <a:moveTo>
                      <a:pt x="426" y="1"/>
                    </a:moveTo>
                    <a:lnTo>
                      <a:pt x="0" y="6617"/>
                    </a:lnTo>
                    <a:cubicBezTo>
                      <a:pt x="1363" y="7504"/>
                      <a:pt x="3267" y="8447"/>
                      <a:pt x="5229" y="8447"/>
                    </a:cubicBezTo>
                    <a:cubicBezTo>
                      <a:pt x="5540" y="8447"/>
                      <a:pt x="5853" y="8423"/>
                      <a:pt x="6166" y="8371"/>
                    </a:cubicBezTo>
                    <a:cubicBezTo>
                      <a:pt x="8647" y="7945"/>
                      <a:pt x="11830" y="6291"/>
                      <a:pt x="13835" y="5113"/>
                    </a:cubicBezTo>
                    <a:lnTo>
                      <a:pt x="12682"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111"/>
              <p:cNvSpPr/>
              <p:nvPr/>
            </p:nvSpPr>
            <p:spPr>
              <a:xfrm>
                <a:off x="4968825" y="1630675"/>
                <a:ext cx="123450" cy="211150"/>
              </a:xfrm>
              <a:custGeom>
                <a:avLst/>
                <a:gdLst/>
                <a:ahLst/>
                <a:cxnLst/>
                <a:rect l="l" t="t" r="r" b="b"/>
                <a:pathLst>
                  <a:path w="4938" h="8446" extrusionOk="0">
                    <a:moveTo>
                      <a:pt x="1991" y="0"/>
                    </a:moveTo>
                    <a:cubicBezTo>
                      <a:pt x="1937" y="0"/>
                      <a:pt x="1884" y="4"/>
                      <a:pt x="1830" y="13"/>
                    </a:cubicBezTo>
                    <a:cubicBezTo>
                      <a:pt x="652" y="188"/>
                      <a:pt x="1" y="2218"/>
                      <a:pt x="352" y="4549"/>
                    </a:cubicBezTo>
                    <a:cubicBezTo>
                      <a:pt x="686" y="6748"/>
                      <a:pt x="1819" y="8446"/>
                      <a:pt x="2923" y="8446"/>
                    </a:cubicBezTo>
                    <a:cubicBezTo>
                      <a:pt x="2977" y="8446"/>
                      <a:pt x="3030" y="8442"/>
                      <a:pt x="3083" y="8434"/>
                    </a:cubicBezTo>
                    <a:cubicBezTo>
                      <a:pt x="4261" y="8258"/>
                      <a:pt x="4938" y="6228"/>
                      <a:pt x="4587" y="3897"/>
                    </a:cubicBezTo>
                    <a:cubicBezTo>
                      <a:pt x="4252" y="1698"/>
                      <a:pt x="3097" y="0"/>
                      <a:pt x="1991"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111"/>
              <p:cNvSpPr/>
              <p:nvPr/>
            </p:nvSpPr>
            <p:spPr>
              <a:xfrm>
                <a:off x="5000800" y="1692375"/>
                <a:ext cx="47000" cy="126050"/>
              </a:xfrm>
              <a:custGeom>
                <a:avLst/>
                <a:gdLst/>
                <a:ahLst/>
                <a:cxnLst/>
                <a:rect l="l" t="t" r="r" b="b"/>
                <a:pathLst>
                  <a:path w="1880" h="5042" extrusionOk="0">
                    <a:moveTo>
                      <a:pt x="902" y="1"/>
                    </a:moveTo>
                    <a:cubicBezTo>
                      <a:pt x="276" y="1"/>
                      <a:pt x="50" y="602"/>
                      <a:pt x="25" y="828"/>
                    </a:cubicBezTo>
                    <a:cubicBezTo>
                      <a:pt x="0" y="1075"/>
                      <a:pt x="754" y="5041"/>
                      <a:pt x="1279" y="5041"/>
                    </a:cubicBezTo>
                    <a:cubicBezTo>
                      <a:pt x="1287" y="5041"/>
                      <a:pt x="1295" y="5040"/>
                      <a:pt x="1303" y="5038"/>
                    </a:cubicBezTo>
                    <a:cubicBezTo>
                      <a:pt x="1829" y="4913"/>
                      <a:pt x="777" y="2206"/>
                      <a:pt x="1078" y="2131"/>
                    </a:cubicBezTo>
                    <a:cubicBezTo>
                      <a:pt x="1378" y="2056"/>
                      <a:pt x="1829" y="1780"/>
                      <a:pt x="1854" y="1204"/>
                    </a:cubicBezTo>
                    <a:cubicBezTo>
                      <a:pt x="1880" y="853"/>
                      <a:pt x="1654" y="502"/>
                      <a:pt x="1479" y="276"/>
                    </a:cubicBezTo>
                    <a:cubicBezTo>
                      <a:pt x="1328" y="101"/>
                      <a:pt x="1128" y="1"/>
                      <a:pt x="9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111"/>
              <p:cNvSpPr/>
              <p:nvPr/>
            </p:nvSpPr>
            <p:spPr>
              <a:xfrm>
                <a:off x="4997650" y="1329600"/>
                <a:ext cx="640825" cy="688450"/>
              </a:xfrm>
              <a:custGeom>
                <a:avLst/>
                <a:gdLst/>
                <a:ahLst/>
                <a:cxnLst/>
                <a:rect l="l" t="t" r="r" b="b"/>
                <a:pathLst>
                  <a:path w="25633" h="27538" extrusionOk="0">
                    <a:moveTo>
                      <a:pt x="13184" y="0"/>
                    </a:moveTo>
                    <a:cubicBezTo>
                      <a:pt x="4813" y="0"/>
                      <a:pt x="1680" y="3910"/>
                      <a:pt x="1404" y="5990"/>
                    </a:cubicBezTo>
                    <a:cubicBezTo>
                      <a:pt x="1404" y="5990"/>
                      <a:pt x="1" y="14737"/>
                      <a:pt x="1404" y="19399"/>
                    </a:cubicBezTo>
                    <a:cubicBezTo>
                      <a:pt x="2750" y="23791"/>
                      <a:pt x="8144" y="27537"/>
                      <a:pt x="11615" y="27537"/>
                    </a:cubicBezTo>
                    <a:cubicBezTo>
                      <a:pt x="11828" y="27537"/>
                      <a:pt x="12034" y="27523"/>
                      <a:pt x="12231" y="27494"/>
                    </a:cubicBezTo>
                    <a:cubicBezTo>
                      <a:pt x="15640" y="26993"/>
                      <a:pt x="20727" y="22983"/>
                      <a:pt x="22156" y="19324"/>
                    </a:cubicBezTo>
                    <a:cubicBezTo>
                      <a:pt x="23560" y="15665"/>
                      <a:pt x="25489" y="17319"/>
                      <a:pt x="25565" y="13334"/>
                    </a:cubicBezTo>
                    <a:cubicBezTo>
                      <a:pt x="25633" y="9707"/>
                      <a:pt x="24348" y="8274"/>
                      <a:pt x="22618" y="8274"/>
                    </a:cubicBezTo>
                    <a:cubicBezTo>
                      <a:pt x="22435" y="8274"/>
                      <a:pt x="22248" y="8290"/>
                      <a:pt x="22056" y="8321"/>
                    </a:cubicBezTo>
                    <a:cubicBezTo>
                      <a:pt x="22056" y="8321"/>
                      <a:pt x="21529" y="0"/>
                      <a:pt x="1318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111"/>
              <p:cNvSpPr/>
              <p:nvPr/>
            </p:nvSpPr>
            <p:spPr>
              <a:xfrm>
                <a:off x="5085375" y="1685150"/>
                <a:ext cx="55150" cy="19775"/>
              </a:xfrm>
              <a:custGeom>
                <a:avLst/>
                <a:gdLst/>
                <a:ahLst/>
                <a:cxnLst/>
                <a:rect l="l" t="t" r="r" b="b"/>
                <a:pathLst>
                  <a:path w="2206" h="791" extrusionOk="0">
                    <a:moveTo>
                      <a:pt x="1106" y="0"/>
                    </a:moveTo>
                    <a:cubicBezTo>
                      <a:pt x="713" y="0"/>
                      <a:pt x="295" y="181"/>
                      <a:pt x="0" y="791"/>
                    </a:cubicBezTo>
                    <a:lnTo>
                      <a:pt x="2206" y="390"/>
                    </a:lnTo>
                    <a:cubicBezTo>
                      <a:pt x="2206" y="390"/>
                      <a:pt x="1683" y="0"/>
                      <a:pt x="1106" y="0"/>
                    </a:cubicBezTo>
                    <a:close/>
                  </a:path>
                </a:pathLst>
              </a:custGeom>
              <a:solidFill>
                <a:srgbClr val="0521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111"/>
              <p:cNvSpPr/>
              <p:nvPr/>
            </p:nvSpPr>
            <p:spPr>
              <a:xfrm>
                <a:off x="5325975" y="1677650"/>
                <a:ext cx="58925" cy="18525"/>
              </a:xfrm>
              <a:custGeom>
                <a:avLst/>
                <a:gdLst/>
                <a:ahLst/>
                <a:cxnLst/>
                <a:rect l="l" t="t" r="r" b="b"/>
                <a:pathLst>
                  <a:path w="2357" h="741" extrusionOk="0">
                    <a:moveTo>
                      <a:pt x="1063" y="1"/>
                    </a:moveTo>
                    <a:cubicBezTo>
                      <a:pt x="418" y="1"/>
                      <a:pt x="0" y="439"/>
                      <a:pt x="0" y="439"/>
                    </a:cubicBezTo>
                    <a:lnTo>
                      <a:pt x="2356" y="740"/>
                    </a:lnTo>
                    <a:cubicBezTo>
                      <a:pt x="2356" y="740"/>
                      <a:pt x="2005" y="114"/>
                      <a:pt x="1254" y="13"/>
                    </a:cubicBezTo>
                    <a:cubicBezTo>
                      <a:pt x="1188" y="5"/>
                      <a:pt x="1125" y="1"/>
                      <a:pt x="1063" y="1"/>
                    </a:cubicBezTo>
                    <a:close/>
                  </a:path>
                </a:pathLst>
              </a:custGeom>
              <a:solidFill>
                <a:srgbClr val="0521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111"/>
              <p:cNvSpPr/>
              <p:nvPr/>
            </p:nvSpPr>
            <p:spPr>
              <a:xfrm>
                <a:off x="4942200" y="1229425"/>
                <a:ext cx="744700" cy="583300"/>
              </a:xfrm>
              <a:custGeom>
                <a:avLst/>
                <a:gdLst/>
                <a:ahLst/>
                <a:cxnLst/>
                <a:rect l="l" t="t" r="r" b="b"/>
                <a:pathLst>
                  <a:path w="29788" h="23332" extrusionOk="0">
                    <a:moveTo>
                      <a:pt x="14574" y="0"/>
                    </a:moveTo>
                    <a:cubicBezTo>
                      <a:pt x="13878" y="0"/>
                      <a:pt x="13143" y="54"/>
                      <a:pt x="12369" y="173"/>
                    </a:cubicBezTo>
                    <a:cubicBezTo>
                      <a:pt x="4198" y="1426"/>
                      <a:pt x="1467" y="7341"/>
                      <a:pt x="1041" y="9747"/>
                    </a:cubicBezTo>
                    <a:cubicBezTo>
                      <a:pt x="627" y="12108"/>
                      <a:pt x="0" y="17355"/>
                      <a:pt x="2744" y="17355"/>
                    </a:cubicBezTo>
                    <a:cubicBezTo>
                      <a:pt x="2825" y="17355"/>
                      <a:pt x="2909" y="17350"/>
                      <a:pt x="2995" y="17341"/>
                    </a:cubicBezTo>
                    <a:cubicBezTo>
                      <a:pt x="6028" y="16990"/>
                      <a:pt x="6830" y="12755"/>
                      <a:pt x="6830" y="12754"/>
                    </a:cubicBezTo>
                    <a:lnTo>
                      <a:pt x="6830" y="12754"/>
                    </a:lnTo>
                    <a:cubicBezTo>
                      <a:pt x="6830" y="12755"/>
                      <a:pt x="6405" y="16750"/>
                      <a:pt x="8653" y="16750"/>
                    </a:cubicBezTo>
                    <a:cubicBezTo>
                      <a:pt x="8720" y="16750"/>
                      <a:pt x="8789" y="16746"/>
                      <a:pt x="8860" y="16739"/>
                    </a:cubicBezTo>
                    <a:cubicBezTo>
                      <a:pt x="11366" y="16489"/>
                      <a:pt x="12870" y="12429"/>
                      <a:pt x="12870" y="12428"/>
                    </a:cubicBezTo>
                    <a:lnTo>
                      <a:pt x="12870" y="12428"/>
                    </a:lnTo>
                    <a:cubicBezTo>
                      <a:pt x="12870" y="12429"/>
                      <a:pt x="12206" y="16339"/>
                      <a:pt x="15264" y="16339"/>
                    </a:cubicBezTo>
                    <a:cubicBezTo>
                      <a:pt x="15293" y="16339"/>
                      <a:pt x="15322" y="16339"/>
                      <a:pt x="15351" y="16338"/>
                    </a:cubicBezTo>
                    <a:cubicBezTo>
                      <a:pt x="18534" y="16238"/>
                      <a:pt x="20790" y="11827"/>
                      <a:pt x="20790" y="11827"/>
                    </a:cubicBezTo>
                    <a:cubicBezTo>
                      <a:pt x="20790" y="11827"/>
                      <a:pt x="21191" y="16814"/>
                      <a:pt x="22194" y="19020"/>
                    </a:cubicBezTo>
                    <a:lnTo>
                      <a:pt x="23372" y="18669"/>
                    </a:lnTo>
                    <a:cubicBezTo>
                      <a:pt x="23372" y="18669"/>
                      <a:pt x="23211" y="13674"/>
                      <a:pt x="25651" y="13674"/>
                    </a:cubicBezTo>
                    <a:cubicBezTo>
                      <a:pt x="25763" y="13674"/>
                      <a:pt x="25880" y="13685"/>
                      <a:pt x="26003" y="13707"/>
                    </a:cubicBezTo>
                    <a:cubicBezTo>
                      <a:pt x="28785" y="14208"/>
                      <a:pt x="26755" y="20298"/>
                      <a:pt x="25326" y="21526"/>
                    </a:cubicBezTo>
                    <a:cubicBezTo>
                      <a:pt x="25326" y="21526"/>
                      <a:pt x="24900" y="21927"/>
                      <a:pt x="24374" y="23331"/>
                    </a:cubicBezTo>
                    <a:cubicBezTo>
                      <a:pt x="24374" y="23331"/>
                      <a:pt x="24381" y="23331"/>
                      <a:pt x="24396" y="23331"/>
                    </a:cubicBezTo>
                    <a:cubicBezTo>
                      <a:pt x="24721" y="23331"/>
                      <a:pt x="28585" y="23216"/>
                      <a:pt x="29161" y="17767"/>
                    </a:cubicBezTo>
                    <a:cubicBezTo>
                      <a:pt x="29788" y="12078"/>
                      <a:pt x="27507" y="4910"/>
                      <a:pt x="24374" y="4910"/>
                    </a:cubicBezTo>
                    <a:cubicBezTo>
                      <a:pt x="24374" y="4910"/>
                      <a:pt x="21231" y="0"/>
                      <a:pt x="14574"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111"/>
              <p:cNvSpPr/>
              <p:nvPr/>
            </p:nvSpPr>
            <p:spPr>
              <a:xfrm>
                <a:off x="5210050" y="1761300"/>
                <a:ext cx="57675" cy="112800"/>
              </a:xfrm>
              <a:custGeom>
                <a:avLst/>
                <a:gdLst/>
                <a:ahLst/>
                <a:cxnLst/>
                <a:rect l="l" t="t" r="r" b="b"/>
                <a:pathLst>
                  <a:path w="2307" h="4512" extrusionOk="0">
                    <a:moveTo>
                      <a:pt x="1204" y="1"/>
                    </a:moveTo>
                    <a:cubicBezTo>
                      <a:pt x="1179" y="326"/>
                      <a:pt x="1154" y="677"/>
                      <a:pt x="1154" y="1028"/>
                    </a:cubicBezTo>
                    <a:cubicBezTo>
                      <a:pt x="1133" y="1302"/>
                      <a:pt x="1129" y="1593"/>
                      <a:pt x="1144" y="1873"/>
                    </a:cubicBezTo>
                    <a:lnTo>
                      <a:pt x="1144" y="1873"/>
                    </a:lnTo>
                    <a:cubicBezTo>
                      <a:pt x="815" y="2026"/>
                      <a:pt x="543" y="2254"/>
                      <a:pt x="327" y="2557"/>
                    </a:cubicBezTo>
                    <a:cubicBezTo>
                      <a:pt x="76" y="2908"/>
                      <a:pt x="1" y="3434"/>
                      <a:pt x="176" y="3810"/>
                    </a:cubicBezTo>
                    <a:cubicBezTo>
                      <a:pt x="251" y="4011"/>
                      <a:pt x="402" y="4236"/>
                      <a:pt x="602" y="4337"/>
                    </a:cubicBezTo>
                    <a:cubicBezTo>
                      <a:pt x="778" y="4462"/>
                      <a:pt x="1003" y="4512"/>
                      <a:pt x="1204" y="4512"/>
                    </a:cubicBezTo>
                    <a:cubicBezTo>
                      <a:pt x="1605" y="4512"/>
                      <a:pt x="1981" y="4387"/>
                      <a:pt x="2307" y="4211"/>
                    </a:cubicBezTo>
                    <a:lnTo>
                      <a:pt x="2307" y="4211"/>
                    </a:lnTo>
                    <a:cubicBezTo>
                      <a:pt x="2100" y="4239"/>
                      <a:pt x="1894" y="4259"/>
                      <a:pt x="1696" y="4259"/>
                    </a:cubicBezTo>
                    <a:cubicBezTo>
                      <a:pt x="1533" y="4259"/>
                      <a:pt x="1376" y="4245"/>
                      <a:pt x="1229" y="4211"/>
                    </a:cubicBezTo>
                    <a:cubicBezTo>
                      <a:pt x="903" y="4136"/>
                      <a:pt x="678" y="3961"/>
                      <a:pt x="627" y="3660"/>
                    </a:cubicBezTo>
                    <a:cubicBezTo>
                      <a:pt x="527" y="3384"/>
                      <a:pt x="577" y="3083"/>
                      <a:pt x="753" y="2833"/>
                    </a:cubicBezTo>
                    <a:cubicBezTo>
                      <a:pt x="903" y="2582"/>
                      <a:pt x="1204" y="2382"/>
                      <a:pt x="1454" y="2231"/>
                    </a:cubicBezTo>
                    <a:lnTo>
                      <a:pt x="1630" y="2131"/>
                    </a:lnTo>
                    <a:lnTo>
                      <a:pt x="1605" y="2006"/>
                    </a:lnTo>
                    <a:cubicBezTo>
                      <a:pt x="1555" y="1655"/>
                      <a:pt x="1505" y="1329"/>
                      <a:pt x="1454" y="1003"/>
                    </a:cubicBezTo>
                    <a:cubicBezTo>
                      <a:pt x="1379" y="652"/>
                      <a:pt x="1304" y="326"/>
                      <a:pt x="12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111"/>
              <p:cNvSpPr/>
              <p:nvPr/>
            </p:nvSpPr>
            <p:spPr>
              <a:xfrm>
                <a:off x="5226975" y="1888500"/>
                <a:ext cx="134725" cy="80750"/>
              </a:xfrm>
              <a:custGeom>
                <a:avLst/>
                <a:gdLst/>
                <a:ahLst/>
                <a:cxnLst/>
                <a:rect l="l" t="t" r="r" b="b"/>
                <a:pathLst>
                  <a:path w="5389" h="3230" extrusionOk="0">
                    <a:moveTo>
                      <a:pt x="5189" y="0"/>
                    </a:moveTo>
                    <a:lnTo>
                      <a:pt x="1" y="1128"/>
                    </a:lnTo>
                    <a:cubicBezTo>
                      <a:pt x="1" y="1128"/>
                      <a:pt x="886" y="3230"/>
                      <a:pt x="2658" y="3230"/>
                    </a:cubicBezTo>
                    <a:cubicBezTo>
                      <a:pt x="2841" y="3230"/>
                      <a:pt x="3032" y="3207"/>
                      <a:pt x="3234" y="3158"/>
                    </a:cubicBezTo>
                    <a:cubicBezTo>
                      <a:pt x="5389" y="2632"/>
                      <a:pt x="5189" y="1"/>
                      <a:pt x="51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111"/>
              <p:cNvSpPr/>
              <p:nvPr/>
            </p:nvSpPr>
            <p:spPr>
              <a:xfrm>
                <a:off x="5543400" y="1593825"/>
                <a:ext cx="50150" cy="120125"/>
              </a:xfrm>
              <a:custGeom>
                <a:avLst/>
                <a:gdLst/>
                <a:ahLst/>
                <a:cxnLst/>
                <a:rect l="l" t="t" r="r" b="b"/>
                <a:pathLst>
                  <a:path w="2006" h="4805" extrusionOk="0">
                    <a:moveTo>
                      <a:pt x="1879" y="1"/>
                    </a:moveTo>
                    <a:cubicBezTo>
                      <a:pt x="1471" y="1"/>
                      <a:pt x="1077" y="216"/>
                      <a:pt x="827" y="534"/>
                    </a:cubicBezTo>
                    <a:cubicBezTo>
                      <a:pt x="527" y="910"/>
                      <a:pt x="351" y="1336"/>
                      <a:pt x="226" y="1762"/>
                    </a:cubicBezTo>
                    <a:cubicBezTo>
                      <a:pt x="100" y="2188"/>
                      <a:pt x="50" y="2614"/>
                      <a:pt x="25" y="3066"/>
                    </a:cubicBezTo>
                    <a:cubicBezTo>
                      <a:pt x="0" y="3492"/>
                      <a:pt x="0" y="3918"/>
                      <a:pt x="25" y="4369"/>
                    </a:cubicBezTo>
                    <a:cubicBezTo>
                      <a:pt x="50" y="4419"/>
                      <a:pt x="50" y="4469"/>
                      <a:pt x="100" y="4494"/>
                    </a:cubicBezTo>
                    <a:cubicBezTo>
                      <a:pt x="226" y="4645"/>
                      <a:pt x="326" y="4745"/>
                      <a:pt x="552" y="4795"/>
                    </a:cubicBezTo>
                    <a:cubicBezTo>
                      <a:pt x="585" y="4802"/>
                      <a:pt x="619" y="4805"/>
                      <a:pt x="652" y="4805"/>
                    </a:cubicBezTo>
                    <a:cubicBezTo>
                      <a:pt x="742" y="4805"/>
                      <a:pt x="829" y="4781"/>
                      <a:pt x="902" y="4745"/>
                    </a:cubicBezTo>
                    <a:cubicBezTo>
                      <a:pt x="1003" y="4670"/>
                      <a:pt x="1078" y="4594"/>
                      <a:pt x="1128" y="4519"/>
                    </a:cubicBezTo>
                    <a:cubicBezTo>
                      <a:pt x="1303" y="4218"/>
                      <a:pt x="1303" y="3943"/>
                      <a:pt x="1354" y="3692"/>
                    </a:cubicBezTo>
                    <a:cubicBezTo>
                      <a:pt x="1429" y="3166"/>
                      <a:pt x="1454" y="2614"/>
                      <a:pt x="1404" y="2088"/>
                    </a:cubicBezTo>
                    <a:lnTo>
                      <a:pt x="1404" y="2088"/>
                    </a:lnTo>
                    <a:cubicBezTo>
                      <a:pt x="1303" y="2614"/>
                      <a:pt x="1153" y="3116"/>
                      <a:pt x="1028" y="3617"/>
                    </a:cubicBezTo>
                    <a:cubicBezTo>
                      <a:pt x="953" y="3868"/>
                      <a:pt x="877" y="4118"/>
                      <a:pt x="752" y="4269"/>
                    </a:cubicBezTo>
                    <a:cubicBezTo>
                      <a:pt x="702" y="4344"/>
                      <a:pt x="677" y="4344"/>
                      <a:pt x="652" y="4344"/>
                    </a:cubicBezTo>
                    <a:cubicBezTo>
                      <a:pt x="615" y="4326"/>
                      <a:pt x="566" y="4281"/>
                      <a:pt x="522" y="4238"/>
                    </a:cubicBezTo>
                    <a:lnTo>
                      <a:pt x="522" y="4238"/>
                    </a:lnTo>
                    <a:cubicBezTo>
                      <a:pt x="502" y="3861"/>
                      <a:pt x="503" y="3465"/>
                      <a:pt x="527" y="3091"/>
                    </a:cubicBezTo>
                    <a:cubicBezTo>
                      <a:pt x="552" y="2665"/>
                      <a:pt x="577" y="2264"/>
                      <a:pt x="652" y="1863"/>
                    </a:cubicBezTo>
                    <a:cubicBezTo>
                      <a:pt x="752" y="1462"/>
                      <a:pt x="852" y="1061"/>
                      <a:pt x="1053" y="710"/>
                    </a:cubicBezTo>
                    <a:cubicBezTo>
                      <a:pt x="1253" y="359"/>
                      <a:pt x="1579" y="108"/>
                      <a:pt x="2005" y="8"/>
                    </a:cubicBezTo>
                    <a:cubicBezTo>
                      <a:pt x="1963" y="3"/>
                      <a:pt x="1921" y="1"/>
                      <a:pt x="1879"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111"/>
              <p:cNvSpPr/>
              <p:nvPr/>
            </p:nvSpPr>
            <p:spPr>
              <a:xfrm>
                <a:off x="5554675" y="1664800"/>
                <a:ext cx="47000" cy="126050"/>
              </a:xfrm>
              <a:custGeom>
                <a:avLst/>
                <a:gdLst/>
                <a:ahLst/>
                <a:cxnLst/>
                <a:rect l="l" t="t" r="r" b="b"/>
                <a:pathLst>
                  <a:path w="1880" h="5042" extrusionOk="0">
                    <a:moveTo>
                      <a:pt x="978" y="1"/>
                    </a:moveTo>
                    <a:cubicBezTo>
                      <a:pt x="752" y="1"/>
                      <a:pt x="552" y="101"/>
                      <a:pt x="401" y="277"/>
                    </a:cubicBezTo>
                    <a:cubicBezTo>
                      <a:pt x="226" y="502"/>
                      <a:pt x="0" y="853"/>
                      <a:pt x="25" y="1204"/>
                    </a:cubicBezTo>
                    <a:cubicBezTo>
                      <a:pt x="50" y="1780"/>
                      <a:pt x="502" y="2056"/>
                      <a:pt x="802" y="2131"/>
                    </a:cubicBezTo>
                    <a:cubicBezTo>
                      <a:pt x="1103" y="2207"/>
                      <a:pt x="50" y="4913"/>
                      <a:pt x="577" y="5039"/>
                    </a:cubicBezTo>
                    <a:cubicBezTo>
                      <a:pt x="585" y="5040"/>
                      <a:pt x="593" y="5041"/>
                      <a:pt x="601" y="5041"/>
                    </a:cubicBezTo>
                    <a:cubicBezTo>
                      <a:pt x="1126" y="5041"/>
                      <a:pt x="1880" y="1075"/>
                      <a:pt x="1855" y="828"/>
                    </a:cubicBezTo>
                    <a:cubicBezTo>
                      <a:pt x="1830" y="602"/>
                      <a:pt x="1604" y="1"/>
                      <a:pt x="9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111"/>
              <p:cNvSpPr/>
              <p:nvPr/>
            </p:nvSpPr>
            <p:spPr>
              <a:xfrm>
                <a:off x="4533375" y="2152900"/>
                <a:ext cx="1629100" cy="1579000"/>
              </a:xfrm>
              <a:custGeom>
                <a:avLst/>
                <a:gdLst/>
                <a:ahLst/>
                <a:cxnLst/>
                <a:rect l="l" t="t" r="r" b="b"/>
                <a:pathLst>
                  <a:path w="65164" h="63160" extrusionOk="0">
                    <a:moveTo>
                      <a:pt x="21955" y="1"/>
                    </a:moveTo>
                    <a:cubicBezTo>
                      <a:pt x="21955" y="1"/>
                      <a:pt x="9474" y="2231"/>
                      <a:pt x="5263" y="13109"/>
                    </a:cubicBezTo>
                    <a:cubicBezTo>
                      <a:pt x="1028" y="23986"/>
                      <a:pt x="0" y="42633"/>
                      <a:pt x="4486" y="42908"/>
                    </a:cubicBezTo>
                    <a:cubicBezTo>
                      <a:pt x="4716" y="42922"/>
                      <a:pt x="4949" y="42929"/>
                      <a:pt x="5185" y="42929"/>
                    </a:cubicBezTo>
                    <a:cubicBezTo>
                      <a:pt x="9560" y="42929"/>
                      <a:pt x="14862" y="40628"/>
                      <a:pt x="14862" y="40628"/>
                    </a:cubicBezTo>
                    <a:lnTo>
                      <a:pt x="14862" y="40628"/>
                    </a:lnTo>
                    <a:lnTo>
                      <a:pt x="13434" y="54989"/>
                    </a:lnTo>
                    <a:cubicBezTo>
                      <a:pt x="13283" y="56492"/>
                      <a:pt x="13985" y="57996"/>
                      <a:pt x="15288" y="58798"/>
                    </a:cubicBezTo>
                    <a:cubicBezTo>
                      <a:pt x="18120" y="60528"/>
                      <a:pt x="23885" y="63159"/>
                      <a:pt x="33033" y="63159"/>
                    </a:cubicBezTo>
                    <a:cubicBezTo>
                      <a:pt x="42331" y="63159"/>
                      <a:pt x="48547" y="60026"/>
                      <a:pt x="51604" y="58021"/>
                    </a:cubicBezTo>
                    <a:cubicBezTo>
                      <a:pt x="52933" y="57144"/>
                      <a:pt x="53609" y="55540"/>
                      <a:pt x="53334" y="53961"/>
                    </a:cubicBezTo>
                    <a:lnTo>
                      <a:pt x="51329" y="42908"/>
                    </a:lnTo>
                    <a:lnTo>
                      <a:pt x="51329" y="42908"/>
                    </a:lnTo>
                    <a:cubicBezTo>
                      <a:pt x="51329" y="42909"/>
                      <a:pt x="55083" y="45337"/>
                      <a:pt x="58380" y="45337"/>
                    </a:cubicBezTo>
                    <a:cubicBezTo>
                      <a:pt x="60028" y="45337"/>
                      <a:pt x="61563" y="44730"/>
                      <a:pt x="62456" y="42908"/>
                    </a:cubicBezTo>
                    <a:cubicBezTo>
                      <a:pt x="65163" y="37420"/>
                      <a:pt x="63634" y="3635"/>
                      <a:pt x="43083" y="176"/>
                    </a:cubicBezTo>
                    <a:cubicBezTo>
                      <a:pt x="43083" y="176"/>
                      <a:pt x="39048" y="5815"/>
                      <a:pt x="32532" y="5815"/>
                    </a:cubicBezTo>
                    <a:cubicBezTo>
                      <a:pt x="26015" y="5815"/>
                      <a:pt x="21955" y="1"/>
                      <a:pt x="21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111"/>
              <p:cNvSpPr/>
              <p:nvPr/>
            </p:nvSpPr>
            <p:spPr>
              <a:xfrm>
                <a:off x="5082250" y="2114700"/>
                <a:ext cx="528200" cy="229975"/>
              </a:xfrm>
              <a:custGeom>
                <a:avLst/>
                <a:gdLst/>
                <a:ahLst/>
                <a:cxnLst/>
                <a:rect l="l" t="t" r="r" b="b"/>
                <a:pathLst>
                  <a:path w="21128" h="9199" extrusionOk="0">
                    <a:moveTo>
                      <a:pt x="2682" y="0"/>
                    </a:moveTo>
                    <a:lnTo>
                      <a:pt x="0" y="1529"/>
                    </a:lnTo>
                    <a:cubicBezTo>
                      <a:pt x="0" y="1529"/>
                      <a:pt x="2907" y="9198"/>
                      <a:pt x="10551" y="9198"/>
                    </a:cubicBezTo>
                    <a:cubicBezTo>
                      <a:pt x="18196" y="9198"/>
                      <a:pt x="21128" y="1704"/>
                      <a:pt x="21128" y="1704"/>
                    </a:cubicBezTo>
                    <a:lnTo>
                      <a:pt x="17895" y="0"/>
                    </a:lnTo>
                    <a:cubicBezTo>
                      <a:pt x="17895" y="0"/>
                      <a:pt x="16166" y="5464"/>
                      <a:pt x="10426" y="5464"/>
                    </a:cubicBezTo>
                    <a:cubicBezTo>
                      <a:pt x="4687" y="5464"/>
                      <a:pt x="2682" y="0"/>
                      <a:pt x="26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111"/>
              <p:cNvSpPr/>
              <p:nvPr/>
            </p:nvSpPr>
            <p:spPr>
              <a:xfrm>
                <a:off x="5209425" y="2488750"/>
                <a:ext cx="248150" cy="429225"/>
              </a:xfrm>
              <a:custGeom>
                <a:avLst/>
                <a:gdLst/>
                <a:ahLst/>
                <a:cxnLst/>
                <a:rect l="l" t="t" r="r" b="b"/>
                <a:pathLst>
                  <a:path w="9926" h="17169" extrusionOk="0">
                    <a:moveTo>
                      <a:pt x="527" y="1"/>
                    </a:moveTo>
                    <a:cubicBezTo>
                      <a:pt x="226" y="1"/>
                      <a:pt x="1" y="301"/>
                      <a:pt x="26" y="627"/>
                    </a:cubicBezTo>
                    <a:lnTo>
                      <a:pt x="1053" y="16642"/>
                    </a:lnTo>
                    <a:cubicBezTo>
                      <a:pt x="1078" y="16943"/>
                      <a:pt x="1304" y="17169"/>
                      <a:pt x="1555" y="17169"/>
                    </a:cubicBezTo>
                    <a:lnTo>
                      <a:pt x="9424" y="17169"/>
                    </a:lnTo>
                    <a:cubicBezTo>
                      <a:pt x="9700" y="17169"/>
                      <a:pt x="9926" y="16918"/>
                      <a:pt x="9926" y="16592"/>
                    </a:cubicBezTo>
                    <a:lnTo>
                      <a:pt x="9675" y="577"/>
                    </a:lnTo>
                    <a:cubicBezTo>
                      <a:pt x="9675" y="251"/>
                      <a:pt x="9449" y="1"/>
                      <a:pt x="9174"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111"/>
              <p:cNvSpPr/>
              <p:nvPr/>
            </p:nvSpPr>
            <p:spPr>
              <a:xfrm>
                <a:off x="5111050" y="2679325"/>
                <a:ext cx="347775" cy="314475"/>
              </a:xfrm>
              <a:custGeom>
                <a:avLst/>
                <a:gdLst/>
                <a:ahLst/>
                <a:cxnLst/>
                <a:rect l="l" t="t" r="r" b="b"/>
                <a:pathLst>
                  <a:path w="13911" h="12579" extrusionOk="0">
                    <a:moveTo>
                      <a:pt x="9231" y="0"/>
                    </a:moveTo>
                    <a:cubicBezTo>
                      <a:pt x="9129" y="0"/>
                      <a:pt x="9018" y="15"/>
                      <a:pt x="8898" y="47"/>
                    </a:cubicBezTo>
                    <a:lnTo>
                      <a:pt x="5615" y="974"/>
                    </a:lnTo>
                    <a:cubicBezTo>
                      <a:pt x="4587" y="1250"/>
                      <a:pt x="3660" y="1826"/>
                      <a:pt x="2933" y="2628"/>
                    </a:cubicBezTo>
                    <a:lnTo>
                      <a:pt x="2382" y="3230"/>
                    </a:lnTo>
                    <a:cubicBezTo>
                      <a:pt x="1931" y="3731"/>
                      <a:pt x="1555" y="4333"/>
                      <a:pt x="1304" y="4959"/>
                    </a:cubicBezTo>
                    <a:lnTo>
                      <a:pt x="1" y="7465"/>
                    </a:lnTo>
                    <a:lnTo>
                      <a:pt x="3033" y="12578"/>
                    </a:lnTo>
                    <a:cubicBezTo>
                      <a:pt x="4587" y="12578"/>
                      <a:pt x="6141" y="12202"/>
                      <a:pt x="7545" y="11475"/>
                    </a:cubicBezTo>
                    <a:lnTo>
                      <a:pt x="11555" y="9445"/>
                    </a:lnTo>
                    <a:lnTo>
                      <a:pt x="7244" y="9445"/>
                    </a:lnTo>
                    <a:lnTo>
                      <a:pt x="9299" y="8869"/>
                    </a:lnTo>
                    <a:cubicBezTo>
                      <a:pt x="9951" y="8718"/>
                      <a:pt x="10577" y="8493"/>
                      <a:pt x="11179" y="8242"/>
                    </a:cubicBezTo>
                    <a:lnTo>
                      <a:pt x="13409" y="7315"/>
                    </a:lnTo>
                    <a:cubicBezTo>
                      <a:pt x="13710" y="7190"/>
                      <a:pt x="13911" y="6839"/>
                      <a:pt x="13836" y="6488"/>
                    </a:cubicBezTo>
                    <a:cubicBezTo>
                      <a:pt x="13776" y="6151"/>
                      <a:pt x="13466" y="5908"/>
                      <a:pt x="13128" y="5908"/>
                    </a:cubicBezTo>
                    <a:cubicBezTo>
                      <a:pt x="13038" y="5908"/>
                      <a:pt x="12947" y="5925"/>
                      <a:pt x="12858" y="5962"/>
                    </a:cubicBezTo>
                    <a:lnTo>
                      <a:pt x="10502" y="6814"/>
                    </a:lnTo>
                    <a:cubicBezTo>
                      <a:pt x="10026" y="6989"/>
                      <a:pt x="9550" y="7114"/>
                      <a:pt x="9049" y="7165"/>
                    </a:cubicBezTo>
                    <a:lnTo>
                      <a:pt x="5690" y="7591"/>
                    </a:lnTo>
                    <a:lnTo>
                      <a:pt x="9224" y="6588"/>
                    </a:lnTo>
                    <a:cubicBezTo>
                      <a:pt x="9425" y="6538"/>
                      <a:pt x="9625" y="6463"/>
                      <a:pt x="9826" y="6388"/>
                    </a:cubicBezTo>
                    <a:lnTo>
                      <a:pt x="13259" y="5210"/>
                    </a:lnTo>
                    <a:cubicBezTo>
                      <a:pt x="13660" y="5084"/>
                      <a:pt x="13886" y="4658"/>
                      <a:pt x="13785" y="4257"/>
                    </a:cubicBezTo>
                    <a:cubicBezTo>
                      <a:pt x="13699" y="3869"/>
                      <a:pt x="13352" y="3610"/>
                      <a:pt x="12969" y="3610"/>
                    </a:cubicBezTo>
                    <a:cubicBezTo>
                      <a:pt x="12908" y="3610"/>
                      <a:pt x="12845" y="3617"/>
                      <a:pt x="12783" y="3631"/>
                    </a:cubicBezTo>
                    <a:lnTo>
                      <a:pt x="10452" y="4257"/>
                    </a:lnTo>
                    <a:cubicBezTo>
                      <a:pt x="10227" y="4307"/>
                      <a:pt x="10001" y="4358"/>
                      <a:pt x="9775" y="4408"/>
                    </a:cubicBezTo>
                    <a:lnTo>
                      <a:pt x="4788" y="5360"/>
                    </a:lnTo>
                    <a:lnTo>
                      <a:pt x="4788" y="5360"/>
                    </a:lnTo>
                    <a:lnTo>
                      <a:pt x="5389" y="4082"/>
                    </a:lnTo>
                    <a:cubicBezTo>
                      <a:pt x="5690" y="3405"/>
                      <a:pt x="6267" y="2879"/>
                      <a:pt x="6993" y="2653"/>
                    </a:cubicBezTo>
                    <a:lnTo>
                      <a:pt x="9149" y="1977"/>
                    </a:lnTo>
                    <a:cubicBezTo>
                      <a:pt x="10252" y="1601"/>
                      <a:pt x="10277" y="1049"/>
                      <a:pt x="10076" y="573"/>
                    </a:cubicBezTo>
                    <a:cubicBezTo>
                      <a:pt x="9878" y="216"/>
                      <a:pt x="9617" y="0"/>
                      <a:pt x="9231"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111"/>
              <p:cNvSpPr/>
              <p:nvPr/>
            </p:nvSpPr>
            <p:spPr>
              <a:xfrm>
                <a:off x="5268950" y="2638300"/>
                <a:ext cx="320200" cy="363250"/>
              </a:xfrm>
              <a:custGeom>
                <a:avLst/>
                <a:gdLst/>
                <a:ahLst/>
                <a:cxnLst/>
                <a:rect l="l" t="t" r="r" b="b"/>
                <a:pathLst>
                  <a:path w="12808" h="14530" extrusionOk="0">
                    <a:moveTo>
                      <a:pt x="3848" y="1"/>
                    </a:moveTo>
                    <a:cubicBezTo>
                      <a:pt x="3514" y="1"/>
                      <a:pt x="3196" y="178"/>
                      <a:pt x="3033" y="485"/>
                    </a:cubicBezTo>
                    <a:cubicBezTo>
                      <a:pt x="2808" y="936"/>
                      <a:pt x="2958" y="1462"/>
                      <a:pt x="3384" y="1713"/>
                    </a:cubicBezTo>
                    <a:lnTo>
                      <a:pt x="7018" y="3868"/>
                    </a:lnTo>
                    <a:lnTo>
                      <a:pt x="8798" y="5447"/>
                    </a:lnTo>
                    <a:lnTo>
                      <a:pt x="6567" y="3718"/>
                    </a:lnTo>
                    <a:lnTo>
                      <a:pt x="2833" y="1588"/>
                    </a:lnTo>
                    <a:cubicBezTo>
                      <a:pt x="2699" y="1512"/>
                      <a:pt x="2552" y="1476"/>
                      <a:pt x="2405" y="1476"/>
                    </a:cubicBezTo>
                    <a:cubicBezTo>
                      <a:pt x="2112" y="1476"/>
                      <a:pt x="1822" y="1621"/>
                      <a:pt x="1655" y="1888"/>
                    </a:cubicBezTo>
                    <a:cubicBezTo>
                      <a:pt x="1429" y="2289"/>
                      <a:pt x="1530" y="2816"/>
                      <a:pt x="1905" y="3066"/>
                    </a:cubicBezTo>
                    <a:lnTo>
                      <a:pt x="5540" y="5623"/>
                    </a:lnTo>
                    <a:lnTo>
                      <a:pt x="7720" y="7703"/>
                    </a:lnTo>
                    <a:lnTo>
                      <a:pt x="3434" y="5171"/>
                    </a:lnTo>
                    <a:lnTo>
                      <a:pt x="1229" y="3793"/>
                    </a:lnTo>
                    <a:cubicBezTo>
                      <a:pt x="1110" y="3717"/>
                      <a:pt x="978" y="3681"/>
                      <a:pt x="846" y="3681"/>
                    </a:cubicBezTo>
                    <a:cubicBezTo>
                      <a:pt x="588" y="3681"/>
                      <a:pt x="334" y="3820"/>
                      <a:pt x="201" y="4069"/>
                    </a:cubicBezTo>
                    <a:cubicBezTo>
                      <a:pt x="1" y="4395"/>
                      <a:pt x="76" y="4796"/>
                      <a:pt x="377" y="5021"/>
                    </a:cubicBezTo>
                    <a:lnTo>
                      <a:pt x="3209" y="7252"/>
                    </a:lnTo>
                    <a:lnTo>
                      <a:pt x="6617" y="9557"/>
                    </a:lnTo>
                    <a:lnTo>
                      <a:pt x="3660" y="8430"/>
                    </a:lnTo>
                    <a:lnTo>
                      <a:pt x="1404" y="7126"/>
                    </a:lnTo>
                    <a:cubicBezTo>
                      <a:pt x="1304" y="7068"/>
                      <a:pt x="1190" y="7040"/>
                      <a:pt x="1075" y="7040"/>
                    </a:cubicBezTo>
                    <a:cubicBezTo>
                      <a:pt x="844" y="7040"/>
                      <a:pt x="611" y="7151"/>
                      <a:pt x="477" y="7352"/>
                    </a:cubicBezTo>
                    <a:cubicBezTo>
                      <a:pt x="276" y="7678"/>
                      <a:pt x="377" y="8129"/>
                      <a:pt x="702" y="8329"/>
                    </a:cubicBezTo>
                    <a:lnTo>
                      <a:pt x="3209" y="9808"/>
                    </a:lnTo>
                    <a:lnTo>
                      <a:pt x="4963" y="10911"/>
                    </a:lnTo>
                    <a:cubicBezTo>
                      <a:pt x="5540" y="11262"/>
                      <a:pt x="6041" y="11738"/>
                      <a:pt x="6417" y="12314"/>
                    </a:cubicBezTo>
                    <a:cubicBezTo>
                      <a:pt x="6777" y="12891"/>
                      <a:pt x="8314" y="14529"/>
                      <a:pt x="9965" y="14529"/>
                    </a:cubicBezTo>
                    <a:cubicBezTo>
                      <a:pt x="10035" y="14529"/>
                      <a:pt x="10106" y="14526"/>
                      <a:pt x="10176" y="14520"/>
                    </a:cubicBezTo>
                    <a:lnTo>
                      <a:pt x="12808" y="8906"/>
                    </a:lnTo>
                    <a:lnTo>
                      <a:pt x="10878" y="6901"/>
                    </a:lnTo>
                    <a:lnTo>
                      <a:pt x="10477" y="5071"/>
                    </a:lnTo>
                    <a:cubicBezTo>
                      <a:pt x="10352" y="4445"/>
                      <a:pt x="10051" y="3868"/>
                      <a:pt x="9625" y="3392"/>
                    </a:cubicBezTo>
                    <a:lnTo>
                      <a:pt x="9575" y="3292"/>
                    </a:lnTo>
                    <a:cubicBezTo>
                      <a:pt x="8848" y="2465"/>
                      <a:pt x="7921" y="1763"/>
                      <a:pt x="6918" y="1312"/>
                    </a:cubicBezTo>
                    <a:lnTo>
                      <a:pt x="4236" y="84"/>
                    </a:lnTo>
                    <a:cubicBezTo>
                      <a:pt x="4110" y="28"/>
                      <a:pt x="3978" y="1"/>
                      <a:pt x="3848"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111"/>
              <p:cNvSpPr/>
              <p:nvPr/>
            </p:nvSpPr>
            <p:spPr>
              <a:xfrm>
                <a:off x="5082250" y="2790125"/>
                <a:ext cx="137850" cy="245650"/>
              </a:xfrm>
              <a:custGeom>
                <a:avLst/>
                <a:gdLst/>
                <a:ahLst/>
                <a:cxnLst/>
                <a:rect l="l" t="t" r="r" b="b"/>
                <a:pathLst>
                  <a:path w="5514" h="9826" extrusionOk="0">
                    <a:moveTo>
                      <a:pt x="2331" y="1"/>
                    </a:moveTo>
                    <a:lnTo>
                      <a:pt x="0" y="502"/>
                    </a:lnTo>
                    <a:cubicBezTo>
                      <a:pt x="0" y="502"/>
                      <a:pt x="426" y="5916"/>
                      <a:pt x="3584" y="9825"/>
                    </a:cubicBezTo>
                    <a:lnTo>
                      <a:pt x="5514" y="8021"/>
                    </a:lnTo>
                    <a:cubicBezTo>
                      <a:pt x="2832" y="4713"/>
                      <a:pt x="2331" y="1"/>
                      <a:pt x="2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111"/>
              <p:cNvSpPr/>
              <p:nvPr/>
            </p:nvSpPr>
            <p:spPr>
              <a:xfrm>
                <a:off x="4904925" y="3021950"/>
                <a:ext cx="256275" cy="146650"/>
              </a:xfrm>
              <a:custGeom>
                <a:avLst/>
                <a:gdLst/>
                <a:ahLst/>
                <a:cxnLst/>
                <a:rect l="l" t="t" r="r" b="b"/>
                <a:pathLst>
                  <a:path w="10251" h="5866" extrusionOk="0">
                    <a:moveTo>
                      <a:pt x="10251" y="1"/>
                    </a:moveTo>
                    <a:cubicBezTo>
                      <a:pt x="9424" y="577"/>
                      <a:pt x="8622" y="1154"/>
                      <a:pt x="7820" y="1705"/>
                    </a:cubicBezTo>
                    <a:cubicBezTo>
                      <a:pt x="6993" y="2257"/>
                      <a:pt x="6166" y="2783"/>
                      <a:pt x="5314" y="3284"/>
                    </a:cubicBezTo>
                    <a:cubicBezTo>
                      <a:pt x="4461" y="3785"/>
                      <a:pt x="3584" y="4237"/>
                      <a:pt x="2707" y="4663"/>
                    </a:cubicBezTo>
                    <a:cubicBezTo>
                      <a:pt x="1830" y="5089"/>
                      <a:pt x="928" y="5515"/>
                      <a:pt x="0" y="5866"/>
                    </a:cubicBezTo>
                    <a:cubicBezTo>
                      <a:pt x="978" y="5690"/>
                      <a:pt x="1930" y="5389"/>
                      <a:pt x="2857" y="5039"/>
                    </a:cubicBezTo>
                    <a:cubicBezTo>
                      <a:pt x="3810" y="4663"/>
                      <a:pt x="4687" y="4212"/>
                      <a:pt x="5564" y="3710"/>
                    </a:cubicBezTo>
                    <a:cubicBezTo>
                      <a:pt x="6416" y="3209"/>
                      <a:pt x="7268" y="2658"/>
                      <a:pt x="8045" y="2031"/>
                    </a:cubicBezTo>
                    <a:cubicBezTo>
                      <a:pt x="8446" y="1730"/>
                      <a:pt x="8822" y="1379"/>
                      <a:pt x="9198" y="1054"/>
                    </a:cubicBezTo>
                    <a:cubicBezTo>
                      <a:pt x="9549" y="728"/>
                      <a:pt x="9900" y="352"/>
                      <a:pt x="102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111"/>
              <p:cNvSpPr/>
              <p:nvPr/>
            </p:nvSpPr>
            <p:spPr>
              <a:xfrm>
                <a:off x="4733875" y="2819575"/>
                <a:ext cx="352150" cy="51400"/>
              </a:xfrm>
              <a:custGeom>
                <a:avLst/>
                <a:gdLst/>
                <a:ahLst/>
                <a:cxnLst/>
                <a:rect l="l" t="t" r="r" b="b"/>
                <a:pathLst>
                  <a:path w="14086" h="2056" extrusionOk="0">
                    <a:moveTo>
                      <a:pt x="14085" y="1"/>
                    </a:moveTo>
                    <a:cubicBezTo>
                      <a:pt x="11704" y="151"/>
                      <a:pt x="9349" y="452"/>
                      <a:pt x="6993" y="778"/>
                    </a:cubicBezTo>
                    <a:cubicBezTo>
                      <a:pt x="4662" y="1129"/>
                      <a:pt x="2306" y="1530"/>
                      <a:pt x="0" y="2056"/>
                    </a:cubicBezTo>
                    <a:cubicBezTo>
                      <a:pt x="2381" y="1905"/>
                      <a:pt x="4737" y="1630"/>
                      <a:pt x="7068" y="1279"/>
                    </a:cubicBezTo>
                    <a:cubicBezTo>
                      <a:pt x="9424" y="928"/>
                      <a:pt x="11755" y="552"/>
                      <a:pt x="14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111"/>
              <p:cNvSpPr/>
              <p:nvPr/>
            </p:nvSpPr>
            <p:spPr>
              <a:xfrm>
                <a:off x="4901775" y="2579600"/>
                <a:ext cx="25725" cy="266325"/>
              </a:xfrm>
              <a:custGeom>
                <a:avLst/>
                <a:gdLst/>
                <a:ahLst/>
                <a:cxnLst/>
                <a:rect l="l" t="t" r="r" b="b"/>
                <a:pathLst>
                  <a:path w="1029" h="10653" extrusionOk="0">
                    <a:moveTo>
                      <a:pt x="1028" y="1"/>
                    </a:moveTo>
                    <a:cubicBezTo>
                      <a:pt x="602" y="3535"/>
                      <a:pt x="277" y="7068"/>
                      <a:pt x="1" y="10627"/>
                    </a:cubicBezTo>
                    <a:lnTo>
                      <a:pt x="502" y="10652"/>
                    </a:lnTo>
                    <a:cubicBezTo>
                      <a:pt x="627" y="7093"/>
                      <a:pt x="778" y="3560"/>
                      <a:pt x="10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111"/>
              <p:cNvSpPr/>
              <p:nvPr/>
            </p:nvSpPr>
            <p:spPr>
              <a:xfrm>
                <a:off x="5452550" y="2790125"/>
                <a:ext cx="150400" cy="256300"/>
              </a:xfrm>
              <a:custGeom>
                <a:avLst/>
                <a:gdLst/>
                <a:ahLst/>
                <a:cxnLst/>
                <a:rect l="l" t="t" r="r" b="b"/>
                <a:pathLst>
                  <a:path w="6016" h="10252" extrusionOk="0">
                    <a:moveTo>
                      <a:pt x="3459" y="1"/>
                    </a:moveTo>
                    <a:cubicBezTo>
                      <a:pt x="3459" y="1"/>
                      <a:pt x="2932" y="4913"/>
                      <a:pt x="0" y="8372"/>
                    </a:cubicBezTo>
                    <a:lnTo>
                      <a:pt x="2105" y="10251"/>
                    </a:lnTo>
                    <a:cubicBezTo>
                      <a:pt x="5564" y="6166"/>
                      <a:pt x="6015" y="502"/>
                      <a:pt x="6015" y="502"/>
                    </a:cubicBezTo>
                    <a:lnTo>
                      <a:pt x="34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111"/>
              <p:cNvSpPr/>
              <p:nvPr/>
            </p:nvSpPr>
            <p:spPr>
              <a:xfrm>
                <a:off x="5513950" y="3035750"/>
                <a:ext cx="302650" cy="189875"/>
              </a:xfrm>
              <a:custGeom>
                <a:avLst/>
                <a:gdLst/>
                <a:ahLst/>
                <a:cxnLst/>
                <a:rect l="l" t="t" r="r" b="b"/>
                <a:pathLst>
                  <a:path w="12106" h="7595" extrusionOk="0">
                    <a:moveTo>
                      <a:pt x="0" y="0"/>
                    </a:moveTo>
                    <a:cubicBezTo>
                      <a:pt x="1654" y="1730"/>
                      <a:pt x="3584" y="3208"/>
                      <a:pt x="5589" y="4512"/>
                    </a:cubicBezTo>
                    <a:cubicBezTo>
                      <a:pt x="6617" y="5163"/>
                      <a:pt x="7669" y="5765"/>
                      <a:pt x="8747" y="6291"/>
                    </a:cubicBezTo>
                    <a:cubicBezTo>
                      <a:pt x="9825" y="6817"/>
                      <a:pt x="10953" y="7244"/>
                      <a:pt x="12106" y="7594"/>
                    </a:cubicBezTo>
                    <a:cubicBezTo>
                      <a:pt x="11028" y="7068"/>
                      <a:pt x="9975" y="6517"/>
                      <a:pt x="8923" y="5940"/>
                    </a:cubicBezTo>
                    <a:cubicBezTo>
                      <a:pt x="7895" y="5339"/>
                      <a:pt x="6867" y="4737"/>
                      <a:pt x="5865" y="4086"/>
                    </a:cubicBezTo>
                    <a:cubicBezTo>
                      <a:pt x="4862" y="3459"/>
                      <a:pt x="3885" y="2782"/>
                      <a:pt x="2908" y="2106"/>
                    </a:cubicBezTo>
                    <a:cubicBezTo>
                      <a:pt x="1930" y="1404"/>
                      <a:pt x="953" y="7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111"/>
              <p:cNvSpPr/>
              <p:nvPr/>
            </p:nvSpPr>
            <p:spPr>
              <a:xfrm>
                <a:off x="5601025" y="2819575"/>
                <a:ext cx="354675" cy="142900"/>
              </a:xfrm>
              <a:custGeom>
                <a:avLst/>
                <a:gdLst/>
                <a:ahLst/>
                <a:cxnLst/>
                <a:rect l="l" t="t" r="r" b="b"/>
                <a:pathLst>
                  <a:path w="14187" h="5716" extrusionOk="0">
                    <a:moveTo>
                      <a:pt x="1" y="1"/>
                    </a:moveTo>
                    <a:cubicBezTo>
                      <a:pt x="2156" y="1404"/>
                      <a:pt x="4462" y="2557"/>
                      <a:pt x="6818" y="3560"/>
                    </a:cubicBezTo>
                    <a:cubicBezTo>
                      <a:pt x="7996" y="4036"/>
                      <a:pt x="9199" y="4487"/>
                      <a:pt x="10427" y="4863"/>
                    </a:cubicBezTo>
                    <a:cubicBezTo>
                      <a:pt x="11680" y="5239"/>
                      <a:pt x="12933" y="5515"/>
                      <a:pt x="14187" y="5715"/>
                    </a:cubicBezTo>
                    <a:cubicBezTo>
                      <a:pt x="12958" y="5339"/>
                      <a:pt x="11755" y="4913"/>
                      <a:pt x="10577" y="4487"/>
                    </a:cubicBezTo>
                    <a:cubicBezTo>
                      <a:pt x="9374" y="4036"/>
                      <a:pt x="8197" y="3585"/>
                      <a:pt x="7019" y="3083"/>
                    </a:cubicBezTo>
                    <a:cubicBezTo>
                      <a:pt x="5841" y="2607"/>
                      <a:pt x="4663" y="2081"/>
                      <a:pt x="3510" y="1580"/>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111"/>
              <p:cNvSpPr/>
              <p:nvPr/>
            </p:nvSpPr>
            <p:spPr>
              <a:xfrm>
                <a:off x="5725725" y="2610300"/>
                <a:ext cx="48275" cy="290750"/>
              </a:xfrm>
              <a:custGeom>
                <a:avLst/>
                <a:gdLst/>
                <a:ahLst/>
                <a:cxnLst/>
                <a:rect l="l" t="t" r="r" b="b"/>
                <a:pathLst>
                  <a:path w="1931" h="11630" extrusionOk="0">
                    <a:moveTo>
                      <a:pt x="0" y="1"/>
                    </a:moveTo>
                    <a:lnTo>
                      <a:pt x="0" y="1"/>
                    </a:lnTo>
                    <a:cubicBezTo>
                      <a:pt x="301" y="1931"/>
                      <a:pt x="527" y="3860"/>
                      <a:pt x="752" y="5815"/>
                    </a:cubicBezTo>
                    <a:lnTo>
                      <a:pt x="1404" y="11630"/>
                    </a:lnTo>
                    <a:lnTo>
                      <a:pt x="1930" y="11555"/>
                    </a:lnTo>
                    <a:lnTo>
                      <a:pt x="1003" y="5765"/>
                    </a:lnTo>
                    <a:cubicBezTo>
                      <a:pt x="677" y="3835"/>
                      <a:pt x="376" y="19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111"/>
              <p:cNvSpPr/>
              <p:nvPr/>
            </p:nvSpPr>
            <p:spPr>
              <a:xfrm>
                <a:off x="3270825" y="3452425"/>
                <a:ext cx="1100900" cy="2006925"/>
              </a:xfrm>
              <a:custGeom>
                <a:avLst/>
                <a:gdLst/>
                <a:ahLst/>
                <a:cxnLst/>
                <a:rect l="l" t="t" r="r" b="b"/>
                <a:pathLst>
                  <a:path w="44036" h="80277" extrusionOk="0">
                    <a:moveTo>
                      <a:pt x="35113" y="0"/>
                    </a:moveTo>
                    <a:lnTo>
                      <a:pt x="4136" y="902"/>
                    </a:lnTo>
                    <a:cubicBezTo>
                      <a:pt x="4136" y="902"/>
                      <a:pt x="0" y="19399"/>
                      <a:pt x="1680" y="80276"/>
                    </a:cubicBezTo>
                    <a:lnTo>
                      <a:pt x="21179" y="80276"/>
                    </a:lnTo>
                    <a:lnTo>
                      <a:pt x="22382" y="23935"/>
                    </a:lnTo>
                    <a:lnTo>
                      <a:pt x="25239" y="80276"/>
                    </a:lnTo>
                    <a:lnTo>
                      <a:pt x="44036" y="80276"/>
                    </a:lnTo>
                    <a:cubicBezTo>
                      <a:pt x="44036" y="80276"/>
                      <a:pt x="41655" y="17018"/>
                      <a:pt x="35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111"/>
              <p:cNvSpPr/>
              <p:nvPr/>
            </p:nvSpPr>
            <p:spPr>
              <a:xfrm>
                <a:off x="3426850" y="3471850"/>
                <a:ext cx="52650" cy="604650"/>
              </a:xfrm>
              <a:custGeom>
                <a:avLst/>
                <a:gdLst/>
                <a:ahLst/>
                <a:cxnLst/>
                <a:rect l="l" t="t" r="r" b="b"/>
                <a:pathLst>
                  <a:path w="2106" h="24186" fill="none" extrusionOk="0">
                    <a:moveTo>
                      <a:pt x="2105" y="0"/>
                    </a:moveTo>
                    <a:cubicBezTo>
                      <a:pt x="2105" y="0"/>
                      <a:pt x="0" y="18797"/>
                      <a:pt x="326" y="24186"/>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111"/>
              <p:cNvSpPr/>
              <p:nvPr/>
            </p:nvSpPr>
            <p:spPr>
              <a:xfrm>
                <a:off x="3287125" y="4076475"/>
                <a:ext cx="314550" cy="529475"/>
              </a:xfrm>
              <a:custGeom>
                <a:avLst/>
                <a:gdLst/>
                <a:ahLst/>
                <a:cxnLst/>
                <a:rect l="l" t="t" r="r" b="b"/>
                <a:pathLst>
                  <a:path w="12582" h="21179" fill="none" extrusionOk="0">
                    <a:moveTo>
                      <a:pt x="627" y="1"/>
                    </a:moveTo>
                    <a:lnTo>
                      <a:pt x="11604" y="1"/>
                    </a:lnTo>
                    <a:cubicBezTo>
                      <a:pt x="11604" y="1"/>
                      <a:pt x="12582" y="20026"/>
                      <a:pt x="9474" y="20502"/>
                    </a:cubicBezTo>
                    <a:cubicBezTo>
                      <a:pt x="6341" y="20978"/>
                      <a:pt x="1880" y="21179"/>
                      <a:pt x="0" y="19650"/>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111"/>
              <p:cNvSpPr/>
              <p:nvPr/>
            </p:nvSpPr>
            <p:spPr>
              <a:xfrm>
                <a:off x="3302775" y="4133500"/>
                <a:ext cx="276350" cy="25"/>
              </a:xfrm>
              <a:custGeom>
                <a:avLst/>
                <a:gdLst/>
                <a:ahLst/>
                <a:cxnLst/>
                <a:rect l="l" t="t" r="r" b="b"/>
                <a:pathLst>
                  <a:path w="11054" h="1" fill="none" extrusionOk="0">
                    <a:moveTo>
                      <a:pt x="1" y="0"/>
                    </a:moveTo>
                    <a:lnTo>
                      <a:pt x="11053" y="0"/>
                    </a:ln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111"/>
              <p:cNvSpPr/>
              <p:nvPr/>
            </p:nvSpPr>
            <p:spPr>
              <a:xfrm>
                <a:off x="3403650" y="4597775"/>
                <a:ext cx="8800" cy="861575"/>
              </a:xfrm>
              <a:custGeom>
                <a:avLst/>
                <a:gdLst/>
                <a:ahLst/>
                <a:cxnLst/>
                <a:rect l="l" t="t" r="r" b="b"/>
                <a:pathLst>
                  <a:path w="352" h="34463" fill="none" extrusionOk="0">
                    <a:moveTo>
                      <a:pt x="352" y="1"/>
                    </a:moveTo>
                    <a:cubicBezTo>
                      <a:pt x="352" y="1"/>
                      <a:pt x="1" y="25039"/>
                      <a:pt x="352" y="34462"/>
                    </a:cubicBezTo>
                  </a:path>
                </a:pathLst>
              </a:custGeom>
              <a:noFill/>
              <a:ln w="12525" cap="flat" cmpd="sng">
                <a:solidFill>
                  <a:srgbClr val="1F658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111"/>
              <p:cNvSpPr/>
              <p:nvPr/>
            </p:nvSpPr>
            <p:spPr>
              <a:xfrm>
                <a:off x="3830350" y="3929850"/>
                <a:ext cx="104025" cy="120975"/>
              </a:xfrm>
              <a:custGeom>
                <a:avLst/>
                <a:gdLst/>
                <a:ahLst/>
                <a:cxnLst/>
                <a:rect l="l" t="t" r="r" b="b"/>
                <a:pathLst>
                  <a:path w="4161" h="4839" extrusionOk="0">
                    <a:moveTo>
                      <a:pt x="4161" y="1"/>
                    </a:moveTo>
                    <a:lnTo>
                      <a:pt x="4161" y="1"/>
                    </a:lnTo>
                    <a:cubicBezTo>
                      <a:pt x="3935" y="502"/>
                      <a:pt x="3610" y="903"/>
                      <a:pt x="3284" y="1329"/>
                    </a:cubicBezTo>
                    <a:cubicBezTo>
                      <a:pt x="2933" y="1730"/>
                      <a:pt x="2582" y="2131"/>
                      <a:pt x="2206" y="2507"/>
                    </a:cubicBezTo>
                    <a:cubicBezTo>
                      <a:pt x="1479" y="3284"/>
                      <a:pt x="727" y="4011"/>
                      <a:pt x="1" y="4838"/>
                    </a:cubicBezTo>
                    <a:cubicBezTo>
                      <a:pt x="477" y="4587"/>
                      <a:pt x="928" y="4287"/>
                      <a:pt x="1379" y="3961"/>
                    </a:cubicBezTo>
                    <a:cubicBezTo>
                      <a:pt x="1805" y="3610"/>
                      <a:pt x="2206" y="3234"/>
                      <a:pt x="2582" y="2858"/>
                    </a:cubicBezTo>
                    <a:cubicBezTo>
                      <a:pt x="2958" y="2457"/>
                      <a:pt x="3309" y="2031"/>
                      <a:pt x="3610" y="1555"/>
                    </a:cubicBezTo>
                    <a:cubicBezTo>
                      <a:pt x="3885" y="1079"/>
                      <a:pt x="4161" y="552"/>
                      <a:pt x="41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111"/>
              <p:cNvSpPr/>
              <p:nvPr/>
            </p:nvSpPr>
            <p:spPr>
              <a:xfrm>
                <a:off x="3441250" y="3471850"/>
                <a:ext cx="104675" cy="481225"/>
              </a:xfrm>
              <a:custGeom>
                <a:avLst/>
                <a:gdLst/>
                <a:ahLst/>
                <a:cxnLst/>
                <a:rect l="l" t="t" r="r" b="b"/>
                <a:pathLst>
                  <a:path w="4187" h="19249" fill="none" extrusionOk="0">
                    <a:moveTo>
                      <a:pt x="4186" y="0"/>
                    </a:moveTo>
                    <a:cubicBezTo>
                      <a:pt x="4186" y="0"/>
                      <a:pt x="3459" y="19248"/>
                      <a:pt x="1" y="19248"/>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111"/>
              <p:cNvSpPr/>
              <p:nvPr/>
            </p:nvSpPr>
            <p:spPr>
              <a:xfrm>
                <a:off x="3507675" y="1907300"/>
                <a:ext cx="352150" cy="393150"/>
              </a:xfrm>
              <a:custGeom>
                <a:avLst/>
                <a:gdLst/>
                <a:ahLst/>
                <a:cxnLst/>
                <a:rect l="l" t="t" r="r" b="b"/>
                <a:pathLst>
                  <a:path w="14086" h="15726" extrusionOk="0">
                    <a:moveTo>
                      <a:pt x="0" y="0"/>
                    </a:moveTo>
                    <a:lnTo>
                      <a:pt x="0" y="13058"/>
                    </a:lnTo>
                    <a:cubicBezTo>
                      <a:pt x="0" y="13058"/>
                      <a:pt x="2365" y="15726"/>
                      <a:pt x="6368" y="15726"/>
                    </a:cubicBezTo>
                    <a:cubicBezTo>
                      <a:pt x="6823" y="15726"/>
                      <a:pt x="7299" y="15691"/>
                      <a:pt x="7795" y="15614"/>
                    </a:cubicBezTo>
                    <a:cubicBezTo>
                      <a:pt x="12657" y="14837"/>
                      <a:pt x="14085" y="12156"/>
                      <a:pt x="14085" y="12156"/>
                    </a:cubicBezTo>
                    <a:lnTo>
                      <a:pt x="10752" y="0"/>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111"/>
              <p:cNvSpPr/>
              <p:nvPr/>
            </p:nvSpPr>
            <p:spPr>
              <a:xfrm>
                <a:off x="3507675" y="1907300"/>
                <a:ext cx="309550" cy="198050"/>
              </a:xfrm>
              <a:custGeom>
                <a:avLst/>
                <a:gdLst/>
                <a:ahLst/>
                <a:cxnLst/>
                <a:rect l="l" t="t" r="r" b="b"/>
                <a:pathLst>
                  <a:path w="12382" h="7922" extrusionOk="0">
                    <a:moveTo>
                      <a:pt x="0" y="0"/>
                    </a:moveTo>
                    <a:lnTo>
                      <a:pt x="0" y="6091"/>
                    </a:lnTo>
                    <a:cubicBezTo>
                      <a:pt x="1750" y="6977"/>
                      <a:pt x="4087" y="7921"/>
                      <a:pt x="5939" y="7921"/>
                    </a:cubicBezTo>
                    <a:cubicBezTo>
                      <a:pt x="6182" y="7921"/>
                      <a:pt x="6418" y="7905"/>
                      <a:pt x="6642" y="7870"/>
                    </a:cubicBezTo>
                    <a:cubicBezTo>
                      <a:pt x="8672" y="7519"/>
                      <a:pt x="10903" y="6642"/>
                      <a:pt x="12381" y="5990"/>
                    </a:cubicBezTo>
                    <a:lnTo>
                      <a:pt x="10752" y="0"/>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111"/>
              <p:cNvSpPr/>
              <p:nvPr/>
            </p:nvSpPr>
            <p:spPr>
              <a:xfrm>
                <a:off x="3736375" y="1377225"/>
                <a:ext cx="133475" cy="286350"/>
              </a:xfrm>
              <a:custGeom>
                <a:avLst/>
                <a:gdLst/>
                <a:ahLst/>
                <a:cxnLst/>
                <a:rect l="l" t="t" r="r" b="b"/>
                <a:pathLst>
                  <a:path w="5339" h="11454" extrusionOk="0">
                    <a:moveTo>
                      <a:pt x="2682" y="0"/>
                    </a:moveTo>
                    <a:cubicBezTo>
                      <a:pt x="1203" y="0"/>
                      <a:pt x="0" y="2557"/>
                      <a:pt x="0" y="5714"/>
                    </a:cubicBezTo>
                    <a:cubicBezTo>
                      <a:pt x="0" y="8897"/>
                      <a:pt x="1203" y="11454"/>
                      <a:pt x="2682" y="11454"/>
                    </a:cubicBezTo>
                    <a:cubicBezTo>
                      <a:pt x="4161" y="11454"/>
                      <a:pt x="5339" y="8897"/>
                      <a:pt x="5339" y="5714"/>
                    </a:cubicBezTo>
                    <a:cubicBezTo>
                      <a:pt x="5339" y="2557"/>
                      <a:pt x="4161" y="0"/>
                      <a:pt x="2682"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111"/>
              <p:cNvSpPr/>
              <p:nvPr/>
            </p:nvSpPr>
            <p:spPr>
              <a:xfrm>
                <a:off x="3303400" y="1334625"/>
                <a:ext cx="674225" cy="670175"/>
              </a:xfrm>
              <a:custGeom>
                <a:avLst/>
                <a:gdLst/>
                <a:ahLst/>
                <a:cxnLst/>
                <a:rect l="l" t="t" r="r" b="b"/>
                <a:pathLst>
                  <a:path w="26969" h="26807" extrusionOk="0">
                    <a:moveTo>
                      <a:pt x="13144" y="0"/>
                    </a:moveTo>
                    <a:cubicBezTo>
                      <a:pt x="11983" y="0"/>
                      <a:pt x="10628" y="139"/>
                      <a:pt x="9048" y="476"/>
                    </a:cubicBezTo>
                    <a:cubicBezTo>
                      <a:pt x="1" y="2406"/>
                      <a:pt x="3008" y="11980"/>
                      <a:pt x="3008" y="11980"/>
                    </a:cubicBezTo>
                    <a:cubicBezTo>
                      <a:pt x="2748" y="11842"/>
                      <a:pt x="2488" y="11775"/>
                      <a:pt x="2239" y="11775"/>
                    </a:cubicBezTo>
                    <a:cubicBezTo>
                      <a:pt x="1221" y="11775"/>
                      <a:pt x="406" y="12907"/>
                      <a:pt x="627" y="14962"/>
                    </a:cubicBezTo>
                    <a:cubicBezTo>
                      <a:pt x="878" y="17494"/>
                      <a:pt x="3434" y="19449"/>
                      <a:pt x="4312" y="20852"/>
                    </a:cubicBezTo>
                    <a:cubicBezTo>
                      <a:pt x="5045" y="22025"/>
                      <a:pt x="8353" y="26806"/>
                      <a:pt x="14454" y="26806"/>
                    </a:cubicBezTo>
                    <a:cubicBezTo>
                      <a:pt x="15652" y="26806"/>
                      <a:pt x="16957" y="26622"/>
                      <a:pt x="18372" y="26191"/>
                    </a:cubicBezTo>
                    <a:cubicBezTo>
                      <a:pt x="26968" y="23559"/>
                      <a:pt x="23460" y="13734"/>
                      <a:pt x="22758" y="10652"/>
                    </a:cubicBezTo>
                    <a:cubicBezTo>
                      <a:pt x="22056" y="7569"/>
                      <a:pt x="19775" y="3108"/>
                      <a:pt x="19775" y="3108"/>
                    </a:cubicBezTo>
                    <a:cubicBezTo>
                      <a:pt x="19775" y="3108"/>
                      <a:pt x="18631" y="0"/>
                      <a:pt x="1314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111"/>
              <p:cNvSpPr/>
              <p:nvPr/>
            </p:nvSpPr>
            <p:spPr>
              <a:xfrm>
                <a:off x="3258350" y="1216150"/>
                <a:ext cx="621725" cy="660300"/>
              </a:xfrm>
              <a:custGeom>
                <a:avLst/>
                <a:gdLst/>
                <a:ahLst/>
                <a:cxnLst/>
                <a:rect l="l" t="t" r="r" b="b"/>
                <a:pathLst>
                  <a:path w="24869" h="26412" extrusionOk="0">
                    <a:moveTo>
                      <a:pt x="15974" y="0"/>
                    </a:moveTo>
                    <a:cubicBezTo>
                      <a:pt x="15938" y="0"/>
                      <a:pt x="15901" y="1"/>
                      <a:pt x="15863" y="2"/>
                    </a:cubicBezTo>
                    <a:cubicBezTo>
                      <a:pt x="13708" y="52"/>
                      <a:pt x="9948" y="2809"/>
                      <a:pt x="9948" y="2809"/>
                    </a:cubicBezTo>
                    <a:cubicBezTo>
                      <a:pt x="9948" y="2809"/>
                      <a:pt x="9571" y="2650"/>
                      <a:pt x="8975" y="2650"/>
                    </a:cubicBezTo>
                    <a:cubicBezTo>
                      <a:pt x="7550" y="2650"/>
                      <a:pt x="4873" y="3559"/>
                      <a:pt x="3106" y="9726"/>
                    </a:cubicBezTo>
                    <a:cubicBezTo>
                      <a:pt x="3106" y="9726"/>
                      <a:pt x="124" y="11055"/>
                      <a:pt x="48" y="14288"/>
                    </a:cubicBezTo>
                    <a:cubicBezTo>
                      <a:pt x="1" y="17345"/>
                      <a:pt x="2092" y="26411"/>
                      <a:pt x="6020" y="26411"/>
                    </a:cubicBezTo>
                    <a:cubicBezTo>
                      <a:pt x="6214" y="26411"/>
                      <a:pt x="6412" y="26389"/>
                      <a:pt x="6615" y="26343"/>
                    </a:cubicBezTo>
                    <a:cubicBezTo>
                      <a:pt x="6615" y="26343"/>
                      <a:pt x="6038" y="24839"/>
                      <a:pt x="4835" y="24012"/>
                    </a:cubicBezTo>
                    <a:cubicBezTo>
                      <a:pt x="3632" y="23185"/>
                      <a:pt x="1527" y="18348"/>
                      <a:pt x="3031" y="16970"/>
                    </a:cubicBezTo>
                    <a:cubicBezTo>
                      <a:pt x="3214" y="16801"/>
                      <a:pt x="3392" y="16728"/>
                      <a:pt x="3564" y="16728"/>
                    </a:cubicBezTo>
                    <a:cubicBezTo>
                      <a:pt x="4799" y="16728"/>
                      <a:pt x="5687" y="20554"/>
                      <a:pt x="5687" y="20554"/>
                    </a:cubicBezTo>
                    <a:lnTo>
                      <a:pt x="6489" y="20127"/>
                    </a:lnTo>
                    <a:cubicBezTo>
                      <a:pt x="6489" y="20127"/>
                      <a:pt x="7617" y="16744"/>
                      <a:pt x="6489" y="12107"/>
                    </a:cubicBezTo>
                    <a:lnTo>
                      <a:pt x="6489" y="12107"/>
                    </a:lnTo>
                    <a:cubicBezTo>
                      <a:pt x="6490" y="12107"/>
                      <a:pt x="8502" y="12919"/>
                      <a:pt x="11299" y="12919"/>
                    </a:cubicBezTo>
                    <a:cubicBezTo>
                      <a:pt x="14085" y="12919"/>
                      <a:pt x="17649" y="12114"/>
                      <a:pt x="20775" y="8899"/>
                    </a:cubicBezTo>
                    <a:cubicBezTo>
                      <a:pt x="20775" y="8899"/>
                      <a:pt x="20864" y="8911"/>
                      <a:pt x="21013" y="8911"/>
                    </a:cubicBezTo>
                    <a:cubicBezTo>
                      <a:pt x="21733" y="8911"/>
                      <a:pt x="23870" y="8636"/>
                      <a:pt x="24409" y="5441"/>
                    </a:cubicBezTo>
                    <a:cubicBezTo>
                      <a:pt x="24868" y="2724"/>
                      <a:pt x="22533" y="1274"/>
                      <a:pt x="20375" y="1274"/>
                    </a:cubicBezTo>
                    <a:cubicBezTo>
                      <a:pt x="19468" y="1274"/>
                      <a:pt x="18592" y="1530"/>
                      <a:pt x="17968" y="2057"/>
                    </a:cubicBezTo>
                    <a:cubicBezTo>
                      <a:pt x="17968" y="2057"/>
                      <a:pt x="18041" y="0"/>
                      <a:pt x="1597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111"/>
              <p:cNvSpPr/>
              <p:nvPr/>
            </p:nvSpPr>
            <p:spPr>
              <a:xfrm>
                <a:off x="3705675" y="1639750"/>
                <a:ext cx="68925" cy="142250"/>
              </a:xfrm>
              <a:custGeom>
                <a:avLst/>
                <a:gdLst/>
                <a:ahLst/>
                <a:cxnLst/>
                <a:rect l="l" t="t" r="r" b="b"/>
                <a:pathLst>
                  <a:path w="2757" h="5690" extrusionOk="0">
                    <a:moveTo>
                      <a:pt x="0" y="0"/>
                    </a:moveTo>
                    <a:cubicBezTo>
                      <a:pt x="125" y="928"/>
                      <a:pt x="351" y="1805"/>
                      <a:pt x="602" y="2707"/>
                    </a:cubicBezTo>
                    <a:lnTo>
                      <a:pt x="627" y="2782"/>
                    </a:lnTo>
                    <a:lnTo>
                      <a:pt x="727" y="2833"/>
                    </a:lnTo>
                    <a:cubicBezTo>
                      <a:pt x="1028" y="3008"/>
                      <a:pt x="1328" y="3209"/>
                      <a:pt x="1604" y="3434"/>
                    </a:cubicBezTo>
                    <a:cubicBezTo>
                      <a:pt x="1729" y="3534"/>
                      <a:pt x="1880" y="3660"/>
                      <a:pt x="1980" y="3785"/>
                    </a:cubicBezTo>
                    <a:cubicBezTo>
                      <a:pt x="2105" y="3885"/>
                      <a:pt x="2181" y="4036"/>
                      <a:pt x="2231" y="4161"/>
                    </a:cubicBezTo>
                    <a:cubicBezTo>
                      <a:pt x="2331" y="4437"/>
                      <a:pt x="2256" y="4762"/>
                      <a:pt x="2055" y="5038"/>
                    </a:cubicBezTo>
                    <a:cubicBezTo>
                      <a:pt x="1855" y="5314"/>
                      <a:pt x="1579" y="5564"/>
                      <a:pt x="1228" y="5690"/>
                    </a:cubicBezTo>
                    <a:cubicBezTo>
                      <a:pt x="1604" y="5690"/>
                      <a:pt x="1980" y="5514"/>
                      <a:pt x="2281" y="5239"/>
                    </a:cubicBezTo>
                    <a:cubicBezTo>
                      <a:pt x="2582" y="4963"/>
                      <a:pt x="2757" y="4487"/>
                      <a:pt x="2657" y="4036"/>
                    </a:cubicBezTo>
                    <a:cubicBezTo>
                      <a:pt x="2531" y="3559"/>
                      <a:pt x="2206" y="3284"/>
                      <a:pt x="1930" y="3033"/>
                    </a:cubicBezTo>
                    <a:cubicBezTo>
                      <a:pt x="1632" y="2804"/>
                      <a:pt x="1334" y="2616"/>
                      <a:pt x="1017" y="2452"/>
                    </a:cubicBezTo>
                    <a:lnTo>
                      <a:pt x="1017" y="2452"/>
                    </a:lnTo>
                    <a:cubicBezTo>
                      <a:pt x="726" y="1612"/>
                      <a:pt x="409" y="795"/>
                      <a:pt x="0"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111"/>
              <p:cNvSpPr/>
              <p:nvPr/>
            </p:nvSpPr>
            <p:spPr>
              <a:xfrm>
                <a:off x="3663675" y="1839000"/>
                <a:ext cx="139750" cy="77125"/>
              </a:xfrm>
              <a:custGeom>
                <a:avLst/>
                <a:gdLst/>
                <a:ahLst/>
                <a:cxnLst/>
                <a:rect l="l" t="t" r="r" b="b"/>
                <a:pathLst>
                  <a:path w="5590" h="3085" extrusionOk="0">
                    <a:moveTo>
                      <a:pt x="1" y="0"/>
                    </a:moveTo>
                    <a:cubicBezTo>
                      <a:pt x="1" y="0"/>
                      <a:pt x="588" y="3084"/>
                      <a:pt x="2852" y="3084"/>
                    </a:cubicBezTo>
                    <a:cubicBezTo>
                      <a:pt x="2879" y="3084"/>
                      <a:pt x="2906" y="3084"/>
                      <a:pt x="2933" y="3083"/>
                    </a:cubicBezTo>
                    <a:cubicBezTo>
                      <a:pt x="5264" y="3008"/>
                      <a:pt x="5590" y="0"/>
                      <a:pt x="5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111"/>
              <p:cNvSpPr/>
              <p:nvPr/>
            </p:nvSpPr>
            <p:spPr>
              <a:xfrm>
                <a:off x="3535225" y="1576150"/>
                <a:ext cx="67075" cy="44825"/>
              </a:xfrm>
              <a:custGeom>
                <a:avLst/>
                <a:gdLst/>
                <a:ahLst/>
                <a:cxnLst/>
                <a:rect l="l" t="t" r="r" b="b"/>
                <a:pathLst>
                  <a:path w="2683" h="1793" extrusionOk="0">
                    <a:moveTo>
                      <a:pt x="1556" y="0"/>
                    </a:moveTo>
                    <a:cubicBezTo>
                      <a:pt x="975" y="0"/>
                      <a:pt x="321" y="364"/>
                      <a:pt x="1" y="1793"/>
                    </a:cubicBezTo>
                    <a:lnTo>
                      <a:pt x="2683" y="389"/>
                    </a:lnTo>
                    <a:cubicBezTo>
                      <a:pt x="2683" y="389"/>
                      <a:pt x="2158" y="0"/>
                      <a:pt x="1556"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111"/>
              <p:cNvSpPr/>
              <p:nvPr/>
            </p:nvSpPr>
            <p:spPr>
              <a:xfrm>
                <a:off x="3767700" y="1537825"/>
                <a:ext cx="63925" cy="21750"/>
              </a:xfrm>
              <a:custGeom>
                <a:avLst/>
                <a:gdLst/>
                <a:ahLst/>
                <a:cxnLst/>
                <a:rect l="l" t="t" r="r" b="b"/>
                <a:pathLst>
                  <a:path w="2557" h="870" extrusionOk="0">
                    <a:moveTo>
                      <a:pt x="1109" y="1"/>
                    </a:moveTo>
                    <a:cubicBezTo>
                      <a:pt x="730" y="1"/>
                      <a:pt x="334" y="218"/>
                      <a:pt x="0" y="869"/>
                    </a:cubicBezTo>
                    <a:lnTo>
                      <a:pt x="2557" y="869"/>
                    </a:lnTo>
                    <a:cubicBezTo>
                      <a:pt x="2557" y="869"/>
                      <a:pt x="1866" y="1"/>
                      <a:pt x="110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111"/>
              <p:cNvSpPr/>
              <p:nvPr/>
            </p:nvSpPr>
            <p:spPr>
              <a:xfrm>
                <a:off x="3334725" y="1660050"/>
                <a:ext cx="51425" cy="81850"/>
              </a:xfrm>
              <a:custGeom>
                <a:avLst/>
                <a:gdLst/>
                <a:ahLst/>
                <a:cxnLst/>
                <a:rect l="l" t="t" r="r" b="b"/>
                <a:pathLst>
                  <a:path w="2057" h="3274" extrusionOk="0">
                    <a:moveTo>
                      <a:pt x="574" y="0"/>
                    </a:moveTo>
                    <a:cubicBezTo>
                      <a:pt x="507" y="0"/>
                      <a:pt x="440" y="13"/>
                      <a:pt x="377" y="41"/>
                    </a:cubicBezTo>
                    <a:cubicBezTo>
                      <a:pt x="176" y="116"/>
                      <a:pt x="51" y="291"/>
                      <a:pt x="1" y="467"/>
                    </a:cubicBezTo>
                    <a:cubicBezTo>
                      <a:pt x="151" y="366"/>
                      <a:pt x="302" y="266"/>
                      <a:pt x="452" y="266"/>
                    </a:cubicBezTo>
                    <a:cubicBezTo>
                      <a:pt x="577" y="266"/>
                      <a:pt x="653" y="366"/>
                      <a:pt x="753" y="467"/>
                    </a:cubicBezTo>
                    <a:cubicBezTo>
                      <a:pt x="828" y="592"/>
                      <a:pt x="903" y="717"/>
                      <a:pt x="953" y="868"/>
                    </a:cubicBezTo>
                    <a:cubicBezTo>
                      <a:pt x="1028" y="1043"/>
                      <a:pt x="1079" y="1193"/>
                      <a:pt x="1154" y="1344"/>
                    </a:cubicBezTo>
                    <a:cubicBezTo>
                      <a:pt x="1404" y="1996"/>
                      <a:pt x="1655" y="2647"/>
                      <a:pt x="2031" y="3274"/>
                    </a:cubicBezTo>
                    <a:cubicBezTo>
                      <a:pt x="2056" y="2898"/>
                      <a:pt x="2006" y="2547"/>
                      <a:pt x="1931" y="2196"/>
                    </a:cubicBezTo>
                    <a:cubicBezTo>
                      <a:pt x="1856" y="1845"/>
                      <a:pt x="1755" y="1494"/>
                      <a:pt x="1630" y="1168"/>
                    </a:cubicBezTo>
                    <a:cubicBezTo>
                      <a:pt x="1480" y="843"/>
                      <a:pt x="1354" y="492"/>
                      <a:pt x="1028" y="191"/>
                    </a:cubicBezTo>
                    <a:cubicBezTo>
                      <a:pt x="920" y="83"/>
                      <a:pt x="747" y="0"/>
                      <a:pt x="57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111"/>
              <p:cNvSpPr/>
              <p:nvPr/>
            </p:nvSpPr>
            <p:spPr>
              <a:xfrm>
                <a:off x="4077850" y="2662300"/>
                <a:ext cx="443000" cy="1267425"/>
              </a:xfrm>
              <a:custGeom>
                <a:avLst/>
                <a:gdLst/>
                <a:ahLst/>
                <a:cxnLst/>
                <a:rect l="l" t="t" r="r" b="b"/>
                <a:pathLst>
                  <a:path w="17720" h="50697" extrusionOk="0">
                    <a:moveTo>
                      <a:pt x="9324" y="1"/>
                    </a:moveTo>
                    <a:lnTo>
                      <a:pt x="0" y="3460"/>
                    </a:lnTo>
                    <a:lnTo>
                      <a:pt x="3334" y="13209"/>
                    </a:lnTo>
                    <a:cubicBezTo>
                      <a:pt x="4161" y="20778"/>
                      <a:pt x="10827" y="35841"/>
                      <a:pt x="10827" y="35841"/>
                    </a:cubicBezTo>
                    <a:cubicBezTo>
                      <a:pt x="10827" y="35841"/>
                      <a:pt x="9975" y="37470"/>
                      <a:pt x="10276" y="39099"/>
                    </a:cubicBezTo>
                    <a:cubicBezTo>
                      <a:pt x="10502" y="40202"/>
                      <a:pt x="10878" y="42282"/>
                      <a:pt x="11103" y="43460"/>
                    </a:cubicBezTo>
                    <a:cubicBezTo>
                      <a:pt x="11203" y="44011"/>
                      <a:pt x="11680" y="44387"/>
                      <a:pt x="12231" y="44387"/>
                    </a:cubicBezTo>
                    <a:cubicBezTo>
                      <a:pt x="12657" y="44387"/>
                      <a:pt x="13183" y="43861"/>
                      <a:pt x="13158" y="43209"/>
                    </a:cubicBezTo>
                    <a:lnTo>
                      <a:pt x="13158" y="40402"/>
                    </a:lnTo>
                    <a:cubicBezTo>
                      <a:pt x="13158" y="40402"/>
                      <a:pt x="15113" y="45189"/>
                      <a:pt x="14336" y="49425"/>
                    </a:cubicBezTo>
                    <a:cubicBezTo>
                      <a:pt x="14261" y="49926"/>
                      <a:pt x="14512" y="50427"/>
                      <a:pt x="14988" y="50628"/>
                    </a:cubicBezTo>
                    <a:cubicBezTo>
                      <a:pt x="15112" y="50674"/>
                      <a:pt x="15240" y="50696"/>
                      <a:pt x="15365" y="50696"/>
                    </a:cubicBezTo>
                    <a:cubicBezTo>
                      <a:pt x="15847" y="50696"/>
                      <a:pt x="16297" y="50373"/>
                      <a:pt x="16416" y="49876"/>
                    </a:cubicBezTo>
                    <a:cubicBezTo>
                      <a:pt x="16567" y="49174"/>
                      <a:pt x="16717" y="48322"/>
                      <a:pt x="16717" y="47695"/>
                    </a:cubicBezTo>
                    <a:cubicBezTo>
                      <a:pt x="17294" y="47294"/>
                      <a:pt x="17645" y="46643"/>
                      <a:pt x="17695" y="45941"/>
                    </a:cubicBezTo>
                    <a:cubicBezTo>
                      <a:pt x="17695" y="45515"/>
                      <a:pt x="17720" y="45039"/>
                      <a:pt x="17670" y="44563"/>
                    </a:cubicBezTo>
                    <a:cubicBezTo>
                      <a:pt x="17619" y="44036"/>
                      <a:pt x="17569" y="43510"/>
                      <a:pt x="17569" y="42959"/>
                    </a:cubicBezTo>
                    <a:cubicBezTo>
                      <a:pt x="17569" y="41881"/>
                      <a:pt x="17494" y="40001"/>
                      <a:pt x="17093" y="38673"/>
                    </a:cubicBezTo>
                    <a:cubicBezTo>
                      <a:pt x="16492" y="36693"/>
                      <a:pt x="15339" y="35214"/>
                      <a:pt x="15339" y="35214"/>
                    </a:cubicBezTo>
                    <a:cubicBezTo>
                      <a:pt x="13083" y="13384"/>
                      <a:pt x="10376" y="9575"/>
                      <a:pt x="10376" y="9575"/>
                    </a:cubicBezTo>
                    <a:lnTo>
                      <a:pt x="9324"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111"/>
              <p:cNvSpPr/>
              <p:nvPr/>
            </p:nvSpPr>
            <p:spPr>
              <a:xfrm>
                <a:off x="3472575" y="2154175"/>
                <a:ext cx="684250" cy="1387875"/>
              </a:xfrm>
              <a:custGeom>
                <a:avLst/>
                <a:gdLst/>
                <a:ahLst/>
                <a:cxnLst/>
                <a:rect l="l" t="t" r="r" b="b"/>
                <a:pathLst>
                  <a:path w="27370" h="55515" extrusionOk="0">
                    <a:moveTo>
                      <a:pt x="14863" y="0"/>
                    </a:moveTo>
                    <a:cubicBezTo>
                      <a:pt x="14863" y="0"/>
                      <a:pt x="12407" y="3183"/>
                      <a:pt x="8447" y="3434"/>
                    </a:cubicBezTo>
                    <a:cubicBezTo>
                      <a:pt x="8269" y="3445"/>
                      <a:pt x="8093" y="3450"/>
                      <a:pt x="7919" y="3450"/>
                    </a:cubicBezTo>
                    <a:cubicBezTo>
                      <a:pt x="4195" y="3450"/>
                      <a:pt x="1404" y="1003"/>
                      <a:pt x="1404" y="1003"/>
                    </a:cubicBezTo>
                    <a:lnTo>
                      <a:pt x="1" y="1253"/>
                    </a:lnTo>
                    <a:lnTo>
                      <a:pt x="1" y="53459"/>
                    </a:lnTo>
                    <a:cubicBezTo>
                      <a:pt x="1" y="53459"/>
                      <a:pt x="3585" y="55514"/>
                      <a:pt x="13033" y="55514"/>
                    </a:cubicBezTo>
                    <a:cubicBezTo>
                      <a:pt x="22482" y="55514"/>
                      <a:pt x="27369" y="51930"/>
                      <a:pt x="27369" y="51930"/>
                    </a:cubicBezTo>
                    <a:lnTo>
                      <a:pt x="179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111"/>
              <p:cNvSpPr/>
              <p:nvPr/>
            </p:nvSpPr>
            <p:spPr>
              <a:xfrm>
                <a:off x="3472575" y="2153525"/>
                <a:ext cx="424850" cy="147750"/>
              </a:xfrm>
              <a:custGeom>
                <a:avLst/>
                <a:gdLst/>
                <a:ahLst/>
                <a:cxnLst/>
                <a:rect l="l" t="t" r="r" b="b"/>
                <a:pathLst>
                  <a:path w="16994" h="5910" extrusionOk="0">
                    <a:moveTo>
                      <a:pt x="16993" y="1"/>
                    </a:moveTo>
                    <a:lnTo>
                      <a:pt x="14863" y="26"/>
                    </a:lnTo>
                    <a:cubicBezTo>
                      <a:pt x="14863" y="26"/>
                      <a:pt x="11780" y="3460"/>
                      <a:pt x="8447" y="3460"/>
                    </a:cubicBezTo>
                    <a:cubicBezTo>
                      <a:pt x="4136" y="3460"/>
                      <a:pt x="1404" y="1029"/>
                      <a:pt x="1404" y="1029"/>
                    </a:cubicBezTo>
                    <a:lnTo>
                      <a:pt x="1" y="1279"/>
                    </a:lnTo>
                    <a:cubicBezTo>
                      <a:pt x="1" y="1279"/>
                      <a:pt x="1952" y="5909"/>
                      <a:pt x="7463" y="5909"/>
                    </a:cubicBezTo>
                    <a:cubicBezTo>
                      <a:pt x="8006" y="5909"/>
                      <a:pt x="8584" y="5864"/>
                      <a:pt x="9199" y="5765"/>
                    </a:cubicBezTo>
                    <a:cubicBezTo>
                      <a:pt x="16066" y="4638"/>
                      <a:pt x="16993" y="1"/>
                      <a:pt x="169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111"/>
              <p:cNvSpPr/>
              <p:nvPr/>
            </p:nvSpPr>
            <p:spPr>
              <a:xfrm>
                <a:off x="3844125" y="2153300"/>
                <a:ext cx="493150" cy="1507150"/>
              </a:xfrm>
              <a:custGeom>
                <a:avLst/>
                <a:gdLst/>
                <a:ahLst/>
                <a:cxnLst/>
                <a:rect l="l" t="t" r="r" b="b"/>
                <a:pathLst>
                  <a:path w="19726" h="60286" extrusionOk="0">
                    <a:moveTo>
                      <a:pt x="1132" y="0"/>
                    </a:moveTo>
                    <a:cubicBezTo>
                      <a:pt x="424" y="0"/>
                      <a:pt x="1" y="35"/>
                      <a:pt x="1" y="35"/>
                    </a:cubicBezTo>
                    <a:lnTo>
                      <a:pt x="3861" y="14872"/>
                    </a:lnTo>
                    <a:cubicBezTo>
                      <a:pt x="5866" y="22717"/>
                      <a:pt x="7119" y="30737"/>
                      <a:pt x="7570" y="38807"/>
                    </a:cubicBezTo>
                    <a:lnTo>
                      <a:pt x="9550" y="60286"/>
                    </a:lnTo>
                    <a:cubicBezTo>
                      <a:pt x="15114" y="59133"/>
                      <a:pt x="15490" y="56827"/>
                      <a:pt x="15490" y="56827"/>
                    </a:cubicBezTo>
                    <a:lnTo>
                      <a:pt x="10402" y="24672"/>
                    </a:lnTo>
                    <a:lnTo>
                      <a:pt x="19725" y="20737"/>
                    </a:lnTo>
                    <a:cubicBezTo>
                      <a:pt x="19725" y="20737"/>
                      <a:pt x="17695" y="9133"/>
                      <a:pt x="13084" y="4221"/>
                    </a:cubicBezTo>
                    <a:cubicBezTo>
                      <a:pt x="9520" y="424"/>
                      <a:pt x="3597"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111"/>
              <p:cNvSpPr/>
              <p:nvPr/>
            </p:nvSpPr>
            <p:spPr>
              <a:xfrm>
                <a:off x="3086625" y="2179225"/>
                <a:ext cx="524450" cy="1511225"/>
              </a:xfrm>
              <a:custGeom>
                <a:avLst/>
                <a:gdLst/>
                <a:ahLst/>
                <a:cxnLst/>
                <a:rect l="l" t="t" r="r" b="b"/>
                <a:pathLst>
                  <a:path w="20978" h="60449" extrusionOk="0">
                    <a:moveTo>
                      <a:pt x="16842" y="1"/>
                    </a:moveTo>
                    <a:cubicBezTo>
                      <a:pt x="0" y="3384"/>
                      <a:pt x="3258" y="17795"/>
                      <a:pt x="4035" y="20226"/>
                    </a:cubicBezTo>
                    <a:cubicBezTo>
                      <a:pt x="4812" y="22682"/>
                      <a:pt x="7218" y="23259"/>
                      <a:pt x="7218" y="23259"/>
                    </a:cubicBezTo>
                    <a:lnTo>
                      <a:pt x="7218" y="58096"/>
                    </a:lnTo>
                    <a:cubicBezTo>
                      <a:pt x="9921" y="60155"/>
                      <a:pt x="15783" y="60449"/>
                      <a:pt x="18912" y="60449"/>
                    </a:cubicBezTo>
                    <a:cubicBezTo>
                      <a:pt x="20163" y="60449"/>
                      <a:pt x="20978" y="60402"/>
                      <a:pt x="20978" y="60402"/>
                    </a:cubicBezTo>
                    <a:cubicBezTo>
                      <a:pt x="20978" y="60402"/>
                      <a:pt x="20552" y="27971"/>
                      <a:pt x="19298" y="17469"/>
                    </a:cubicBezTo>
                    <a:cubicBezTo>
                      <a:pt x="18045" y="6968"/>
                      <a:pt x="16842" y="1"/>
                      <a:pt x="16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111"/>
              <p:cNvSpPr/>
              <p:nvPr/>
            </p:nvSpPr>
            <p:spPr>
              <a:xfrm>
                <a:off x="3366450" y="2179225"/>
                <a:ext cx="184475" cy="294100"/>
              </a:xfrm>
              <a:custGeom>
                <a:avLst/>
                <a:gdLst/>
                <a:ahLst/>
                <a:cxnLst/>
                <a:rect l="l" t="t" r="r" b="b"/>
                <a:pathLst>
                  <a:path w="7379" h="11764" extrusionOk="0">
                    <a:moveTo>
                      <a:pt x="5649" y="1"/>
                    </a:moveTo>
                    <a:lnTo>
                      <a:pt x="3594" y="376"/>
                    </a:lnTo>
                    <a:cubicBezTo>
                      <a:pt x="3594" y="376"/>
                      <a:pt x="1" y="11764"/>
                      <a:pt x="7033" y="11764"/>
                    </a:cubicBezTo>
                    <a:cubicBezTo>
                      <a:pt x="7145" y="11764"/>
                      <a:pt x="7261" y="11761"/>
                      <a:pt x="7379" y="11755"/>
                    </a:cubicBezTo>
                    <a:lnTo>
                      <a:pt x="56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111"/>
              <p:cNvSpPr/>
              <p:nvPr/>
            </p:nvSpPr>
            <p:spPr>
              <a:xfrm>
                <a:off x="3844125" y="2153525"/>
                <a:ext cx="243150" cy="294525"/>
              </a:xfrm>
              <a:custGeom>
                <a:avLst/>
                <a:gdLst/>
                <a:ahLst/>
                <a:cxnLst/>
                <a:rect l="l" t="t" r="r" b="b"/>
                <a:pathLst>
                  <a:path w="9726" h="11781" extrusionOk="0">
                    <a:moveTo>
                      <a:pt x="2131" y="1"/>
                    </a:moveTo>
                    <a:lnTo>
                      <a:pt x="1" y="26"/>
                    </a:lnTo>
                    <a:lnTo>
                      <a:pt x="3059" y="11780"/>
                    </a:lnTo>
                    <a:cubicBezTo>
                      <a:pt x="9725" y="8372"/>
                      <a:pt x="2131" y="1"/>
                      <a:pt x="2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111"/>
              <p:cNvSpPr/>
              <p:nvPr/>
            </p:nvSpPr>
            <p:spPr>
              <a:xfrm>
                <a:off x="4051525" y="2523225"/>
                <a:ext cx="58925" cy="248125"/>
              </a:xfrm>
              <a:custGeom>
                <a:avLst/>
                <a:gdLst/>
                <a:ahLst/>
                <a:cxnLst/>
                <a:rect l="l" t="t" r="r" b="b"/>
                <a:pathLst>
                  <a:path w="2357" h="9925" extrusionOk="0">
                    <a:moveTo>
                      <a:pt x="1" y="0"/>
                    </a:moveTo>
                    <a:cubicBezTo>
                      <a:pt x="427" y="1629"/>
                      <a:pt x="753" y="3283"/>
                      <a:pt x="1053" y="4937"/>
                    </a:cubicBezTo>
                    <a:cubicBezTo>
                      <a:pt x="1354" y="6592"/>
                      <a:pt x="1605" y="8271"/>
                      <a:pt x="1855" y="9925"/>
                    </a:cubicBezTo>
                    <a:lnTo>
                      <a:pt x="2357" y="9850"/>
                    </a:lnTo>
                    <a:cubicBezTo>
                      <a:pt x="2031" y="8170"/>
                      <a:pt x="1680" y="6541"/>
                      <a:pt x="1304" y="4887"/>
                    </a:cubicBezTo>
                    <a:cubicBezTo>
                      <a:pt x="903" y="3233"/>
                      <a:pt x="502" y="160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111"/>
              <p:cNvSpPr/>
              <p:nvPr/>
            </p:nvSpPr>
            <p:spPr>
              <a:xfrm>
                <a:off x="4096650" y="2627850"/>
                <a:ext cx="240625" cy="144750"/>
              </a:xfrm>
              <a:custGeom>
                <a:avLst/>
                <a:gdLst/>
                <a:ahLst/>
                <a:cxnLst/>
                <a:rect l="l" t="t" r="r" b="b"/>
                <a:pathLst>
                  <a:path w="9625" h="5790" extrusionOk="0">
                    <a:moveTo>
                      <a:pt x="9248" y="0"/>
                    </a:moveTo>
                    <a:lnTo>
                      <a:pt x="0" y="3935"/>
                    </a:lnTo>
                    <a:lnTo>
                      <a:pt x="326" y="5790"/>
                    </a:lnTo>
                    <a:lnTo>
                      <a:pt x="9624" y="1755"/>
                    </a:lnTo>
                    <a:lnTo>
                      <a:pt x="92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111"/>
              <p:cNvSpPr/>
              <p:nvPr/>
            </p:nvSpPr>
            <p:spPr>
              <a:xfrm>
                <a:off x="3225075" y="1670575"/>
                <a:ext cx="367200" cy="491100"/>
              </a:xfrm>
              <a:custGeom>
                <a:avLst/>
                <a:gdLst/>
                <a:ahLst/>
                <a:cxnLst/>
                <a:rect l="l" t="t" r="r" b="b"/>
                <a:pathLst>
                  <a:path w="14688" h="19644" extrusionOk="0">
                    <a:moveTo>
                      <a:pt x="6491" y="1"/>
                    </a:moveTo>
                    <a:cubicBezTo>
                      <a:pt x="6373" y="1"/>
                      <a:pt x="6253" y="32"/>
                      <a:pt x="6141" y="96"/>
                    </a:cubicBezTo>
                    <a:lnTo>
                      <a:pt x="452" y="3329"/>
                    </a:lnTo>
                    <a:cubicBezTo>
                      <a:pt x="126" y="3504"/>
                      <a:pt x="1" y="3905"/>
                      <a:pt x="151" y="4231"/>
                    </a:cubicBezTo>
                    <a:lnTo>
                      <a:pt x="7044" y="19244"/>
                    </a:lnTo>
                    <a:cubicBezTo>
                      <a:pt x="7169" y="19495"/>
                      <a:pt x="7423" y="19643"/>
                      <a:pt x="7685" y="19643"/>
                    </a:cubicBezTo>
                    <a:cubicBezTo>
                      <a:pt x="7790" y="19643"/>
                      <a:pt x="7896" y="19620"/>
                      <a:pt x="7996" y="19570"/>
                    </a:cubicBezTo>
                    <a:lnTo>
                      <a:pt x="14211" y="16311"/>
                    </a:lnTo>
                    <a:cubicBezTo>
                      <a:pt x="14537" y="16136"/>
                      <a:pt x="14688" y="15710"/>
                      <a:pt x="14512" y="15384"/>
                    </a:cubicBezTo>
                    <a:lnTo>
                      <a:pt x="7119" y="397"/>
                    </a:lnTo>
                    <a:cubicBezTo>
                      <a:pt x="6982" y="141"/>
                      <a:pt x="6741" y="1"/>
                      <a:pt x="649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111"/>
              <p:cNvSpPr/>
              <p:nvPr/>
            </p:nvSpPr>
            <p:spPr>
              <a:xfrm>
                <a:off x="2966950" y="1812775"/>
                <a:ext cx="507525" cy="1221075"/>
              </a:xfrm>
              <a:custGeom>
                <a:avLst/>
                <a:gdLst/>
                <a:ahLst/>
                <a:cxnLst/>
                <a:rect l="l" t="t" r="r" b="b"/>
                <a:pathLst>
                  <a:path w="20301" h="48843" extrusionOk="0">
                    <a:moveTo>
                      <a:pt x="17149" y="1"/>
                    </a:moveTo>
                    <a:cubicBezTo>
                      <a:pt x="16900" y="1"/>
                      <a:pt x="16647" y="90"/>
                      <a:pt x="16441" y="272"/>
                    </a:cubicBezTo>
                    <a:cubicBezTo>
                      <a:pt x="14612" y="1877"/>
                      <a:pt x="10201" y="6538"/>
                      <a:pt x="9399" y="8694"/>
                    </a:cubicBezTo>
                    <a:cubicBezTo>
                      <a:pt x="8346" y="11450"/>
                      <a:pt x="10075" y="15260"/>
                      <a:pt x="10075" y="15260"/>
                    </a:cubicBezTo>
                    <a:cubicBezTo>
                      <a:pt x="10075" y="15260"/>
                      <a:pt x="0" y="47240"/>
                      <a:pt x="9173" y="48769"/>
                    </a:cubicBezTo>
                    <a:cubicBezTo>
                      <a:pt x="9470" y="48818"/>
                      <a:pt x="9754" y="48842"/>
                      <a:pt x="10028" y="48842"/>
                    </a:cubicBezTo>
                    <a:cubicBezTo>
                      <a:pt x="18224" y="48842"/>
                      <a:pt x="16029" y="27176"/>
                      <a:pt x="14937" y="15486"/>
                    </a:cubicBezTo>
                    <a:lnTo>
                      <a:pt x="16742" y="13255"/>
                    </a:lnTo>
                    <a:cubicBezTo>
                      <a:pt x="17469" y="12353"/>
                      <a:pt x="17970" y="11275"/>
                      <a:pt x="18221" y="10147"/>
                    </a:cubicBezTo>
                    <a:lnTo>
                      <a:pt x="20000" y="7541"/>
                    </a:lnTo>
                    <a:cubicBezTo>
                      <a:pt x="20251" y="7265"/>
                      <a:pt x="20301" y="6864"/>
                      <a:pt x="20151" y="6538"/>
                    </a:cubicBezTo>
                    <a:cubicBezTo>
                      <a:pt x="20001" y="6156"/>
                      <a:pt x="19641" y="5939"/>
                      <a:pt x="19270" y="5939"/>
                    </a:cubicBezTo>
                    <a:cubicBezTo>
                      <a:pt x="19082" y="5939"/>
                      <a:pt x="18890" y="5994"/>
                      <a:pt x="18722" y="6112"/>
                    </a:cubicBezTo>
                    <a:lnTo>
                      <a:pt x="14060" y="9897"/>
                    </a:lnTo>
                    <a:lnTo>
                      <a:pt x="19023" y="4784"/>
                    </a:lnTo>
                    <a:cubicBezTo>
                      <a:pt x="19348" y="4483"/>
                      <a:pt x="19424" y="3982"/>
                      <a:pt x="19198" y="3606"/>
                    </a:cubicBezTo>
                    <a:cubicBezTo>
                      <a:pt x="19030" y="3285"/>
                      <a:pt x="18713" y="3113"/>
                      <a:pt x="18383" y="3113"/>
                    </a:cubicBezTo>
                    <a:cubicBezTo>
                      <a:pt x="18172" y="3113"/>
                      <a:pt x="17955" y="3183"/>
                      <a:pt x="17770" y="3330"/>
                    </a:cubicBezTo>
                    <a:lnTo>
                      <a:pt x="12582" y="7992"/>
                    </a:lnTo>
                    <a:lnTo>
                      <a:pt x="17920" y="1776"/>
                    </a:lnTo>
                    <a:cubicBezTo>
                      <a:pt x="18296" y="1400"/>
                      <a:pt x="18296" y="774"/>
                      <a:pt x="17945" y="373"/>
                    </a:cubicBezTo>
                    <a:cubicBezTo>
                      <a:pt x="17740" y="127"/>
                      <a:pt x="17447" y="1"/>
                      <a:pt x="17149"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111"/>
              <p:cNvSpPr/>
              <p:nvPr/>
            </p:nvSpPr>
            <p:spPr>
              <a:xfrm>
                <a:off x="3201900" y="1880350"/>
                <a:ext cx="90875" cy="149775"/>
              </a:xfrm>
              <a:custGeom>
                <a:avLst/>
                <a:gdLst/>
                <a:ahLst/>
                <a:cxnLst/>
                <a:rect l="l" t="t" r="r" b="b"/>
                <a:pathLst>
                  <a:path w="3635" h="5991" extrusionOk="0">
                    <a:moveTo>
                      <a:pt x="3008" y="1"/>
                    </a:moveTo>
                    <a:cubicBezTo>
                      <a:pt x="752" y="2156"/>
                      <a:pt x="76" y="5790"/>
                      <a:pt x="1" y="5991"/>
                    </a:cubicBezTo>
                    <a:lnTo>
                      <a:pt x="3635" y="1379"/>
                    </a:lnTo>
                    <a:lnTo>
                      <a:pt x="3008"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111"/>
              <p:cNvSpPr/>
              <p:nvPr/>
            </p:nvSpPr>
            <p:spPr>
              <a:xfrm>
                <a:off x="2588500" y="3820200"/>
                <a:ext cx="223075" cy="438525"/>
              </a:xfrm>
              <a:custGeom>
                <a:avLst/>
                <a:gdLst/>
                <a:ahLst/>
                <a:cxnLst/>
                <a:rect l="l" t="t" r="r" b="b"/>
                <a:pathLst>
                  <a:path w="8923" h="17541" extrusionOk="0">
                    <a:moveTo>
                      <a:pt x="3183" y="1"/>
                    </a:moveTo>
                    <a:cubicBezTo>
                      <a:pt x="3183" y="1"/>
                      <a:pt x="0" y="14237"/>
                      <a:pt x="526" y="15690"/>
                    </a:cubicBezTo>
                    <a:cubicBezTo>
                      <a:pt x="1078" y="17144"/>
                      <a:pt x="2055" y="17294"/>
                      <a:pt x="2055" y="17294"/>
                    </a:cubicBezTo>
                    <a:cubicBezTo>
                      <a:pt x="2454" y="17464"/>
                      <a:pt x="2815" y="17541"/>
                      <a:pt x="3144" y="17541"/>
                    </a:cubicBezTo>
                    <a:cubicBezTo>
                      <a:pt x="6412" y="17541"/>
                      <a:pt x="6391" y="9926"/>
                      <a:pt x="6391" y="9926"/>
                    </a:cubicBezTo>
                    <a:cubicBezTo>
                      <a:pt x="8922" y="8497"/>
                      <a:pt x="7168" y="628"/>
                      <a:pt x="7168" y="628"/>
                    </a:cubicBezTo>
                    <a:lnTo>
                      <a:pt x="3183"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111"/>
              <p:cNvSpPr/>
              <p:nvPr/>
            </p:nvSpPr>
            <p:spPr>
              <a:xfrm>
                <a:off x="1675575" y="3271975"/>
                <a:ext cx="1037000" cy="2187375"/>
              </a:xfrm>
              <a:custGeom>
                <a:avLst/>
                <a:gdLst/>
                <a:ahLst/>
                <a:cxnLst/>
                <a:rect l="l" t="t" r="r" b="b"/>
                <a:pathLst>
                  <a:path w="41480" h="87495" extrusionOk="0">
                    <a:moveTo>
                      <a:pt x="36216" y="0"/>
                    </a:moveTo>
                    <a:lnTo>
                      <a:pt x="6742" y="2481"/>
                    </a:lnTo>
                    <a:cubicBezTo>
                      <a:pt x="6742" y="2481"/>
                      <a:pt x="1" y="18872"/>
                      <a:pt x="1780" y="35740"/>
                    </a:cubicBezTo>
                    <a:cubicBezTo>
                      <a:pt x="3560" y="52582"/>
                      <a:pt x="8873" y="87494"/>
                      <a:pt x="8873" y="87494"/>
                    </a:cubicBezTo>
                    <a:lnTo>
                      <a:pt x="35966" y="87494"/>
                    </a:lnTo>
                    <a:cubicBezTo>
                      <a:pt x="35966" y="87494"/>
                      <a:pt x="41480" y="36241"/>
                      <a:pt x="39525" y="23083"/>
                    </a:cubicBezTo>
                    <a:cubicBezTo>
                      <a:pt x="37545" y="9950"/>
                      <a:pt x="36216" y="0"/>
                      <a:pt x="362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111"/>
              <p:cNvSpPr/>
              <p:nvPr/>
            </p:nvSpPr>
            <p:spPr>
              <a:xfrm>
                <a:off x="2287100" y="3849025"/>
                <a:ext cx="109675" cy="1610950"/>
              </a:xfrm>
              <a:custGeom>
                <a:avLst/>
                <a:gdLst/>
                <a:ahLst/>
                <a:cxnLst/>
                <a:rect l="l" t="t" r="r" b="b"/>
                <a:pathLst>
                  <a:path w="4387" h="64438" extrusionOk="0">
                    <a:moveTo>
                      <a:pt x="4387" y="1"/>
                    </a:moveTo>
                    <a:lnTo>
                      <a:pt x="1" y="5364"/>
                    </a:lnTo>
                    <a:lnTo>
                      <a:pt x="1" y="5389"/>
                    </a:lnTo>
                    <a:lnTo>
                      <a:pt x="51" y="64437"/>
                    </a:lnTo>
                    <a:lnTo>
                      <a:pt x="1079" y="64412"/>
                    </a:lnTo>
                    <a:lnTo>
                      <a:pt x="76" y="5389"/>
                    </a:lnTo>
                    <a:lnTo>
                      <a:pt x="51" y="5414"/>
                    </a:lnTo>
                    <a:lnTo>
                      <a:pt x="51" y="5414"/>
                    </a:lnTo>
                    <a:lnTo>
                      <a:pt x="4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111"/>
              <p:cNvSpPr/>
              <p:nvPr/>
            </p:nvSpPr>
            <p:spPr>
              <a:xfrm>
                <a:off x="1829725" y="3334000"/>
                <a:ext cx="151025" cy="2125350"/>
              </a:xfrm>
              <a:custGeom>
                <a:avLst/>
                <a:gdLst/>
                <a:ahLst/>
                <a:cxnLst/>
                <a:rect l="l" t="t" r="r" b="b"/>
                <a:pathLst>
                  <a:path w="6041" h="85014" fill="none" extrusionOk="0">
                    <a:moveTo>
                      <a:pt x="5013" y="0"/>
                    </a:moveTo>
                    <a:cubicBezTo>
                      <a:pt x="4211" y="1930"/>
                      <a:pt x="0" y="13559"/>
                      <a:pt x="0" y="29223"/>
                    </a:cubicBezTo>
                    <a:cubicBezTo>
                      <a:pt x="0" y="44888"/>
                      <a:pt x="6040" y="85013"/>
                      <a:pt x="6040" y="85013"/>
                    </a:cubicBezTo>
                  </a:path>
                </a:pathLst>
              </a:custGeom>
              <a:no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111"/>
              <p:cNvSpPr/>
              <p:nvPr/>
            </p:nvSpPr>
            <p:spPr>
              <a:xfrm>
                <a:off x="1885475" y="3334000"/>
                <a:ext cx="253150" cy="258800"/>
              </a:xfrm>
              <a:custGeom>
                <a:avLst/>
                <a:gdLst/>
                <a:ahLst/>
                <a:cxnLst/>
                <a:rect l="l" t="t" r="r" b="b"/>
                <a:pathLst>
                  <a:path w="10126" h="10352" fill="none" extrusionOk="0">
                    <a:moveTo>
                      <a:pt x="1" y="9424"/>
                    </a:moveTo>
                    <a:cubicBezTo>
                      <a:pt x="1" y="9424"/>
                      <a:pt x="8823" y="10351"/>
                      <a:pt x="10126" y="0"/>
                    </a:cubicBezTo>
                  </a:path>
                </a:pathLst>
              </a:custGeom>
              <a:no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111"/>
              <p:cNvSpPr/>
              <p:nvPr/>
            </p:nvSpPr>
            <p:spPr>
              <a:xfrm>
                <a:off x="1672450" y="1577725"/>
                <a:ext cx="873450" cy="805150"/>
              </a:xfrm>
              <a:custGeom>
                <a:avLst/>
                <a:gdLst/>
                <a:ahLst/>
                <a:cxnLst/>
                <a:rect l="l" t="t" r="r" b="b"/>
                <a:pathLst>
                  <a:path w="34938" h="32206" extrusionOk="0">
                    <a:moveTo>
                      <a:pt x="23534" y="0"/>
                    </a:moveTo>
                    <a:cubicBezTo>
                      <a:pt x="19023" y="4512"/>
                      <a:pt x="7444" y="5289"/>
                      <a:pt x="7444" y="5289"/>
                    </a:cubicBezTo>
                    <a:cubicBezTo>
                      <a:pt x="7444" y="5289"/>
                      <a:pt x="3985" y="11805"/>
                      <a:pt x="2256" y="19474"/>
                    </a:cubicBezTo>
                    <a:cubicBezTo>
                      <a:pt x="0" y="29299"/>
                      <a:pt x="9549" y="32206"/>
                      <a:pt x="9549" y="32206"/>
                    </a:cubicBezTo>
                    <a:lnTo>
                      <a:pt x="34938" y="32206"/>
                    </a:lnTo>
                    <a:cubicBezTo>
                      <a:pt x="31855" y="20301"/>
                      <a:pt x="33660" y="5364"/>
                      <a:pt x="33660" y="5364"/>
                    </a:cubicBezTo>
                    <a:lnTo>
                      <a:pt x="23534" y="0"/>
                    </a:ln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111"/>
              <p:cNvSpPr/>
              <p:nvPr/>
            </p:nvSpPr>
            <p:spPr>
              <a:xfrm>
                <a:off x="1970700" y="1983725"/>
                <a:ext cx="417300" cy="473850"/>
              </a:xfrm>
              <a:custGeom>
                <a:avLst/>
                <a:gdLst/>
                <a:ahLst/>
                <a:cxnLst/>
                <a:rect l="l" t="t" r="r" b="b"/>
                <a:pathLst>
                  <a:path w="16692" h="18954" extrusionOk="0">
                    <a:moveTo>
                      <a:pt x="1755" y="1"/>
                    </a:moveTo>
                    <a:lnTo>
                      <a:pt x="0" y="11881"/>
                    </a:lnTo>
                    <a:cubicBezTo>
                      <a:pt x="0" y="11881"/>
                      <a:pt x="1580" y="18954"/>
                      <a:pt x="8809" y="18954"/>
                    </a:cubicBezTo>
                    <a:cubicBezTo>
                      <a:pt x="8920" y="18954"/>
                      <a:pt x="9034" y="18952"/>
                      <a:pt x="9148" y="18948"/>
                    </a:cubicBezTo>
                    <a:cubicBezTo>
                      <a:pt x="16692" y="18748"/>
                      <a:pt x="15489" y="11981"/>
                      <a:pt x="15489" y="11981"/>
                    </a:cubicBezTo>
                    <a:lnTo>
                      <a:pt x="12933" y="3911"/>
                    </a:lnTo>
                    <a:lnTo>
                      <a:pt x="1755"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111"/>
              <p:cNvSpPr/>
              <p:nvPr/>
            </p:nvSpPr>
            <p:spPr>
              <a:xfrm>
                <a:off x="2003900" y="1983100"/>
                <a:ext cx="310800" cy="218700"/>
              </a:xfrm>
              <a:custGeom>
                <a:avLst/>
                <a:gdLst/>
                <a:ahLst/>
                <a:cxnLst/>
                <a:rect l="l" t="t" r="r" b="b"/>
                <a:pathLst>
                  <a:path w="12432" h="8748" extrusionOk="0">
                    <a:moveTo>
                      <a:pt x="427" y="1"/>
                    </a:moveTo>
                    <a:lnTo>
                      <a:pt x="1" y="2858"/>
                    </a:lnTo>
                    <a:cubicBezTo>
                      <a:pt x="1103" y="5640"/>
                      <a:pt x="3234" y="8748"/>
                      <a:pt x="8647" y="8748"/>
                    </a:cubicBezTo>
                    <a:cubicBezTo>
                      <a:pt x="10778" y="8748"/>
                      <a:pt x="11780" y="7921"/>
                      <a:pt x="12432" y="6567"/>
                    </a:cubicBezTo>
                    <a:lnTo>
                      <a:pt x="11605" y="3936"/>
                    </a:lnTo>
                    <a:lnTo>
                      <a:pt x="427"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111"/>
              <p:cNvSpPr/>
              <p:nvPr/>
            </p:nvSpPr>
            <p:spPr>
              <a:xfrm>
                <a:off x="1862750" y="1414325"/>
                <a:ext cx="670000" cy="711500"/>
              </a:xfrm>
              <a:custGeom>
                <a:avLst/>
                <a:gdLst/>
                <a:ahLst/>
                <a:cxnLst/>
                <a:rect l="l" t="t" r="r" b="b"/>
                <a:pathLst>
                  <a:path w="26800" h="28460" extrusionOk="0">
                    <a:moveTo>
                      <a:pt x="14304" y="0"/>
                    </a:moveTo>
                    <a:cubicBezTo>
                      <a:pt x="10290" y="0"/>
                      <a:pt x="6504" y="2516"/>
                      <a:pt x="5872" y="10145"/>
                    </a:cubicBezTo>
                    <a:cubicBezTo>
                      <a:pt x="5872" y="10145"/>
                      <a:pt x="5105" y="9040"/>
                      <a:pt x="3738" y="9040"/>
                    </a:cubicBezTo>
                    <a:cubicBezTo>
                      <a:pt x="3358" y="9040"/>
                      <a:pt x="2932" y="9125"/>
                      <a:pt x="2464" y="9343"/>
                    </a:cubicBezTo>
                    <a:cubicBezTo>
                      <a:pt x="386" y="10345"/>
                      <a:pt x="1" y="19738"/>
                      <a:pt x="3865" y="19738"/>
                    </a:cubicBezTo>
                    <a:cubicBezTo>
                      <a:pt x="3963" y="19738"/>
                      <a:pt x="4064" y="19732"/>
                      <a:pt x="4168" y="19719"/>
                    </a:cubicBezTo>
                    <a:cubicBezTo>
                      <a:pt x="4168" y="19719"/>
                      <a:pt x="4995" y="26912"/>
                      <a:pt x="11035" y="28165"/>
                    </a:cubicBezTo>
                    <a:cubicBezTo>
                      <a:pt x="11997" y="28364"/>
                      <a:pt x="12864" y="28459"/>
                      <a:pt x="13650" y="28459"/>
                    </a:cubicBezTo>
                    <a:cubicBezTo>
                      <a:pt x="17820" y="28459"/>
                      <a:pt x="19738" y="25797"/>
                      <a:pt x="21762" y="21875"/>
                    </a:cubicBezTo>
                    <a:cubicBezTo>
                      <a:pt x="24143" y="17213"/>
                      <a:pt x="26800" y="6235"/>
                      <a:pt x="21762" y="2576"/>
                    </a:cubicBezTo>
                    <a:cubicBezTo>
                      <a:pt x="19749" y="1114"/>
                      <a:pt x="16976" y="0"/>
                      <a:pt x="1430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111"/>
              <p:cNvSpPr/>
              <p:nvPr/>
            </p:nvSpPr>
            <p:spPr>
              <a:xfrm>
                <a:off x="2218825" y="1851525"/>
                <a:ext cx="52650" cy="96525"/>
              </a:xfrm>
              <a:custGeom>
                <a:avLst/>
                <a:gdLst/>
                <a:ahLst/>
                <a:cxnLst/>
                <a:rect l="l" t="t" r="r" b="b"/>
                <a:pathLst>
                  <a:path w="2106" h="3861" extrusionOk="0">
                    <a:moveTo>
                      <a:pt x="1704" y="1"/>
                    </a:moveTo>
                    <a:lnTo>
                      <a:pt x="1704" y="1"/>
                    </a:lnTo>
                    <a:cubicBezTo>
                      <a:pt x="1454" y="577"/>
                      <a:pt x="1278" y="1154"/>
                      <a:pt x="1153" y="1755"/>
                    </a:cubicBezTo>
                    <a:lnTo>
                      <a:pt x="1128" y="1830"/>
                    </a:lnTo>
                    <a:lnTo>
                      <a:pt x="1203" y="1956"/>
                    </a:lnTo>
                    <a:cubicBezTo>
                      <a:pt x="1328" y="2156"/>
                      <a:pt x="1479" y="2382"/>
                      <a:pt x="1529" y="2632"/>
                    </a:cubicBezTo>
                    <a:cubicBezTo>
                      <a:pt x="1604" y="2858"/>
                      <a:pt x="1554" y="3083"/>
                      <a:pt x="1454" y="3259"/>
                    </a:cubicBezTo>
                    <a:cubicBezTo>
                      <a:pt x="1404" y="3334"/>
                      <a:pt x="1328" y="3409"/>
                      <a:pt x="1228" y="3459"/>
                    </a:cubicBezTo>
                    <a:cubicBezTo>
                      <a:pt x="1128" y="3484"/>
                      <a:pt x="1003" y="3535"/>
                      <a:pt x="852" y="3535"/>
                    </a:cubicBezTo>
                    <a:cubicBezTo>
                      <a:pt x="736" y="3556"/>
                      <a:pt x="619" y="3563"/>
                      <a:pt x="501" y="3563"/>
                    </a:cubicBezTo>
                    <a:cubicBezTo>
                      <a:pt x="339" y="3563"/>
                      <a:pt x="174" y="3549"/>
                      <a:pt x="0" y="3535"/>
                    </a:cubicBezTo>
                    <a:lnTo>
                      <a:pt x="0" y="3535"/>
                    </a:lnTo>
                    <a:cubicBezTo>
                      <a:pt x="251" y="3710"/>
                      <a:pt x="551" y="3810"/>
                      <a:pt x="852" y="3860"/>
                    </a:cubicBezTo>
                    <a:cubicBezTo>
                      <a:pt x="1003" y="3860"/>
                      <a:pt x="1178" y="3860"/>
                      <a:pt x="1353" y="3835"/>
                    </a:cubicBezTo>
                    <a:cubicBezTo>
                      <a:pt x="1529" y="3785"/>
                      <a:pt x="1704" y="3685"/>
                      <a:pt x="1830" y="3535"/>
                    </a:cubicBezTo>
                    <a:cubicBezTo>
                      <a:pt x="2080" y="3234"/>
                      <a:pt x="2105" y="2833"/>
                      <a:pt x="2030" y="2507"/>
                    </a:cubicBezTo>
                    <a:cubicBezTo>
                      <a:pt x="1940" y="2191"/>
                      <a:pt x="1809" y="1936"/>
                      <a:pt x="1619" y="1706"/>
                    </a:cubicBezTo>
                    <a:lnTo>
                      <a:pt x="1619" y="1706"/>
                    </a:lnTo>
                    <a:cubicBezTo>
                      <a:pt x="1686" y="1146"/>
                      <a:pt x="1728" y="584"/>
                      <a:pt x="17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111"/>
              <p:cNvSpPr/>
              <p:nvPr/>
            </p:nvSpPr>
            <p:spPr>
              <a:xfrm>
                <a:off x="2126075" y="1958050"/>
                <a:ext cx="156050" cy="113525"/>
              </a:xfrm>
              <a:custGeom>
                <a:avLst/>
                <a:gdLst/>
                <a:ahLst/>
                <a:cxnLst/>
                <a:rect l="l" t="t" r="r" b="b"/>
                <a:pathLst>
                  <a:path w="6242" h="4541" extrusionOk="0">
                    <a:moveTo>
                      <a:pt x="1104" y="0"/>
                    </a:moveTo>
                    <a:lnTo>
                      <a:pt x="1104" y="0"/>
                    </a:lnTo>
                    <a:cubicBezTo>
                      <a:pt x="1103" y="0"/>
                      <a:pt x="1" y="4411"/>
                      <a:pt x="2657" y="4537"/>
                    </a:cubicBezTo>
                    <a:cubicBezTo>
                      <a:pt x="2709" y="4539"/>
                      <a:pt x="2761" y="4540"/>
                      <a:pt x="2811" y="4540"/>
                    </a:cubicBezTo>
                    <a:cubicBezTo>
                      <a:pt x="5326" y="4540"/>
                      <a:pt x="6241" y="1554"/>
                      <a:pt x="6241" y="1554"/>
                    </a:cubicBezTo>
                    <a:lnTo>
                      <a:pt x="11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111"/>
              <p:cNvSpPr/>
              <p:nvPr/>
            </p:nvSpPr>
            <p:spPr>
              <a:xfrm>
                <a:off x="2133600" y="1733050"/>
                <a:ext cx="61425" cy="17000"/>
              </a:xfrm>
              <a:custGeom>
                <a:avLst/>
                <a:gdLst/>
                <a:ahLst/>
                <a:cxnLst/>
                <a:rect l="l" t="t" r="r" b="b"/>
                <a:pathLst>
                  <a:path w="2457" h="680" extrusionOk="0">
                    <a:moveTo>
                      <a:pt x="1462" y="0"/>
                    </a:moveTo>
                    <a:cubicBezTo>
                      <a:pt x="1098" y="0"/>
                      <a:pt x="619" y="170"/>
                      <a:pt x="1" y="680"/>
                    </a:cubicBezTo>
                    <a:lnTo>
                      <a:pt x="2457" y="680"/>
                    </a:lnTo>
                    <a:cubicBezTo>
                      <a:pt x="2457" y="680"/>
                      <a:pt x="2189" y="0"/>
                      <a:pt x="1462" y="0"/>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111"/>
              <p:cNvSpPr/>
              <p:nvPr/>
            </p:nvSpPr>
            <p:spPr>
              <a:xfrm>
                <a:off x="2364175" y="1793150"/>
                <a:ext cx="47025" cy="38350"/>
              </a:xfrm>
              <a:custGeom>
                <a:avLst/>
                <a:gdLst/>
                <a:ahLst/>
                <a:cxnLst/>
                <a:rect l="l" t="t" r="r" b="b"/>
                <a:pathLst>
                  <a:path w="1881" h="1534" extrusionOk="0">
                    <a:moveTo>
                      <a:pt x="744" y="1"/>
                    </a:moveTo>
                    <a:cubicBezTo>
                      <a:pt x="536" y="1"/>
                      <a:pt x="290" y="75"/>
                      <a:pt x="1" y="255"/>
                    </a:cubicBezTo>
                    <a:lnTo>
                      <a:pt x="1880" y="1534"/>
                    </a:lnTo>
                    <a:cubicBezTo>
                      <a:pt x="1880" y="1534"/>
                      <a:pt x="1695" y="1"/>
                      <a:pt x="744" y="1"/>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111"/>
              <p:cNvSpPr/>
              <p:nvPr/>
            </p:nvSpPr>
            <p:spPr>
              <a:xfrm>
                <a:off x="1858525" y="1338125"/>
                <a:ext cx="726850" cy="404775"/>
              </a:xfrm>
              <a:custGeom>
                <a:avLst/>
                <a:gdLst/>
                <a:ahLst/>
                <a:cxnLst/>
                <a:rect l="l" t="t" r="r" b="b"/>
                <a:pathLst>
                  <a:path w="29074" h="16191" extrusionOk="0">
                    <a:moveTo>
                      <a:pt x="13673" y="1"/>
                    </a:moveTo>
                    <a:cubicBezTo>
                      <a:pt x="4663" y="1"/>
                      <a:pt x="3818" y="5747"/>
                      <a:pt x="1" y="14873"/>
                    </a:cubicBezTo>
                    <a:lnTo>
                      <a:pt x="1279" y="15148"/>
                    </a:lnTo>
                    <a:cubicBezTo>
                      <a:pt x="1279" y="15148"/>
                      <a:pt x="1972" y="12334"/>
                      <a:pt x="3543" y="12334"/>
                    </a:cubicBezTo>
                    <a:cubicBezTo>
                      <a:pt x="3713" y="12334"/>
                      <a:pt x="3895" y="12368"/>
                      <a:pt x="4086" y="12441"/>
                    </a:cubicBezTo>
                    <a:cubicBezTo>
                      <a:pt x="6041" y="13193"/>
                      <a:pt x="6116" y="15524"/>
                      <a:pt x="6116" y="15524"/>
                    </a:cubicBezTo>
                    <a:cubicBezTo>
                      <a:pt x="6116" y="15524"/>
                      <a:pt x="6121" y="15524"/>
                      <a:pt x="6132" y="15524"/>
                    </a:cubicBezTo>
                    <a:cubicBezTo>
                      <a:pt x="6471" y="15524"/>
                      <a:pt x="12322" y="15477"/>
                      <a:pt x="15314" y="12241"/>
                    </a:cubicBezTo>
                    <a:lnTo>
                      <a:pt x="15314" y="12241"/>
                    </a:lnTo>
                    <a:lnTo>
                      <a:pt x="13735" y="14822"/>
                    </a:lnTo>
                    <a:cubicBezTo>
                      <a:pt x="13735" y="14822"/>
                      <a:pt x="14178" y="14861"/>
                      <a:pt x="14852" y="14861"/>
                    </a:cubicBezTo>
                    <a:cubicBezTo>
                      <a:pt x="16149" y="14861"/>
                      <a:pt x="18300" y="14719"/>
                      <a:pt x="19801" y="13895"/>
                    </a:cubicBezTo>
                    <a:lnTo>
                      <a:pt x="19801" y="13895"/>
                    </a:lnTo>
                    <a:lnTo>
                      <a:pt x="18723" y="15800"/>
                    </a:lnTo>
                    <a:cubicBezTo>
                      <a:pt x="18723" y="15800"/>
                      <a:pt x="19969" y="16190"/>
                      <a:pt x="21644" y="16190"/>
                    </a:cubicBezTo>
                    <a:cubicBezTo>
                      <a:pt x="23030" y="16190"/>
                      <a:pt x="24708" y="15923"/>
                      <a:pt x="26217" y="14948"/>
                    </a:cubicBezTo>
                    <a:cubicBezTo>
                      <a:pt x="26217" y="14948"/>
                      <a:pt x="29074" y="1614"/>
                      <a:pt x="16943" y="211"/>
                    </a:cubicBezTo>
                    <a:cubicBezTo>
                      <a:pt x="15746" y="70"/>
                      <a:pt x="14660" y="1"/>
                      <a:pt x="13673" y="1"/>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111"/>
              <p:cNvSpPr/>
              <p:nvPr/>
            </p:nvSpPr>
            <p:spPr>
              <a:xfrm>
                <a:off x="1858525" y="1716825"/>
                <a:ext cx="113450" cy="215550"/>
              </a:xfrm>
              <a:custGeom>
                <a:avLst/>
                <a:gdLst/>
                <a:ahLst/>
                <a:cxnLst/>
                <a:rect l="l" t="t" r="r" b="b"/>
                <a:pathLst>
                  <a:path w="4538" h="8622" extrusionOk="0">
                    <a:moveTo>
                      <a:pt x="502" y="0"/>
                    </a:moveTo>
                    <a:lnTo>
                      <a:pt x="1" y="8622"/>
                    </a:lnTo>
                    <a:lnTo>
                      <a:pt x="4537" y="8622"/>
                    </a:lnTo>
                    <a:cubicBezTo>
                      <a:pt x="4161" y="7344"/>
                      <a:pt x="4537" y="6065"/>
                      <a:pt x="4537" y="6065"/>
                    </a:cubicBezTo>
                    <a:cubicBezTo>
                      <a:pt x="126" y="5163"/>
                      <a:pt x="1279" y="0"/>
                      <a:pt x="1279"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111"/>
              <p:cNvSpPr/>
              <p:nvPr/>
            </p:nvSpPr>
            <p:spPr>
              <a:xfrm>
                <a:off x="1928700" y="1687550"/>
                <a:ext cx="63950" cy="130800"/>
              </a:xfrm>
              <a:custGeom>
                <a:avLst/>
                <a:gdLst/>
                <a:ahLst/>
                <a:cxnLst/>
                <a:rect l="l" t="t" r="r" b="b"/>
                <a:pathLst>
                  <a:path w="2558" h="5232" extrusionOk="0">
                    <a:moveTo>
                      <a:pt x="754" y="0"/>
                    </a:moveTo>
                    <a:cubicBezTo>
                      <a:pt x="479" y="0"/>
                      <a:pt x="209" y="91"/>
                      <a:pt x="1" y="244"/>
                    </a:cubicBezTo>
                    <a:cubicBezTo>
                      <a:pt x="155" y="201"/>
                      <a:pt x="311" y="179"/>
                      <a:pt x="463" y="179"/>
                    </a:cubicBezTo>
                    <a:cubicBezTo>
                      <a:pt x="756" y="179"/>
                      <a:pt x="1031" y="263"/>
                      <a:pt x="1229" y="444"/>
                    </a:cubicBezTo>
                    <a:cubicBezTo>
                      <a:pt x="1530" y="720"/>
                      <a:pt x="1680" y="1121"/>
                      <a:pt x="1805" y="1547"/>
                    </a:cubicBezTo>
                    <a:cubicBezTo>
                      <a:pt x="1906" y="1973"/>
                      <a:pt x="1981" y="2399"/>
                      <a:pt x="2006" y="2850"/>
                    </a:cubicBezTo>
                    <a:cubicBezTo>
                      <a:pt x="2027" y="3037"/>
                      <a:pt x="2035" y="3223"/>
                      <a:pt x="2038" y="3411"/>
                    </a:cubicBezTo>
                    <a:lnTo>
                      <a:pt x="2038" y="3411"/>
                    </a:lnTo>
                    <a:cubicBezTo>
                      <a:pt x="1996" y="3350"/>
                      <a:pt x="1952" y="3288"/>
                      <a:pt x="1906" y="3226"/>
                    </a:cubicBezTo>
                    <a:cubicBezTo>
                      <a:pt x="1805" y="3076"/>
                      <a:pt x="1705" y="2926"/>
                      <a:pt x="1580" y="2800"/>
                    </a:cubicBezTo>
                    <a:cubicBezTo>
                      <a:pt x="1455" y="2675"/>
                      <a:pt x="1329" y="2525"/>
                      <a:pt x="1154" y="2500"/>
                    </a:cubicBezTo>
                    <a:lnTo>
                      <a:pt x="1154" y="2500"/>
                    </a:lnTo>
                    <a:cubicBezTo>
                      <a:pt x="1279" y="2600"/>
                      <a:pt x="1379" y="2750"/>
                      <a:pt x="1455" y="2901"/>
                    </a:cubicBezTo>
                    <a:cubicBezTo>
                      <a:pt x="1530" y="3051"/>
                      <a:pt x="1605" y="3201"/>
                      <a:pt x="1680" y="3352"/>
                    </a:cubicBezTo>
                    <a:cubicBezTo>
                      <a:pt x="1831" y="3677"/>
                      <a:pt x="1956" y="4003"/>
                      <a:pt x="2081" y="4304"/>
                    </a:cubicBezTo>
                    <a:lnTo>
                      <a:pt x="2432" y="5231"/>
                    </a:lnTo>
                    <a:lnTo>
                      <a:pt x="2482" y="4229"/>
                    </a:lnTo>
                    <a:cubicBezTo>
                      <a:pt x="2507" y="3753"/>
                      <a:pt x="2557" y="3302"/>
                      <a:pt x="2507" y="2825"/>
                    </a:cubicBezTo>
                    <a:cubicBezTo>
                      <a:pt x="2507" y="2700"/>
                      <a:pt x="2507" y="2575"/>
                      <a:pt x="2482" y="2474"/>
                    </a:cubicBezTo>
                    <a:lnTo>
                      <a:pt x="2432" y="2124"/>
                    </a:lnTo>
                    <a:cubicBezTo>
                      <a:pt x="2407" y="1873"/>
                      <a:pt x="2332" y="1647"/>
                      <a:pt x="2257" y="1397"/>
                    </a:cubicBezTo>
                    <a:cubicBezTo>
                      <a:pt x="2106" y="946"/>
                      <a:pt x="1856" y="469"/>
                      <a:pt x="1404" y="194"/>
                    </a:cubicBezTo>
                    <a:cubicBezTo>
                      <a:pt x="1203" y="59"/>
                      <a:pt x="977" y="0"/>
                      <a:pt x="75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111"/>
              <p:cNvSpPr/>
              <p:nvPr/>
            </p:nvSpPr>
            <p:spPr>
              <a:xfrm>
                <a:off x="1913050" y="1833175"/>
                <a:ext cx="37000" cy="36950"/>
              </a:xfrm>
              <a:custGeom>
                <a:avLst/>
                <a:gdLst/>
                <a:ahLst/>
                <a:cxnLst/>
                <a:rect l="l" t="t" r="r" b="b"/>
                <a:pathLst>
                  <a:path w="1480" h="1478" extrusionOk="0">
                    <a:moveTo>
                      <a:pt x="1046" y="1"/>
                    </a:moveTo>
                    <a:cubicBezTo>
                      <a:pt x="945" y="1"/>
                      <a:pt x="846" y="39"/>
                      <a:pt x="777" y="108"/>
                    </a:cubicBezTo>
                    <a:lnTo>
                      <a:pt x="126" y="860"/>
                    </a:lnTo>
                    <a:cubicBezTo>
                      <a:pt x="0" y="1010"/>
                      <a:pt x="0" y="1211"/>
                      <a:pt x="151" y="1336"/>
                    </a:cubicBezTo>
                    <a:lnTo>
                      <a:pt x="201" y="1386"/>
                    </a:lnTo>
                    <a:cubicBezTo>
                      <a:pt x="273" y="1446"/>
                      <a:pt x="362" y="1477"/>
                      <a:pt x="448" y="1477"/>
                    </a:cubicBezTo>
                    <a:cubicBezTo>
                      <a:pt x="544" y="1477"/>
                      <a:pt x="637" y="1440"/>
                      <a:pt x="702" y="1361"/>
                    </a:cubicBezTo>
                    <a:lnTo>
                      <a:pt x="1354" y="634"/>
                    </a:lnTo>
                    <a:cubicBezTo>
                      <a:pt x="1479" y="484"/>
                      <a:pt x="1479" y="258"/>
                      <a:pt x="1329" y="133"/>
                    </a:cubicBezTo>
                    <a:lnTo>
                      <a:pt x="1279" y="83"/>
                    </a:lnTo>
                    <a:cubicBezTo>
                      <a:pt x="1211" y="27"/>
                      <a:pt x="112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111"/>
              <p:cNvSpPr/>
              <p:nvPr/>
            </p:nvSpPr>
            <p:spPr>
              <a:xfrm>
                <a:off x="1883600" y="1801775"/>
                <a:ext cx="40750" cy="33625"/>
              </a:xfrm>
              <a:custGeom>
                <a:avLst/>
                <a:gdLst/>
                <a:ahLst/>
                <a:cxnLst/>
                <a:rect l="l" t="t" r="r" b="b"/>
                <a:pathLst>
                  <a:path w="1630" h="1345" extrusionOk="0">
                    <a:moveTo>
                      <a:pt x="1182" y="1"/>
                    </a:moveTo>
                    <a:cubicBezTo>
                      <a:pt x="1110" y="1"/>
                      <a:pt x="1038" y="21"/>
                      <a:pt x="978" y="61"/>
                    </a:cubicBezTo>
                    <a:lnTo>
                      <a:pt x="201" y="662"/>
                    </a:lnTo>
                    <a:cubicBezTo>
                      <a:pt x="51" y="788"/>
                      <a:pt x="0" y="988"/>
                      <a:pt x="126" y="1139"/>
                    </a:cubicBezTo>
                    <a:lnTo>
                      <a:pt x="176" y="1214"/>
                    </a:lnTo>
                    <a:cubicBezTo>
                      <a:pt x="233" y="1299"/>
                      <a:pt x="330" y="1344"/>
                      <a:pt x="431" y="1344"/>
                    </a:cubicBezTo>
                    <a:cubicBezTo>
                      <a:pt x="508" y="1344"/>
                      <a:pt x="587" y="1318"/>
                      <a:pt x="652" y="1264"/>
                    </a:cubicBezTo>
                    <a:lnTo>
                      <a:pt x="1429" y="662"/>
                    </a:lnTo>
                    <a:cubicBezTo>
                      <a:pt x="1579" y="562"/>
                      <a:pt x="1630" y="337"/>
                      <a:pt x="1504" y="186"/>
                    </a:cubicBezTo>
                    <a:lnTo>
                      <a:pt x="1454" y="136"/>
                    </a:lnTo>
                    <a:cubicBezTo>
                      <a:pt x="1394" y="46"/>
                      <a:pt x="1289" y="1"/>
                      <a:pt x="11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111"/>
              <p:cNvSpPr/>
              <p:nvPr/>
            </p:nvSpPr>
            <p:spPr>
              <a:xfrm>
                <a:off x="1911175" y="1648925"/>
                <a:ext cx="25700" cy="22225"/>
              </a:xfrm>
              <a:custGeom>
                <a:avLst/>
                <a:gdLst/>
                <a:ahLst/>
                <a:cxnLst/>
                <a:rect l="l" t="t" r="r" b="b"/>
                <a:pathLst>
                  <a:path w="1028" h="889" extrusionOk="0">
                    <a:moveTo>
                      <a:pt x="413" y="1"/>
                    </a:moveTo>
                    <a:cubicBezTo>
                      <a:pt x="308" y="1"/>
                      <a:pt x="203" y="52"/>
                      <a:pt x="126" y="160"/>
                    </a:cubicBezTo>
                    <a:lnTo>
                      <a:pt x="100" y="210"/>
                    </a:lnTo>
                    <a:cubicBezTo>
                      <a:pt x="0" y="360"/>
                      <a:pt x="25" y="586"/>
                      <a:pt x="176" y="686"/>
                    </a:cubicBezTo>
                    <a:lnTo>
                      <a:pt x="401" y="836"/>
                    </a:lnTo>
                    <a:cubicBezTo>
                      <a:pt x="454" y="872"/>
                      <a:pt x="517" y="889"/>
                      <a:pt x="580" y="889"/>
                    </a:cubicBezTo>
                    <a:cubicBezTo>
                      <a:pt x="696" y="889"/>
                      <a:pt x="813" y="833"/>
                      <a:pt x="877" y="736"/>
                    </a:cubicBezTo>
                    <a:lnTo>
                      <a:pt x="902" y="686"/>
                    </a:lnTo>
                    <a:cubicBezTo>
                      <a:pt x="1028" y="511"/>
                      <a:pt x="978" y="310"/>
                      <a:pt x="827" y="210"/>
                    </a:cubicBezTo>
                    <a:lnTo>
                      <a:pt x="602" y="60"/>
                    </a:lnTo>
                    <a:cubicBezTo>
                      <a:pt x="544" y="21"/>
                      <a:pt x="478" y="1"/>
                      <a:pt x="4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111"/>
              <p:cNvSpPr/>
              <p:nvPr/>
            </p:nvSpPr>
            <p:spPr>
              <a:xfrm>
                <a:off x="1576575" y="2204300"/>
                <a:ext cx="1060175" cy="1181675"/>
              </a:xfrm>
              <a:custGeom>
                <a:avLst/>
                <a:gdLst/>
                <a:ahLst/>
                <a:cxnLst/>
                <a:rect l="l" t="t" r="r" b="b"/>
                <a:pathLst>
                  <a:path w="42407" h="47267" extrusionOk="0">
                    <a:moveTo>
                      <a:pt x="16216" y="0"/>
                    </a:moveTo>
                    <a:cubicBezTo>
                      <a:pt x="16216" y="0"/>
                      <a:pt x="5038" y="3158"/>
                      <a:pt x="2582" y="10125"/>
                    </a:cubicBezTo>
                    <a:cubicBezTo>
                      <a:pt x="101" y="17118"/>
                      <a:pt x="1" y="45163"/>
                      <a:pt x="11906" y="46767"/>
                    </a:cubicBezTo>
                    <a:cubicBezTo>
                      <a:pt x="11906" y="46767"/>
                      <a:pt x="14134" y="47267"/>
                      <a:pt x="17123" y="47267"/>
                    </a:cubicBezTo>
                    <a:cubicBezTo>
                      <a:pt x="19448" y="47267"/>
                      <a:pt x="22233" y="46965"/>
                      <a:pt x="24788" y="45890"/>
                    </a:cubicBezTo>
                    <a:cubicBezTo>
                      <a:pt x="24788" y="45890"/>
                      <a:pt x="27156" y="46109"/>
                      <a:pt x="30396" y="46109"/>
                    </a:cubicBezTo>
                    <a:cubicBezTo>
                      <a:pt x="33635" y="46109"/>
                      <a:pt x="37745" y="45890"/>
                      <a:pt x="41229" y="45013"/>
                    </a:cubicBezTo>
                    <a:cubicBezTo>
                      <a:pt x="41229" y="45013"/>
                      <a:pt x="42106" y="33384"/>
                      <a:pt x="42257" y="29324"/>
                    </a:cubicBezTo>
                    <a:cubicBezTo>
                      <a:pt x="42407" y="25238"/>
                      <a:pt x="39224" y="14211"/>
                      <a:pt x="39224" y="14211"/>
                    </a:cubicBezTo>
                    <a:lnTo>
                      <a:pt x="38171" y="4236"/>
                    </a:lnTo>
                    <a:cubicBezTo>
                      <a:pt x="34813" y="1529"/>
                      <a:pt x="30452" y="652"/>
                      <a:pt x="30452" y="652"/>
                    </a:cubicBezTo>
                    <a:cubicBezTo>
                      <a:pt x="30452" y="652"/>
                      <a:pt x="30377" y="7594"/>
                      <a:pt x="25364" y="8597"/>
                    </a:cubicBezTo>
                    <a:cubicBezTo>
                      <a:pt x="25109" y="8649"/>
                      <a:pt x="24856" y="8673"/>
                      <a:pt x="24606" y="8673"/>
                    </a:cubicBezTo>
                    <a:cubicBezTo>
                      <a:pt x="19921" y="8673"/>
                      <a:pt x="16216" y="0"/>
                      <a:pt x="1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111"/>
              <p:cNvSpPr/>
              <p:nvPr/>
            </p:nvSpPr>
            <p:spPr>
              <a:xfrm>
                <a:off x="2297750" y="2310175"/>
                <a:ext cx="498775" cy="1538875"/>
              </a:xfrm>
              <a:custGeom>
                <a:avLst/>
                <a:gdLst/>
                <a:ahLst/>
                <a:cxnLst/>
                <a:rect l="l" t="t" r="r" b="b"/>
                <a:pathLst>
                  <a:path w="19951" h="61555" extrusionOk="0">
                    <a:moveTo>
                      <a:pt x="9324" y="1"/>
                    </a:moveTo>
                    <a:cubicBezTo>
                      <a:pt x="1" y="1"/>
                      <a:pt x="9049" y="16793"/>
                      <a:pt x="10377" y="30051"/>
                    </a:cubicBezTo>
                    <a:cubicBezTo>
                      <a:pt x="11705" y="43284"/>
                      <a:pt x="14638" y="61555"/>
                      <a:pt x="14638" y="61555"/>
                    </a:cubicBezTo>
                    <a:lnTo>
                      <a:pt x="19951" y="61555"/>
                    </a:lnTo>
                    <a:cubicBezTo>
                      <a:pt x="19074" y="47018"/>
                      <a:pt x="17770" y="36718"/>
                      <a:pt x="17770" y="32206"/>
                    </a:cubicBezTo>
                    <a:cubicBezTo>
                      <a:pt x="17770" y="27695"/>
                      <a:pt x="15289" y="12883"/>
                      <a:pt x="14287" y="7194"/>
                    </a:cubicBezTo>
                    <a:cubicBezTo>
                      <a:pt x="13259" y="1529"/>
                      <a:pt x="9324" y="1"/>
                      <a:pt x="9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111"/>
              <p:cNvSpPr/>
              <p:nvPr/>
            </p:nvSpPr>
            <p:spPr>
              <a:xfrm>
                <a:off x="2469450" y="2565825"/>
                <a:ext cx="119700" cy="768200"/>
              </a:xfrm>
              <a:custGeom>
                <a:avLst/>
                <a:gdLst/>
                <a:ahLst/>
                <a:cxnLst/>
                <a:rect l="l" t="t" r="r" b="b"/>
                <a:pathLst>
                  <a:path w="4788" h="30728" extrusionOk="0">
                    <a:moveTo>
                      <a:pt x="0" y="0"/>
                    </a:moveTo>
                    <a:lnTo>
                      <a:pt x="0" y="0"/>
                    </a:lnTo>
                    <a:cubicBezTo>
                      <a:pt x="401" y="527"/>
                      <a:pt x="752" y="1078"/>
                      <a:pt x="1078" y="1654"/>
                    </a:cubicBezTo>
                    <a:cubicBezTo>
                      <a:pt x="1379" y="2206"/>
                      <a:pt x="1654" y="2807"/>
                      <a:pt x="1905" y="3409"/>
                    </a:cubicBezTo>
                    <a:cubicBezTo>
                      <a:pt x="2381" y="4612"/>
                      <a:pt x="2757" y="5865"/>
                      <a:pt x="2983" y="7143"/>
                    </a:cubicBezTo>
                    <a:cubicBezTo>
                      <a:pt x="3208" y="8421"/>
                      <a:pt x="3308" y="9725"/>
                      <a:pt x="3384" y="11028"/>
                    </a:cubicBezTo>
                    <a:lnTo>
                      <a:pt x="3634" y="14988"/>
                    </a:lnTo>
                    <a:cubicBezTo>
                      <a:pt x="3985" y="20226"/>
                      <a:pt x="4361" y="25489"/>
                      <a:pt x="4787" y="30727"/>
                    </a:cubicBezTo>
                    <a:cubicBezTo>
                      <a:pt x="4587" y="25464"/>
                      <a:pt x="4336" y="20201"/>
                      <a:pt x="4060" y="14963"/>
                    </a:cubicBezTo>
                    <a:lnTo>
                      <a:pt x="3835" y="11003"/>
                    </a:lnTo>
                    <a:cubicBezTo>
                      <a:pt x="3760" y="9700"/>
                      <a:pt x="3735" y="8371"/>
                      <a:pt x="3459" y="7068"/>
                    </a:cubicBezTo>
                    <a:cubicBezTo>
                      <a:pt x="3208" y="5740"/>
                      <a:pt x="2832" y="4461"/>
                      <a:pt x="2231" y="3258"/>
                    </a:cubicBezTo>
                    <a:cubicBezTo>
                      <a:pt x="1679" y="2055"/>
                      <a:pt x="953" y="92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111"/>
              <p:cNvSpPr/>
              <p:nvPr/>
            </p:nvSpPr>
            <p:spPr>
              <a:xfrm>
                <a:off x="2521450" y="2506725"/>
                <a:ext cx="410425" cy="517350"/>
              </a:xfrm>
              <a:custGeom>
                <a:avLst/>
                <a:gdLst/>
                <a:ahLst/>
                <a:cxnLst/>
                <a:rect l="l" t="t" r="r" b="b"/>
                <a:pathLst>
                  <a:path w="16417" h="20694" extrusionOk="0">
                    <a:moveTo>
                      <a:pt x="7895" y="1"/>
                    </a:moveTo>
                    <a:cubicBezTo>
                      <a:pt x="7605" y="1"/>
                      <a:pt x="7333" y="190"/>
                      <a:pt x="7244" y="460"/>
                    </a:cubicBezTo>
                    <a:lnTo>
                      <a:pt x="3459" y="10460"/>
                    </a:lnTo>
                    <a:lnTo>
                      <a:pt x="176" y="18906"/>
                    </a:lnTo>
                    <a:cubicBezTo>
                      <a:pt x="0" y="19357"/>
                      <a:pt x="301" y="19833"/>
                      <a:pt x="777" y="19883"/>
                    </a:cubicBezTo>
                    <a:lnTo>
                      <a:pt x="8221" y="20685"/>
                    </a:lnTo>
                    <a:cubicBezTo>
                      <a:pt x="8258" y="20691"/>
                      <a:pt x="8295" y="20694"/>
                      <a:pt x="8331" y="20694"/>
                    </a:cubicBezTo>
                    <a:cubicBezTo>
                      <a:pt x="8613" y="20694"/>
                      <a:pt x="8862" y="20526"/>
                      <a:pt x="8973" y="20259"/>
                    </a:cubicBezTo>
                    <a:lnTo>
                      <a:pt x="16241" y="1963"/>
                    </a:lnTo>
                    <a:cubicBezTo>
                      <a:pt x="16417" y="1512"/>
                      <a:pt x="16116" y="1036"/>
                      <a:pt x="15665" y="961"/>
                    </a:cubicBezTo>
                    <a:lnTo>
                      <a:pt x="7995" y="8"/>
                    </a:lnTo>
                    <a:cubicBezTo>
                      <a:pt x="7962" y="3"/>
                      <a:pt x="7928" y="1"/>
                      <a:pt x="7895" y="1"/>
                    </a:cubicBezTo>
                    <a:close/>
                  </a:path>
                </a:pathLst>
              </a:custGeom>
              <a:solidFill>
                <a:srgbClr val="0F39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111"/>
              <p:cNvSpPr/>
              <p:nvPr/>
            </p:nvSpPr>
            <p:spPr>
              <a:xfrm>
                <a:off x="2506400" y="2748925"/>
                <a:ext cx="359050" cy="348250"/>
              </a:xfrm>
              <a:custGeom>
                <a:avLst/>
                <a:gdLst/>
                <a:ahLst/>
                <a:cxnLst/>
                <a:rect l="l" t="t" r="r" b="b"/>
                <a:pathLst>
                  <a:path w="14362" h="13930" extrusionOk="0">
                    <a:moveTo>
                      <a:pt x="3781" y="0"/>
                    </a:moveTo>
                    <a:cubicBezTo>
                      <a:pt x="680" y="0"/>
                      <a:pt x="1" y="8240"/>
                      <a:pt x="1" y="8240"/>
                    </a:cubicBezTo>
                    <a:lnTo>
                      <a:pt x="3334" y="13930"/>
                    </a:lnTo>
                    <a:cubicBezTo>
                      <a:pt x="6367" y="13904"/>
                      <a:pt x="8272" y="13228"/>
                      <a:pt x="9475" y="12451"/>
                    </a:cubicBezTo>
                    <a:cubicBezTo>
                      <a:pt x="10753" y="11599"/>
                      <a:pt x="11480" y="10145"/>
                      <a:pt x="11530" y="8616"/>
                    </a:cubicBezTo>
                    <a:lnTo>
                      <a:pt x="11555" y="7990"/>
                    </a:lnTo>
                    <a:cubicBezTo>
                      <a:pt x="11856" y="7965"/>
                      <a:pt x="12181" y="7839"/>
                      <a:pt x="12482" y="7739"/>
                    </a:cubicBezTo>
                    <a:cubicBezTo>
                      <a:pt x="12933" y="7539"/>
                      <a:pt x="13234" y="7112"/>
                      <a:pt x="13234" y="6636"/>
                    </a:cubicBezTo>
                    <a:lnTo>
                      <a:pt x="13234" y="6586"/>
                    </a:lnTo>
                    <a:cubicBezTo>
                      <a:pt x="13234" y="5915"/>
                      <a:pt x="12675" y="5384"/>
                      <a:pt x="12021" y="5384"/>
                    </a:cubicBezTo>
                    <a:cubicBezTo>
                      <a:pt x="11942" y="5384"/>
                      <a:pt x="11861" y="5392"/>
                      <a:pt x="11780" y="5408"/>
                    </a:cubicBezTo>
                    <a:cubicBezTo>
                      <a:pt x="9976" y="5784"/>
                      <a:pt x="8096" y="5934"/>
                      <a:pt x="8096" y="5934"/>
                    </a:cubicBezTo>
                    <a:cubicBezTo>
                      <a:pt x="10552" y="5483"/>
                      <a:pt x="12557" y="4481"/>
                      <a:pt x="13635" y="3854"/>
                    </a:cubicBezTo>
                    <a:cubicBezTo>
                      <a:pt x="14136" y="3579"/>
                      <a:pt x="14362" y="2977"/>
                      <a:pt x="14161" y="2426"/>
                    </a:cubicBezTo>
                    <a:lnTo>
                      <a:pt x="14161" y="2376"/>
                    </a:lnTo>
                    <a:cubicBezTo>
                      <a:pt x="13993" y="1871"/>
                      <a:pt x="13504" y="1561"/>
                      <a:pt x="12996" y="1561"/>
                    </a:cubicBezTo>
                    <a:cubicBezTo>
                      <a:pt x="12823" y="1561"/>
                      <a:pt x="12648" y="1597"/>
                      <a:pt x="12482" y="1674"/>
                    </a:cubicBezTo>
                    <a:cubicBezTo>
                      <a:pt x="9036" y="3240"/>
                      <a:pt x="6246" y="3534"/>
                      <a:pt x="4638" y="3534"/>
                    </a:cubicBezTo>
                    <a:cubicBezTo>
                      <a:pt x="3673" y="3534"/>
                      <a:pt x="3134" y="3428"/>
                      <a:pt x="3134" y="3428"/>
                    </a:cubicBezTo>
                    <a:lnTo>
                      <a:pt x="4287" y="70"/>
                    </a:lnTo>
                    <a:cubicBezTo>
                      <a:pt x="4111" y="23"/>
                      <a:pt x="3943" y="0"/>
                      <a:pt x="3781"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111"/>
              <p:cNvSpPr/>
              <p:nvPr/>
            </p:nvSpPr>
            <p:spPr>
              <a:xfrm>
                <a:off x="1955025" y="2951775"/>
                <a:ext cx="514450" cy="110950"/>
              </a:xfrm>
              <a:custGeom>
                <a:avLst/>
                <a:gdLst/>
                <a:ahLst/>
                <a:cxnLst/>
                <a:rect l="l" t="t" r="r" b="b"/>
                <a:pathLst>
                  <a:path w="20578" h="4438" extrusionOk="0">
                    <a:moveTo>
                      <a:pt x="20577" y="1"/>
                    </a:moveTo>
                    <a:cubicBezTo>
                      <a:pt x="20151" y="126"/>
                      <a:pt x="19750" y="277"/>
                      <a:pt x="19324" y="402"/>
                    </a:cubicBezTo>
                    <a:lnTo>
                      <a:pt x="18071" y="753"/>
                    </a:lnTo>
                    <a:cubicBezTo>
                      <a:pt x="17219" y="1003"/>
                      <a:pt x="16367" y="1229"/>
                      <a:pt x="15514" y="1404"/>
                    </a:cubicBezTo>
                    <a:cubicBezTo>
                      <a:pt x="13810" y="1805"/>
                      <a:pt x="12081" y="2156"/>
                      <a:pt x="10377" y="2507"/>
                    </a:cubicBezTo>
                    <a:cubicBezTo>
                      <a:pt x="8647" y="2858"/>
                      <a:pt x="6918" y="3159"/>
                      <a:pt x="5189" y="3485"/>
                    </a:cubicBezTo>
                    <a:lnTo>
                      <a:pt x="1" y="4437"/>
                    </a:lnTo>
                    <a:cubicBezTo>
                      <a:pt x="903" y="4387"/>
                      <a:pt x="1755" y="4287"/>
                      <a:pt x="2632" y="4186"/>
                    </a:cubicBezTo>
                    <a:cubicBezTo>
                      <a:pt x="3509" y="4086"/>
                      <a:pt x="4387" y="3986"/>
                      <a:pt x="5264" y="3861"/>
                    </a:cubicBezTo>
                    <a:cubicBezTo>
                      <a:pt x="6993" y="3635"/>
                      <a:pt x="8748" y="3334"/>
                      <a:pt x="10477" y="3008"/>
                    </a:cubicBezTo>
                    <a:cubicBezTo>
                      <a:pt x="12181" y="2658"/>
                      <a:pt x="13910" y="2282"/>
                      <a:pt x="15615" y="1780"/>
                    </a:cubicBezTo>
                    <a:cubicBezTo>
                      <a:pt x="17294" y="1304"/>
                      <a:pt x="18998" y="778"/>
                      <a:pt x="20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111"/>
              <p:cNvSpPr/>
              <p:nvPr/>
            </p:nvSpPr>
            <p:spPr>
              <a:xfrm>
                <a:off x="1934975" y="3127850"/>
                <a:ext cx="622200" cy="258200"/>
              </a:xfrm>
              <a:custGeom>
                <a:avLst/>
                <a:gdLst/>
                <a:ahLst/>
                <a:cxnLst/>
                <a:rect l="l" t="t" r="r" b="b"/>
                <a:pathLst>
                  <a:path w="24888" h="10328" extrusionOk="0">
                    <a:moveTo>
                      <a:pt x="24888" y="1"/>
                    </a:moveTo>
                    <a:lnTo>
                      <a:pt x="24888" y="1"/>
                    </a:lnTo>
                    <a:cubicBezTo>
                      <a:pt x="24086" y="828"/>
                      <a:pt x="23284" y="1655"/>
                      <a:pt x="22382" y="2407"/>
                    </a:cubicBezTo>
                    <a:cubicBezTo>
                      <a:pt x="21530" y="3184"/>
                      <a:pt x="20602" y="3860"/>
                      <a:pt x="19650" y="4512"/>
                    </a:cubicBezTo>
                    <a:cubicBezTo>
                      <a:pt x="18697" y="5164"/>
                      <a:pt x="17695" y="5765"/>
                      <a:pt x="16692" y="6316"/>
                    </a:cubicBezTo>
                    <a:cubicBezTo>
                      <a:pt x="15665" y="6843"/>
                      <a:pt x="14612" y="7319"/>
                      <a:pt x="13560" y="7745"/>
                    </a:cubicBezTo>
                    <a:cubicBezTo>
                      <a:pt x="11404" y="8597"/>
                      <a:pt x="9174" y="9199"/>
                      <a:pt x="6918" y="9625"/>
                    </a:cubicBezTo>
                    <a:cubicBezTo>
                      <a:pt x="5765" y="9825"/>
                      <a:pt x="4637" y="9976"/>
                      <a:pt x="3484" y="10076"/>
                    </a:cubicBezTo>
                    <a:cubicBezTo>
                      <a:pt x="2640" y="10149"/>
                      <a:pt x="1796" y="10196"/>
                      <a:pt x="943" y="10196"/>
                    </a:cubicBezTo>
                    <a:cubicBezTo>
                      <a:pt x="630" y="10196"/>
                      <a:pt x="316" y="10190"/>
                      <a:pt x="1" y="10176"/>
                    </a:cubicBezTo>
                    <a:lnTo>
                      <a:pt x="1" y="10176"/>
                    </a:lnTo>
                    <a:cubicBezTo>
                      <a:pt x="876" y="10281"/>
                      <a:pt x="1759" y="10328"/>
                      <a:pt x="2644" y="10328"/>
                    </a:cubicBezTo>
                    <a:cubicBezTo>
                      <a:pt x="4089" y="10328"/>
                      <a:pt x="5538" y="10203"/>
                      <a:pt x="6968" y="10001"/>
                    </a:cubicBezTo>
                    <a:cubicBezTo>
                      <a:pt x="9299" y="9675"/>
                      <a:pt x="11555" y="9048"/>
                      <a:pt x="13735" y="8221"/>
                    </a:cubicBezTo>
                    <a:cubicBezTo>
                      <a:pt x="14813" y="7770"/>
                      <a:pt x="15890" y="7269"/>
                      <a:pt x="16918" y="6717"/>
                    </a:cubicBezTo>
                    <a:cubicBezTo>
                      <a:pt x="17920" y="6141"/>
                      <a:pt x="18948" y="5539"/>
                      <a:pt x="19875" y="4838"/>
                    </a:cubicBezTo>
                    <a:cubicBezTo>
                      <a:pt x="21755" y="3459"/>
                      <a:pt x="23459" y="1830"/>
                      <a:pt x="248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111"/>
              <p:cNvSpPr/>
              <p:nvPr/>
            </p:nvSpPr>
            <p:spPr>
              <a:xfrm>
                <a:off x="2409925" y="2917325"/>
                <a:ext cx="201775" cy="255675"/>
              </a:xfrm>
              <a:custGeom>
                <a:avLst/>
                <a:gdLst/>
                <a:ahLst/>
                <a:cxnLst/>
                <a:rect l="l" t="t" r="r" b="b"/>
                <a:pathLst>
                  <a:path w="8071" h="10227" extrusionOk="0">
                    <a:moveTo>
                      <a:pt x="3609" y="1"/>
                    </a:moveTo>
                    <a:lnTo>
                      <a:pt x="0" y="1229"/>
                    </a:lnTo>
                    <a:lnTo>
                      <a:pt x="4787" y="10226"/>
                    </a:lnTo>
                    <a:lnTo>
                      <a:pt x="8070" y="7695"/>
                    </a:lnTo>
                    <a:lnTo>
                      <a:pt x="3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111"/>
              <p:cNvSpPr/>
              <p:nvPr/>
            </p:nvSpPr>
            <p:spPr>
              <a:xfrm>
                <a:off x="1970700" y="2659175"/>
                <a:ext cx="74575" cy="393525"/>
              </a:xfrm>
              <a:custGeom>
                <a:avLst/>
                <a:gdLst/>
                <a:ahLst/>
                <a:cxnLst/>
                <a:rect l="l" t="t" r="r" b="b"/>
                <a:pathLst>
                  <a:path w="2983" h="15741" extrusionOk="0">
                    <a:moveTo>
                      <a:pt x="0" y="1"/>
                    </a:moveTo>
                    <a:lnTo>
                      <a:pt x="0" y="1"/>
                    </a:lnTo>
                    <a:cubicBezTo>
                      <a:pt x="276" y="2632"/>
                      <a:pt x="627" y="5264"/>
                      <a:pt x="1053" y="7895"/>
                    </a:cubicBezTo>
                    <a:cubicBezTo>
                      <a:pt x="1454" y="10502"/>
                      <a:pt x="1930" y="13134"/>
                      <a:pt x="2481" y="15740"/>
                    </a:cubicBezTo>
                    <a:lnTo>
                      <a:pt x="2983" y="15615"/>
                    </a:lnTo>
                    <a:cubicBezTo>
                      <a:pt x="2356" y="13033"/>
                      <a:pt x="1805" y="10452"/>
                      <a:pt x="1303" y="7845"/>
                    </a:cubicBezTo>
                    <a:cubicBezTo>
                      <a:pt x="802" y="5239"/>
                      <a:pt x="351" y="263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111"/>
              <p:cNvSpPr/>
              <p:nvPr/>
            </p:nvSpPr>
            <p:spPr>
              <a:xfrm>
                <a:off x="1820950" y="3315200"/>
                <a:ext cx="779475" cy="146600"/>
              </a:xfrm>
              <a:custGeom>
                <a:avLst/>
                <a:gdLst/>
                <a:ahLst/>
                <a:cxnLst/>
                <a:rect l="l" t="t" r="r" b="b"/>
                <a:pathLst>
                  <a:path w="31179" h="5864" extrusionOk="0">
                    <a:moveTo>
                      <a:pt x="30602" y="0"/>
                    </a:moveTo>
                    <a:cubicBezTo>
                      <a:pt x="30602" y="0"/>
                      <a:pt x="27929" y="1533"/>
                      <a:pt x="20391" y="1533"/>
                    </a:cubicBezTo>
                    <a:cubicBezTo>
                      <a:pt x="18989" y="1533"/>
                      <a:pt x="17418" y="1480"/>
                      <a:pt x="15664" y="1354"/>
                    </a:cubicBezTo>
                    <a:cubicBezTo>
                      <a:pt x="15664" y="1354"/>
                      <a:pt x="11059" y="2798"/>
                      <a:pt x="7416" y="2798"/>
                    </a:cubicBezTo>
                    <a:cubicBezTo>
                      <a:pt x="7072" y="2798"/>
                      <a:pt x="6738" y="2785"/>
                      <a:pt x="6416" y="2757"/>
                    </a:cubicBezTo>
                    <a:cubicBezTo>
                      <a:pt x="2657" y="2431"/>
                      <a:pt x="501" y="1905"/>
                      <a:pt x="501" y="1905"/>
                    </a:cubicBezTo>
                    <a:lnTo>
                      <a:pt x="0" y="3334"/>
                    </a:lnTo>
                    <a:cubicBezTo>
                      <a:pt x="0" y="3334"/>
                      <a:pt x="9537" y="5864"/>
                      <a:pt x="19338" y="5864"/>
                    </a:cubicBezTo>
                    <a:cubicBezTo>
                      <a:pt x="23469" y="5864"/>
                      <a:pt x="27648" y="5414"/>
                      <a:pt x="31178" y="4136"/>
                    </a:cubicBezTo>
                    <a:lnTo>
                      <a:pt x="306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111"/>
              <p:cNvSpPr/>
              <p:nvPr/>
            </p:nvSpPr>
            <p:spPr>
              <a:xfrm>
                <a:off x="1903650" y="2201775"/>
                <a:ext cx="307050" cy="254100"/>
              </a:xfrm>
              <a:custGeom>
                <a:avLst/>
                <a:gdLst/>
                <a:ahLst/>
                <a:cxnLst/>
                <a:rect l="l" t="t" r="r" b="b"/>
                <a:pathLst>
                  <a:path w="12282" h="10164" extrusionOk="0">
                    <a:moveTo>
                      <a:pt x="3158" y="1"/>
                    </a:moveTo>
                    <a:lnTo>
                      <a:pt x="0" y="1254"/>
                    </a:lnTo>
                    <a:cubicBezTo>
                      <a:pt x="0" y="1254"/>
                      <a:pt x="2818" y="10163"/>
                      <a:pt x="8302" y="10163"/>
                    </a:cubicBezTo>
                    <a:cubicBezTo>
                      <a:pt x="9501" y="10163"/>
                      <a:pt x="10828" y="9737"/>
                      <a:pt x="12281" y="8698"/>
                    </a:cubicBezTo>
                    <a:cubicBezTo>
                      <a:pt x="12281" y="8698"/>
                      <a:pt x="6517" y="8121"/>
                      <a:pt x="3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111"/>
              <p:cNvSpPr/>
              <p:nvPr/>
            </p:nvSpPr>
            <p:spPr>
              <a:xfrm>
                <a:off x="2210675" y="2220575"/>
                <a:ext cx="198025" cy="238350"/>
              </a:xfrm>
              <a:custGeom>
                <a:avLst/>
                <a:gdLst/>
                <a:ahLst/>
                <a:cxnLst/>
                <a:rect l="l" t="t" r="r" b="b"/>
                <a:pathLst>
                  <a:path w="7921" h="9534" extrusionOk="0">
                    <a:moveTo>
                      <a:pt x="5088" y="1"/>
                    </a:moveTo>
                    <a:cubicBezTo>
                      <a:pt x="4486" y="7520"/>
                      <a:pt x="0" y="7946"/>
                      <a:pt x="0" y="7946"/>
                    </a:cubicBezTo>
                    <a:cubicBezTo>
                      <a:pt x="1275" y="9075"/>
                      <a:pt x="2350" y="9534"/>
                      <a:pt x="3255" y="9534"/>
                    </a:cubicBezTo>
                    <a:cubicBezTo>
                      <a:pt x="7191" y="9534"/>
                      <a:pt x="7920" y="853"/>
                      <a:pt x="7920" y="853"/>
                    </a:cubicBezTo>
                    <a:cubicBezTo>
                      <a:pt x="6166" y="101"/>
                      <a:pt x="5088" y="1"/>
                      <a:pt x="5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111"/>
              <p:cNvSpPr/>
              <p:nvPr/>
            </p:nvSpPr>
            <p:spPr>
              <a:xfrm>
                <a:off x="2650525" y="3751925"/>
                <a:ext cx="146000" cy="97125"/>
              </a:xfrm>
              <a:custGeom>
                <a:avLst/>
                <a:gdLst/>
                <a:ahLst/>
                <a:cxnLst/>
                <a:rect l="l" t="t" r="r" b="b"/>
                <a:pathLst>
                  <a:path w="5840" h="3885" extrusionOk="0">
                    <a:moveTo>
                      <a:pt x="5664" y="0"/>
                    </a:moveTo>
                    <a:lnTo>
                      <a:pt x="0" y="526"/>
                    </a:lnTo>
                    <a:lnTo>
                      <a:pt x="527" y="3885"/>
                    </a:lnTo>
                    <a:lnTo>
                      <a:pt x="5840" y="3885"/>
                    </a:lnTo>
                    <a:lnTo>
                      <a:pt x="56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7" name="Google Shape;5087;p111"/>
            <p:cNvSpPr/>
            <p:nvPr/>
          </p:nvSpPr>
          <p:spPr>
            <a:xfrm rot="637013">
              <a:off x="1017831" y="257883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111"/>
            <p:cNvSpPr/>
            <p:nvPr/>
          </p:nvSpPr>
          <p:spPr>
            <a:xfrm rot="637013">
              <a:off x="1203756" y="26337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111"/>
            <p:cNvSpPr/>
            <p:nvPr/>
          </p:nvSpPr>
          <p:spPr>
            <a:xfrm rot="637013">
              <a:off x="2405906" y="244340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111"/>
            <p:cNvSpPr/>
            <p:nvPr/>
          </p:nvSpPr>
          <p:spPr>
            <a:xfrm rot="637013">
              <a:off x="2600331" y="241035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111"/>
            <p:cNvSpPr/>
            <p:nvPr/>
          </p:nvSpPr>
          <p:spPr>
            <a:xfrm rot="637013">
              <a:off x="3876881" y="25311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111"/>
            <p:cNvSpPr/>
            <p:nvPr/>
          </p:nvSpPr>
          <p:spPr>
            <a:xfrm rot="637013">
              <a:off x="4094206" y="252343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5" name="Google Shape;5095;p111"/>
          <p:cNvSpPr/>
          <p:nvPr/>
        </p:nvSpPr>
        <p:spPr>
          <a:xfrm>
            <a:off x="5547451" y="2678699"/>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111"/>
          <p:cNvSpPr txBox="1">
            <a:spLocks noGrp="1"/>
          </p:cNvSpPr>
          <p:nvPr>
            <p:ph type="subTitle" idx="1"/>
          </p:nvPr>
        </p:nvSpPr>
        <p:spPr>
          <a:xfrm>
            <a:off x="5426600" y="1706250"/>
            <a:ext cx="2526300" cy="8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lt1"/>
              </a:buClr>
              <a:buSzPts val="1100"/>
              <a:buFont typeface="Arial"/>
              <a:buNone/>
            </a:pPr>
            <a:r>
              <a:rPr lang="en" dirty="0"/>
              <a:t>silviluchis@gmail.com </a:t>
            </a:r>
            <a:endParaRPr dirty="0"/>
          </a:p>
          <a:p>
            <a:pPr marL="0" lvl="0" indent="0" algn="l" rtl="0">
              <a:spcBef>
                <a:spcPts val="0"/>
              </a:spcBef>
              <a:spcAft>
                <a:spcPts val="0"/>
              </a:spcAft>
              <a:buClr>
                <a:schemeClr val="lt1"/>
              </a:buClr>
              <a:buSzPts val="1100"/>
              <a:buFont typeface="Arial"/>
              <a:buNone/>
            </a:pPr>
            <a:r>
              <a:rPr lang="en" dirty="0"/>
              <a:t>+358442993032</a:t>
            </a:r>
            <a:endParaRPr dirty="0"/>
          </a:p>
        </p:txBody>
      </p:sp>
      <p:sp>
        <p:nvSpPr>
          <p:cNvPr id="5097" name="Google Shape;5097;p111"/>
          <p:cNvSpPr txBox="1">
            <a:spLocks noGrp="1"/>
          </p:cNvSpPr>
          <p:nvPr>
            <p:ph type="ctrTitle"/>
          </p:nvPr>
        </p:nvSpPr>
        <p:spPr>
          <a:xfrm>
            <a:off x="713231" y="857975"/>
            <a:ext cx="3621300" cy="8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grpSp>
        <p:nvGrpSpPr>
          <p:cNvPr id="5104" name="Google Shape;5104;p111"/>
          <p:cNvGrpSpPr/>
          <p:nvPr/>
        </p:nvGrpSpPr>
        <p:grpSpPr>
          <a:xfrm>
            <a:off x="5725198" y="2771329"/>
            <a:ext cx="389105" cy="388676"/>
            <a:chOff x="3752358" y="3817349"/>
            <a:chExt cx="346056" cy="345674"/>
          </a:xfrm>
        </p:grpSpPr>
        <p:sp>
          <p:nvSpPr>
            <p:cNvPr id="5105" name="Google Shape;5105;p111"/>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111"/>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111"/>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111"/>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10" name="Google Shape;5110;p111"/>
          <p:cNvSpPr txBox="1"/>
          <p:nvPr/>
        </p:nvSpPr>
        <p:spPr>
          <a:xfrm>
            <a:off x="5426600" y="1204475"/>
            <a:ext cx="2526300" cy="389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Dosis"/>
                <a:ea typeface="Dosis"/>
                <a:cs typeface="Dosis"/>
                <a:sym typeface="Dosis"/>
              </a:rPr>
              <a:t>Do you have any questions?</a:t>
            </a:r>
            <a:endParaRPr b="1">
              <a:solidFill>
                <a:schemeClr val="dk1"/>
              </a:solidFill>
              <a:latin typeface="Dosis"/>
              <a:ea typeface="Dosis"/>
              <a:cs typeface="Dosis"/>
              <a:sym typeface="Dosis"/>
            </a:endParaRPr>
          </a:p>
        </p:txBody>
      </p:sp>
      <p:sp>
        <p:nvSpPr>
          <p:cNvPr id="3" name="TextBox 2">
            <a:extLst>
              <a:ext uri="{FF2B5EF4-FFF2-40B4-BE49-F238E27FC236}">
                <a16:creationId xmlns:a16="http://schemas.microsoft.com/office/drawing/2014/main" id="{1F8FA86C-F7E8-4A80-EC0B-2B912D32D3A1}"/>
              </a:ext>
            </a:extLst>
          </p:cNvPr>
          <p:cNvSpPr txBox="1"/>
          <p:nvPr/>
        </p:nvSpPr>
        <p:spPr>
          <a:xfrm>
            <a:off x="6320110" y="2640325"/>
            <a:ext cx="4961298" cy="276999"/>
          </a:xfrm>
          <a:prstGeom prst="rect">
            <a:avLst/>
          </a:prstGeom>
          <a:noFill/>
        </p:spPr>
        <p:txBody>
          <a:bodyPr wrap="square">
            <a:spAutoFit/>
          </a:bodyPr>
          <a:lstStyle/>
          <a:p>
            <a:pPr algn="l" fontAlgn="base">
              <a:buNone/>
            </a:pPr>
            <a:r>
              <a:rPr lang="en-US" sz="1200" b="1" i="0" u="none" strike="noStrike" dirty="0">
                <a:effectLst/>
                <a:latin typeface="Dosis" pitchFamily="2" charset="0"/>
                <a:hlinkClick r:id="rId3"/>
              </a:rPr>
              <a:t>Silvia Espinosa Granados</a:t>
            </a:r>
          </a:p>
        </p:txBody>
      </p:sp>
    </p:spTree>
  </p:cSld>
  <p:clrMapOvr>
    <a:masterClrMapping/>
  </p:clrMapOvr>
</p:sld>
</file>

<file path=ppt/theme/theme1.xml><?xml version="1.0" encoding="utf-8"?>
<a:theme xmlns:a="http://schemas.openxmlformats.org/drawingml/2006/main" name="Big Data Science Consulting Toolkit by Slidesgo">
  <a:themeElements>
    <a:clrScheme name="Simple Light">
      <a:dk1>
        <a:srgbClr val="351C75"/>
      </a:dk1>
      <a:lt1>
        <a:srgbClr val="FFFFFF"/>
      </a:lt1>
      <a:dk2>
        <a:srgbClr val="674EA7"/>
      </a:dk2>
      <a:lt2>
        <a:srgbClr val="FFFFFF"/>
      </a:lt2>
      <a:accent1>
        <a:srgbClr val="00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4288</TotalTime>
  <Words>1627</Words>
  <Application>Microsoft Office PowerPoint</Application>
  <PresentationFormat>On-screen Show (16:9)</PresentationFormat>
  <Paragraphs>296</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Space Grotesk</vt:lpstr>
      <vt:lpstr>Space Grotesk Medium</vt:lpstr>
      <vt:lpstr>Space Grotesk Light</vt:lpstr>
      <vt:lpstr>Montserrat</vt:lpstr>
      <vt:lpstr>Quattrocento</vt:lpstr>
      <vt:lpstr>Arial</vt:lpstr>
      <vt:lpstr>Dosis</vt:lpstr>
      <vt:lpstr>Big Data Science Consulting Toolkit by Slidesgo</vt:lpstr>
      <vt:lpstr>Unemployment Data Analysis  Using Machine  Learning and Power BI </vt:lpstr>
      <vt:lpstr>– Anonymous</vt:lpstr>
      <vt:lpstr>Agenda</vt:lpstr>
      <vt:lpstr>Problem description</vt:lpstr>
      <vt:lpstr>Problem description</vt:lpstr>
      <vt:lpstr>Problem description</vt:lpstr>
      <vt:lpstr>02</vt:lpstr>
      <vt:lpstr>Project environment</vt:lpstr>
      <vt:lpstr>Project process</vt:lpstr>
      <vt:lpstr>Process</vt:lpstr>
      <vt:lpstr>Process</vt:lpstr>
      <vt:lpstr>Process</vt:lpstr>
      <vt:lpstr>Process</vt:lpstr>
      <vt:lpstr>Process</vt:lpstr>
      <vt:lpstr>Process</vt:lpstr>
      <vt:lpstr>Technologies</vt:lpstr>
      <vt:lpstr>Model development and Evaluation</vt:lpstr>
      <vt:lpstr>Algorithms</vt:lpstr>
      <vt:lpstr>PowerPoint Presentation</vt:lpstr>
      <vt:lpstr>PowerPoint Presentation</vt:lpstr>
      <vt:lpstr>PowerPoint Presentation</vt:lpstr>
      <vt:lpstr>PowerPoint Presentation</vt:lpstr>
      <vt:lpstr>PowerPoint Presentation</vt:lpstr>
      <vt:lpstr>Challenges and Solutions</vt:lpstr>
      <vt:lpstr>Challenges and Solutions</vt:lpstr>
      <vt:lpstr>Project-Demo</vt:lpstr>
      <vt:lpstr>Conclusion and self-Assessment</vt:lpstr>
      <vt:lpstr>Conclusion and self assesment</vt:lpstr>
      <vt:lpstr>Conclusion and self assesment</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SILVIA ESPINOSA GRANADOS</dc:creator>
  <cp:lastModifiedBy>SILVIA ESPINOSA GRANADOS</cp:lastModifiedBy>
  <cp:revision>37</cp:revision>
  <dcterms:modified xsi:type="dcterms:W3CDTF">2026-05-02T10:55:26Z</dcterms:modified>
</cp:coreProperties>
</file>